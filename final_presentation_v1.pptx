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44"/>
  </p:notesMasterIdLst>
  <p:sldIdLst>
    <p:sldId id="258" r:id="rId2"/>
    <p:sldId id="256" r:id="rId3"/>
    <p:sldId id="269" r:id="rId4"/>
    <p:sldId id="259" r:id="rId5"/>
    <p:sldId id="273" r:id="rId6"/>
    <p:sldId id="272" r:id="rId7"/>
    <p:sldId id="283" r:id="rId8"/>
    <p:sldId id="260" r:id="rId9"/>
    <p:sldId id="306" r:id="rId10"/>
    <p:sldId id="303" r:id="rId11"/>
    <p:sldId id="291" r:id="rId12"/>
    <p:sldId id="292" r:id="rId13"/>
    <p:sldId id="284" r:id="rId14"/>
    <p:sldId id="261" r:id="rId15"/>
    <p:sldId id="296" r:id="rId16"/>
    <p:sldId id="302" r:id="rId17"/>
    <p:sldId id="304" r:id="rId18"/>
    <p:sldId id="308" r:id="rId19"/>
    <p:sldId id="300" r:id="rId20"/>
    <p:sldId id="298" r:id="rId21"/>
    <p:sldId id="299" r:id="rId22"/>
    <p:sldId id="285" r:id="rId23"/>
    <p:sldId id="262" r:id="rId24"/>
    <p:sldId id="307" r:id="rId25"/>
    <p:sldId id="289" r:id="rId26"/>
    <p:sldId id="287" r:id="rId27"/>
    <p:sldId id="263" r:id="rId28"/>
    <p:sldId id="290" r:id="rId29"/>
    <p:sldId id="264" r:id="rId30"/>
    <p:sldId id="257" r:id="rId31"/>
    <p:sldId id="275" r:id="rId32"/>
    <p:sldId id="294" r:id="rId33"/>
    <p:sldId id="295" r:id="rId34"/>
    <p:sldId id="271" r:id="rId35"/>
    <p:sldId id="288" r:id="rId36"/>
    <p:sldId id="293" r:id="rId37"/>
    <p:sldId id="268" r:id="rId38"/>
    <p:sldId id="277" r:id="rId39"/>
    <p:sldId id="278" r:id="rId40"/>
    <p:sldId id="282" r:id="rId41"/>
    <p:sldId id="280" r:id="rId42"/>
    <p:sldId id="281" r:id="rId43"/>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amila bermudez" initials="cb" lastIdx="1" clrIdx="0">
    <p:extLst>
      <p:ext uri="{19B8F6BF-5375-455C-9EA6-DF929625EA0E}">
        <p15:presenceInfo xmlns:p15="http://schemas.microsoft.com/office/powerpoint/2012/main" userId="748936a443082aaf"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278E6"/>
    <a:srgbClr val="F3F3F3"/>
    <a:srgbClr val="004617"/>
    <a:srgbClr val="BBE555"/>
    <a:srgbClr val="FFB903"/>
    <a:srgbClr val="8879F5"/>
    <a:srgbClr val="6350F2"/>
    <a:srgbClr val="008B2E"/>
    <a:srgbClr val="BFBFBF"/>
    <a:srgbClr val="F6F6F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55" autoAdjust="0"/>
    <p:restoredTop sz="93785" autoAdjust="0"/>
  </p:normalViewPr>
  <p:slideViewPr>
    <p:cSldViewPr snapToGrid="0">
      <p:cViewPr varScale="1">
        <p:scale>
          <a:sx n="79" d="100"/>
          <a:sy n="79" d="100"/>
        </p:scale>
        <p:origin x="773"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_tradnl"/>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5A0E0D0-8DE5-6F43-B9D8-8CA0241E112A}" type="datetimeFigureOut">
              <a:rPr lang="es-ES_tradnl" smtClean="0"/>
              <a:t>25/07/2025</a:t>
            </a:fld>
            <a:endParaRPr lang="es-ES_tradnl"/>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_tradnl"/>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ES_tradnl"/>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_tradnl"/>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1F319AC-7ADF-334A-8FB5-7E11A077CE54}" type="slidenum">
              <a:rPr lang="es-ES_tradnl" smtClean="0"/>
              <a:t>‹Nº›</a:t>
            </a:fld>
            <a:endParaRPr lang="es-ES_tradnl"/>
          </a:p>
        </p:txBody>
      </p:sp>
    </p:spTree>
    <p:extLst>
      <p:ext uri="{BB962C8B-B14F-4D97-AF65-F5344CB8AC3E}">
        <p14:creationId xmlns:p14="http://schemas.microsoft.com/office/powerpoint/2010/main" val="31752007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b="1" dirty="0"/>
              <a:t>Problem</a:t>
            </a:r>
          </a:p>
          <a:p>
            <a:r>
              <a:rPr lang="en-US" dirty="0"/>
              <a:t>Proton Exchange Membrane (PEM) fuel cells are promising clean energy sources, especially for high-power applications like electric vehicles and backup systems. However, understanding how they operate—especially when integrated into complex systems like powertrains—is still challenging. Existing physical models are often too complex and computationally demanding, making them impractical for real-time analysis or optimization.</a:t>
            </a:r>
          </a:p>
          <a:p>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4</a:t>
            </a:fld>
            <a:endParaRPr lang="es-ES_tradnl"/>
          </a:p>
        </p:txBody>
      </p:sp>
    </p:spTree>
    <p:extLst>
      <p:ext uri="{BB962C8B-B14F-4D97-AF65-F5344CB8AC3E}">
        <p14:creationId xmlns:p14="http://schemas.microsoft.com/office/powerpoint/2010/main" val="2182739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t>The primary output of the </a:t>
            </a:r>
            <a:r>
              <a:rPr lang="en-US" dirty="0" err="1"/>
              <a:t>AlphaPEM</a:t>
            </a:r>
            <a:r>
              <a:rPr lang="en-US" dirty="0"/>
              <a:t> model is the polarization curve, which shows the relationship </a:t>
            </a:r>
            <a:r>
              <a:rPr lang="en-US" dirty="0" err="1"/>
              <a:t>betweencurrent</a:t>
            </a:r>
            <a:r>
              <a:rPr lang="en-US" dirty="0"/>
              <a:t> density and voltage in the fuel cell, and it is used to evaluate its </a:t>
            </a:r>
            <a:r>
              <a:rPr lang="en-US" dirty="0" err="1"/>
              <a:t>performace</a:t>
            </a:r>
            <a:r>
              <a:rPr lang="en-US" dirty="0"/>
              <a:t>. It is important to </a:t>
            </a:r>
            <a:r>
              <a:rPr lang="en-US" dirty="0" err="1"/>
              <a:t>notethat</a:t>
            </a:r>
            <a:r>
              <a:rPr lang="en-US" dirty="0"/>
              <a:t> different operating conditions and physical parameters may have varying importance in different regions </a:t>
            </a:r>
            <a:r>
              <a:rPr lang="en-US" dirty="0" err="1"/>
              <a:t>ofthe</a:t>
            </a:r>
            <a:r>
              <a:rPr lang="en-US" dirty="0"/>
              <a:t> curve. Therefore, the analysis should consider the sensitivities of the input features in different current </a:t>
            </a:r>
            <a:r>
              <a:rPr lang="en-US" dirty="0" err="1"/>
              <a:t>densityregion</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5</a:t>
            </a:fld>
            <a:endParaRPr lang="es-ES_tradnl"/>
          </a:p>
        </p:txBody>
      </p:sp>
    </p:spTree>
    <p:extLst>
      <p:ext uri="{BB962C8B-B14F-4D97-AF65-F5344CB8AC3E}">
        <p14:creationId xmlns:p14="http://schemas.microsoft.com/office/powerpoint/2010/main" val="40555893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Check</a:t>
            </a:r>
            <a:r>
              <a:rPr lang="es-ES" dirty="0"/>
              <a:t> </a:t>
            </a:r>
            <a:r>
              <a:rPr lang="es-ES" dirty="0" err="1"/>
              <a:t>the</a:t>
            </a:r>
            <a:r>
              <a:rPr lang="es-ES" dirty="0"/>
              <a:t> </a:t>
            </a:r>
            <a:r>
              <a:rPr lang="es-ES" dirty="0" err="1"/>
              <a:t>text</a:t>
            </a:r>
            <a:r>
              <a:rPr lang="es-ES" dirty="0"/>
              <a:t> </a:t>
            </a:r>
            <a:r>
              <a:rPr lang="es-ES" dirty="0" err="1"/>
              <a:t>the</a:t>
            </a:r>
            <a:r>
              <a:rPr lang="es-ES" dirty="0"/>
              <a:t> </a:t>
            </a:r>
            <a:r>
              <a:rPr lang="es-ES" dirty="0" err="1"/>
              <a:t>scheme</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6</a:t>
            </a:fld>
            <a:endParaRPr lang="es-ES_tradnl"/>
          </a:p>
        </p:txBody>
      </p:sp>
    </p:spTree>
    <p:extLst>
      <p:ext uri="{BB962C8B-B14F-4D97-AF65-F5344CB8AC3E}">
        <p14:creationId xmlns:p14="http://schemas.microsoft.com/office/powerpoint/2010/main" val="4285604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7</a:t>
            </a:fld>
            <a:endParaRPr lang="es-ES_tradnl"/>
          </a:p>
        </p:txBody>
      </p:sp>
    </p:spTree>
    <p:extLst>
      <p:ext uri="{BB962C8B-B14F-4D97-AF65-F5344CB8AC3E}">
        <p14:creationId xmlns:p14="http://schemas.microsoft.com/office/powerpoint/2010/main" val="21786213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8</a:t>
            </a:fld>
            <a:endParaRPr lang="es-ES_tradnl"/>
          </a:p>
        </p:txBody>
      </p:sp>
    </p:spTree>
    <p:extLst>
      <p:ext uri="{BB962C8B-B14F-4D97-AF65-F5344CB8AC3E}">
        <p14:creationId xmlns:p14="http://schemas.microsoft.com/office/powerpoint/2010/main" val="22932307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9</a:t>
            </a:fld>
            <a:endParaRPr lang="es-ES_tradnl"/>
          </a:p>
        </p:txBody>
      </p:sp>
    </p:spTree>
    <p:extLst>
      <p:ext uri="{BB962C8B-B14F-4D97-AF65-F5344CB8AC3E}">
        <p14:creationId xmlns:p14="http://schemas.microsoft.com/office/powerpoint/2010/main" val="3546133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10</a:t>
            </a:fld>
            <a:endParaRPr lang="es-ES_tradnl"/>
          </a:p>
        </p:txBody>
      </p:sp>
    </p:spTree>
    <p:extLst>
      <p:ext uri="{BB962C8B-B14F-4D97-AF65-F5344CB8AC3E}">
        <p14:creationId xmlns:p14="http://schemas.microsoft.com/office/powerpoint/2010/main" val="8997054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What</a:t>
            </a:r>
            <a:r>
              <a:rPr lang="es-ES" dirty="0"/>
              <a:t> </a:t>
            </a:r>
            <a:r>
              <a:rPr lang="es-ES" dirty="0" err="1"/>
              <a:t>is</a:t>
            </a:r>
            <a:r>
              <a:rPr lang="es-ES" dirty="0"/>
              <a:t> IRD? </a:t>
            </a:r>
            <a:r>
              <a:rPr lang="es-ES" dirty="0" err="1"/>
              <a:t>How</a:t>
            </a:r>
            <a:r>
              <a:rPr lang="es-ES" dirty="0"/>
              <a:t> </a:t>
            </a:r>
            <a:r>
              <a:rPr lang="es-ES" dirty="0" err="1"/>
              <a:t>does</a:t>
            </a:r>
            <a:r>
              <a:rPr lang="es-ES" dirty="0"/>
              <a:t> </a:t>
            </a:r>
            <a:r>
              <a:rPr lang="es-ES" dirty="0" err="1"/>
              <a:t>it</a:t>
            </a:r>
            <a:r>
              <a:rPr lang="es-ES" dirty="0"/>
              <a:t> </a:t>
            </a:r>
            <a:r>
              <a:rPr lang="es-ES" dirty="0" err="1"/>
              <a:t>work</a:t>
            </a:r>
            <a:r>
              <a:rPr lang="es-ES" dirty="0"/>
              <a:t>? </a:t>
            </a:r>
            <a:r>
              <a:rPr lang="es-ES" dirty="0" err="1"/>
              <a:t>Where</a:t>
            </a:r>
            <a:r>
              <a:rPr lang="es-ES" dirty="0"/>
              <a:t> </a:t>
            </a:r>
            <a:r>
              <a:rPr lang="es-ES" dirty="0" err="1"/>
              <a:t>is</a:t>
            </a:r>
            <a:r>
              <a:rPr lang="es-ES" dirty="0"/>
              <a:t> </a:t>
            </a:r>
            <a:r>
              <a:rPr lang="es-ES" dirty="0" err="1"/>
              <a:t>it</a:t>
            </a:r>
            <a:r>
              <a:rPr lang="es-ES" dirty="0"/>
              <a:t> </a:t>
            </a:r>
            <a:r>
              <a:rPr lang="es-ES" dirty="0" err="1"/>
              <a:t>implemented</a:t>
            </a:r>
            <a:r>
              <a:rPr lang="es-ES" dirty="0"/>
              <a:t>?</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11</a:t>
            </a:fld>
            <a:endParaRPr lang="es-ES_tradnl"/>
          </a:p>
        </p:txBody>
      </p:sp>
    </p:spTree>
    <p:extLst>
      <p:ext uri="{BB962C8B-B14F-4D97-AF65-F5344CB8AC3E}">
        <p14:creationId xmlns:p14="http://schemas.microsoft.com/office/powerpoint/2010/main" val="18914238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Comparison</a:t>
            </a:r>
            <a:r>
              <a:rPr lang="es-ES" dirty="0"/>
              <a:t> </a:t>
            </a:r>
            <a:r>
              <a:rPr lang="es-ES" dirty="0" err="1"/>
              <a:t>of</a:t>
            </a:r>
            <a:r>
              <a:rPr lang="es-ES" dirty="0"/>
              <a:t> </a:t>
            </a:r>
            <a:r>
              <a:rPr lang="es-ES" dirty="0" err="1"/>
              <a:t>the</a:t>
            </a:r>
            <a:r>
              <a:rPr lang="es-ES" dirty="0"/>
              <a:t> </a:t>
            </a:r>
            <a:r>
              <a:rPr lang="es-ES" dirty="0" err="1"/>
              <a:t>results</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12</a:t>
            </a:fld>
            <a:endParaRPr lang="es-ES_tradnl"/>
          </a:p>
        </p:txBody>
      </p:sp>
    </p:spTree>
    <p:extLst>
      <p:ext uri="{BB962C8B-B14F-4D97-AF65-F5344CB8AC3E}">
        <p14:creationId xmlns:p14="http://schemas.microsoft.com/office/powerpoint/2010/main" val="46706622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32</a:t>
            </a:fld>
            <a:endParaRPr lang="es-ES_tradnl"/>
          </a:p>
        </p:txBody>
      </p:sp>
    </p:spTree>
    <p:extLst>
      <p:ext uri="{BB962C8B-B14F-4D97-AF65-F5344CB8AC3E}">
        <p14:creationId xmlns:p14="http://schemas.microsoft.com/office/powerpoint/2010/main" val="367445981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9B5761CC-C6EA-489A-8B65-7F07DE61A766}"/>
              </a:ext>
            </a:extLst>
          </p:cNvPr>
          <p:cNvPicPr>
            <a:picLocks noChangeAspect="1"/>
          </p:cNvPicPr>
          <p:nvPr userDrawn="1"/>
        </p:nvPicPr>
        <p:blipFill>
          <a:blip r:embed="rId2"/>
          <a:src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7BA1685C-9D5F-A238-CC12-359A56F68227}"/>
              </a:ext>
            </a:extLst>
          </p:cNvPr>
          <p:cNvSpPr>
            <a:spLocks noGrp="1"/>
          </p:cNvSpPr>
          <p:nvPr>
            <p:ph type="ctrTitle"/>
          </p:nvPr>
        </p:nvSpPr>
        <p:spPr>
          <a:xfrm>
            <a:off x="1524000" y="1122363"/>
            <a:ext cx="9144000" cy="2387600"/>
          </a:xfrm>
          <a:prstGeom prst="rect">
            <a:avLst/>
          </a:prstGeom>
        </p:spPr>
        <p:txBody>
          <a:bodyPr anchor="b"/>
          <a:lstStyle>
            <a:lvl1pPr algn="ctr">
              <a:defRPr sz="6000">
                <a:latin typeface="Source Sans Pro" panose="020B0503030403020204" pitchFamily="34" charset="0"/>
                <a:ea typeface="Source Sans Pro" panose="020B0503030403020204" pitchFamily="34" charset="0"/>
              </a:defRPr>
            </a:lvl1pPr>
          </a:lstStyle>
          <a:p>
            <a:r>
              <a:rPr lang="es-ES"/>
              <a:t>Haga clic para modificar el estilo de título del patrón</a:t>
            </a:r>
            <a:endParaRPr lang="es-ES_tradnl" dirty="0"/>
          </a:p>
        </p:txBody>
      </p:sp>
      <p:sp>
        <p:nvSpPr>
          <p:cNvPr id="3" name="Subtítulo 2">
            <a:extLst>
              <a:ext uri="{FF2B5EF4-FFF2-40B4-BE49-F238E27FC236}">
                <a16:creationId xmlns:a16="http://schemas.microsoft.com/office/drawing/2014/main" id="{ECB7CB63-40B4-605F-AE8D-9B05C5E052DC}"/>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atin typeface="Source Sans Pro" panose="020B0503030403020204" pitchFamily="34" charset="0"/>
                <a:ea typeface="Source Sans Pro" panose="020B0503030403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ES_tradnl"/>
          </a:p>
        </p:txBody>
      </p:sp>
      <p:sp>
        <p:nvSpPr>
          <p:cNvPr id="6" name="Marcador de número de diapositiva 5">
            <a:extLst>
              <a:ext uri="{FF2B5EF4-FFF2-40B4-BE49-F238E27FC236}">
                <a16:creationId xmlns:a16="http://schemas.microsoft.com/office/drawing/2014/main" id="{E8670508-45A6-1DD9-6E72-9DA619DDF017}"/>
              </a:ext>
            </a:extLst>
          </p:cNvPr>
          <p:cNvSpPr>
            <a:spLocks noGrp="1"/>
          </p:cNvSpPr>
          <p:nvPr>
            <p:ph type="sldNum" sz="quarter" idx="12"/>
          </p:nvPr>
        </p:nvSpPr>
        <p:spPr/>
        <p:txBody>
          <a:bodyPr/>
          <a:lstStyle>
            <a:lvl1pPr>
              <a:defRPr sz="1600" b="1"/>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33968573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ítulo y objetos">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A84A5141-F947-5ACB-5665-C19D1F476585}"/>
              </a:ext>
            </a:extLst>
          </p:cNvPr>
          <p:cNvPicPr>
            <a:picLocks noChangeAspect="1"/>
          </p:cNvPicPr>
          <p:nvPr userDrawn="1"/>
        </p:nvPicPr>
        <p:blipFill>
          <a:blip r:embed="rId2"/>
          <a:src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B2D1B2C2-72B0-C774-A042-16D8374F8B52}"/>
              </a:ext>
            </a:extLst>
          </p:cNvPr>
          <p:cNvSpPr>
            <a:spLocks noGrp="1"/>
          </p:cNvSpPr>
          <p:nvPr>
            <p:ph type="title"/>
          </p:nvPr>
        </p:nvSpPr>
        <p:spPr>
          <a:xfrm>
            <a:off x="838200" y="908127"/>
            <a:ext cx="10515600" cy="1325563"/>
          </a:xfrm>
          <a:prstGeom prst="rect">
            <a:avLst/>
          </a:prstGeom>
        </p:spPr>
        <p:txBody>
          <a:bodyPr/>
          <a:lstStyle/>
          <a:p>
            <a:r>
              <a:rPr lang="es-ES"/>
              <a:t>Haga clic para modificar el estilo de título del patrón</a:t>
            </a:r>
            <a:endParaRPr lang="es-ES_tradnl" dirty="0"/>
          </a:p>
        </p:txBody>
      </p:sp>
      <p:sp>
        <p:nvSpPr>
          <p:cNvPr id="3" name="Marcador de contenido 2">
            <a:extLst>
              <a:ext uri="{FF2B5EF4-FFF2-40B4-BE49-F238E27FC236}">
                <a16:creationId xmlns:a16="http://schemas.microsoft.com/office/drawing/2014/main" id="{A8501090-0DF0-0443-DE62-32873BAD30E4}"/>
              </a:ext>
            </a:extLst>
          </p:cNvPr>
          <p:cNvSpPr>
            <a:spLocks noGrp="1"/>
          </p:cNvSpPr>
          <p:nvPr>
            <p:ph idx="1"/>
          </p:nvPr>
        </p:nvSpPr>
        <p:spPr>
          <a:xfrm>
            <a:off x="838200" y="2368627"/>
            <a:ext cx="10515600" cy="4020774"/>
          </a:xfrm>
          <a:prstGeom prst="rect">
            <a:avLst/>
          </a:prstGeo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dirty="0"/>
          </a:p>
        </p:txBody>
      </p:sp>
      <p:sp>
        <p:nvSpPr>
          <p:cNvPr id="6" name="Marcador de número de diapositiva 5">
            <a:extLst>
              <a:ext uri="{FF2B5EF4-FFF2-40B4-BE49-F238E27FC236}">
                <a16:creationId xmlns:a16="http://schemas.microsoft.com/office/drawing/2014/main" id="{43597006-DFCF-FC30-EE7C-B2E04C5BE5E7}"/>
              </a:ext>
            </a:extLst>
          </p:cNvPr>
          <p:cNvSpPr>
            <a:spLocks noGrp="1"/>
          </p:cNvSpPr>
          <p:nvPr>
            <p:ph type="sldNum" sz="quarter" idx="12"/>
          </p:nvPr>
        </p:nvSpPr>
        <p:spPr/>
        <p:txBody>
          <a:bodyPr/>
          <a:lstStyle>
            <a:lvl1pPr>
              <a:defRPr sz="1600" b="1"/>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40128869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ncabezado de sección">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A8C4F47B-A7C1-B80B-C97D-3FD5161C2B3F}"/>
              </a:ext>
            </a:extLst>
          </p:cNvPr>
          <p:cNvPicPr>
            <a:picLocks noChangeAspect="1"/>
          </p:cNvPicPr>
          <p:nvPr userDrawn="1"/>
        </p:nvPicPr>
        <p:blipFill>
          <a:blip r:embed="rId2"/>
          <a:src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8D63679B-A188-8C46-9173-6FC73C122DD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s-ES"/>
              <a:t>Haga clic para modificar el estilo de título del patrón</a:t>
            </a:r>
            <a:endParaRPr lang="es-ES_tradnl" dirty="0"/>
          </a:p>
        </p:txBody>
      </p:sp>
      <p:sp>
        <p:nvSpPr>
          <p:cNvPr id="3" name="Marcador de texto 2">
            <a:extLst>
              <a:ext uri="{FF2B5EF4-FFF2-40B4-BE49-F238E27FC236}">
                <a16:creationId xmlns:a16="http://schemas.microsoft.com/office/drawing/2014/main" id="{4F107DB8-2B53-C9CC-014B-38123980C3E5}"/>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6" name="Marcador de número de diapositiva 5">
            <a:extLst>
              <a:ext uri="{FF2B5EF4-FFF2-40B4-BE49-F238E27FC236}">
                <a16:creationId xmlns:a16="http://schemas.microsoft.com/office/drawing/2014/main" id="{7F689EF4-BE6E-3254-8190-A088A4D36CFC}"/>
              </a:ext>
            </a:extLst>
          </p:cNvPr>
          <p:cNvSpPr>
            <a:spLocks noGrp="1"/>
          </p:cNvSpPr>
          <p:nvPr>
            <p:ph type="sldNum" sz="quarter" idx="12"/>
          </p:nvPr>
        </p:nvSpPr>
        <p:spPr/>
        <p:txBody>
          <a:bodyPr/>
          <a:lstStyle>
            <a:lvl1pPr>
              <a:defRPr sz="1600" b="1"/>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12961883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Dos objetos">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3EEB2DC1-DC4E-EAD5-EDBC-D1A688A700D7}"/>
              </a:ext>
            </a:extLst>
          </p:cNvPr>
          <p:cNvPicPr>
            <a:picLocks noChangeAspect="1"/>
          </p:cNvPicPr>
          <p:nvPr userDrawn="1"/>
        </p:nvPicPr>
        <p:blipFill>
          <a:blip r:embed="rId2"/>
          <a:srcRect/>
          <a:stretch/>
        </p:blipFill>
        <p:spPr>
          <a:xfrm>
            <a:off x="0" y="0"/>
            <a:ext cx="12192000" cy="6858000"/>
          </a:xfrm>
          <a:prstGeom prst="rect">
            <a:avLst/>
          </a:prstGeom>
        </p:spPr>
      </p:pic>
      <p:sp>
        <p:nvSpPr>
          <p:cNvPr id="3" name="Marcador de contenido 2">
            <a:extLst>
              <a:ext uri="{FF2B5EF4-FFF2-40B4-BE49-F238E27FC236}">
                <a16:creationId xmlns:a16="http://schemas.microsoft.com/office/drawing/2014/main" id="{B61EA6FA-5846-9512-8FD4-C35E48AE74E4}"/>
              </a:ext>
            </a:extLst>
          </p:cNvPr>
          <p:cNvSpPr>
            <a:spLocks noGrp="1"/>
          </p:cNvSpPr>
          <p:nvPr>
            <p:ph sz="half" idx="1"/>
          </p:nvPr>
        </p:nvSpPr>
        <p:spPr>
          <a:xfrm>
            <a:off x="838200" y="1825625"/>
            <a:ext cx="5181600" cy="4351338"/>
          </a:xfrm>
          <a:prstGeom prst="rect">
            <a:avLst/>
          </a:prstGeom>
        </p:spPr>
        <p:txBody>
          <a:bodyPr/>
          <a:lstStyle>
            <a:lvl1pPr>
              <a:defRPr>
                <a:latin typeface="Source Sans Pro" panose="020B0503030403020204" pitchFamily="34" charset="0"/>
                <a:ea typeface="Source Sans Pro" panose="020B0503030403020204" pitchFamily="34" charset="0"/>
              </a:defRPr>
            </a:lvl1pPr>
            <a:lvl2pPr>
              <a:defRPr>
                <a:latin typeface="Source Sans Pro" panose="020B0503030403020204" pitchFamily="34" charset="0"/>
                <a:ea typeface="Source Sans Pro" panose="020B0503030403020204" pitchFamily="34" charset="0"/>
              </a:defRPr>
            </a:lvl2pPr>
            <a:lvl3pPr>
              <a:defRPr>
                <a:latin typeface="Source Sans Pro" panose="020B0503030403020204" pitchFamily="34" charset="0"/>
                <a:ea typeface="Source Sans Pro" panose="020B0503030403020204" pitchFamily="34" charset="0"/>
              </a:defRPr>
            </a:lvl3pPr>
            <a:lvl4pPr>
              <a:defRPr>
                <a:latin typeface="Source Sans Pro" panose="020B0503030403020204" pitchFamily="34" charset="0"/>
                <a:ea typeface="Source Sans Pro" panose="020B0503030403020204" pitchFamily="34" charset="0"/>
              </a:defRPr>
            </a:lvl4pPr>
            <a:lvl5pPr>
              <a:defRPr>
                <a:latin typeface="Source Sans Pro" panose="020B0503030403020204" pitchFamily="34" charset="0"/>
                <a:ea typeface="Source Sans Pro" panose="020B0503030403020204" pitchFamily="34" charset="0"/>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4" name="Marcador de contenido 3">
            <a:extLst>
              <a:ext uri="{FF2B5EF4-FFF2-40B4-BE49-F238E27FC236}">
                <a16:creationId xmlns:a16="http://schemas.microsoft.com/office/drawing/2014/main" id="{F4DA5E3E-961A-8D3F-AA7F-D5B06F6F4803}"/>
              </a:ext>
            </a:extLst>
          </p:cNvPr>
          <p:cNvSpPr>
            <a:spLocks noGrp="1"/>
          </p:cNvSpPr>
          <p:nvPr>
            <p:ph sz="half" idx="2"/>
          </p:nvPr>
        </p:nvSpPr>
        <p:spPr>
          <a:xfrm>
            <a:off x="6172200" y="1825625"/>
            <a:ext cx="5181600" cy="4351338"/>
          </a:xfrm>
          <a:prstGeom prst="rect">
            <a:avLst/>
          </a:prstGeom>
        </p:spPr>
        <p:txBody>
          <a:bodyPr/>
          <a:lstStyle>
            <a:lvl1pPr>
              <a:defRPr>
                <a:latin typeface="Source Sans Pro" panose="020B0503030403020204" pitchFamily="34" charset="0"/>
                <a:ea typeface="Source Sans Pro" panose="020B0503030403020204" pitchFamily="34" charset="0"/>
              </a:defRPr>
            </a:lvl1pPr>
            <a:lvl2pPr>
              <a:defRPr>
                <a:latin typeface="Source Sans Pro" panose="020B0503030403020204" pitchFamily="34" charset="0"/>
                <a:ea typeface="Source Sans Pro" panose="020B0503030403020204" pitchFamily="34" charset="0"/>
              </a:defRPr>
            </a:lvl2pPr>
            <a:lvl3pPr>
              <a:defRPr>
                <a:latin typeface="Source Sans Pro" panose="020B0503030403020204" pitchFamily="34" charset="0"/>
                <a:ea typeface="Source Sans Pro" panose="020B0503030403020204" pitchFamily="34" charset="0"/>
              </a:defRPr>
            </a:lvl3pPr>
            <a:lvl4pPr>
              <a:defRPr>
                <a:latin typeface="Source Sans Pro" panose="020B0503030403020204" pitchFamily="34" charset="0"/>
                <a:ea typeface="Source Sans Pro" panose="020B0503030403020204" pitchFamily="34" charset="0"/>
              </a:defRPr>
            </a:lvl4pPr>
            <a:lvl5pPr>
              <a:defRPr>
                <a:latin typeface="Source Sans Pro" panose="020B0503030403020204" pitchFamily="34" charset="0"/>
                <a:ea typeface="Source Sans Pro" panose="020B0503030403020204" pitchFamily="34" charset="0"/>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7" name="Marcador de número de diapositiva 6">
            <a:extLst>
              <a:ext uri="{FF2B5EF4-FFF2-40B4-BE49-F238E27FC236}">
                <a16:creationId xmlns:a16="http://schemas.microsoft.com/office/drawing/2014/main" id="{C92BB2FB-0239-B030-AF4E-9961D04D7E8E}"/>
              </a:ext>
            </a:extLst>
          </p:cNvPr>
          <p:cNvSpPr>
            <a:spLocks noGrp="1"/>
          </p:cNvSpPr>
          <p:nvPr>
            <p:ph type="sldNum" sz="quarter" idx="12"/>
          </p:nvPr>
        </p:nvSpPr>
        <p:spPr/>
        <p:txBody>
          <a:bodyPr/>
          <a:lstStyle>
            <a:lvl1pPr>
              <a:defRPr sz="1600" b="1">
                <a:solidFill>
                  <a:schemeClr val="bg1"/>
                </a:solidFill>
              </a:defRPr>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39730496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ación">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4AB58D2C-05F6-BF61-5726-5F74A5A475B6}"/>
              </a:ext>
            </a:extLst>
          </p:cNvPr>
          <p:cNvPicPr>
            <a:picLocks noChangeAspect="1"/>
          </p:cNvPicPr>
          <p:nvPr userDrawn="1"/>
        </p:nvPicPr>
        <p:blipFill>
          <a:blip r:embed="rId2"/>
          <a:srcRect/>
          <a:stretch/>
        </p:blipFill>
        <p:spPr>
          <a:xfrm>
            <a:off x="0" y="0"/>
            <a:ext cx="12192000" cy="6858000"/>
          </a:xfrm>
          <a:prstGeom prst="rect">
            <a:avLst/>
          </a:prstGeom>
        </p:spPr>
      </p:pic>
      <p:sp>
        <p:nvSpPr>
          <p:cNvPr id="9" name="Marcador de número de diapositiva 8">
            <a:extLst>
              <a:ext uri="{FF2B5EF4-FFF2-40B4-BE49-F238E27FC236}">
                <a16:creationId xmlns:a16="http://schemas.microsoft.com/office/drawing/2014/main" id="{807BE3F9-55B6-D44B-395A-B634C9511136}"/>
              </a:ext>
            </a:extLst>
          </p:cNvPr>
          <p:cNvSpPr>
            <a:spLocks noGrp="1"/>
          </p:cNvSpPr>
          <p:nvPr>
            <p:ph type="sldNum" sz="quarter" idx="12"/>
          </p:nvPr>
        </p:nvSpPr>
        <p:spPr/>
        <p:txBody>
          <a:bodyPr/>
          <a:lstStyle>
            <a:lvl1pPr>
              <a:defRPr sz="1600" b="1" i="0">
                <a:latin typeface="Source Sans Pro" panose="020B0503030403020204" pitchFamily="34" charset="0"/>
                <a:ea typeface="Source Sans Pro" panose="020B0503030403020204" pitchFamily="34" charset="0"/>
              </a:defRPr>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6667247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olo el título">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52159B49-E674-996B-E03F-731B3BB9B8C1}"/>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5" name="Marcador de número de diapositiva 4">
            <a:extLst>
              <a:ext uri="{FF2B5EF4-FFF2-40B4-BE49-F238E27FC236}">
                <a16:creationId xmlns:a16="http://schemas.microsoft.com/office/drawing/2014/main" id="{395446B6-180F-342F-6091-72FFF8C8F872}"/>
              </a:ext>
            </a:extLst>
          </p:cNvPr>
          <p:cNvSpPr>
            <a:spLocks noGrp="1"/>
          </p:cNvSpPr>
          <p:nvPr>
            <p:ph type="sldNum" sz="quarter" idx="12"/>
          </p:nvPr>
        </p:nvSpPr>
        <p:spPr/>
        <p:txBody>
          <a:bodyPr/>
          <a:lstStyle>
            <a:lvl1pPr>
              <a:defRPr sz="1600" b="1"/>
            </a:lvl1pPr>
          </a:lstStyle>
          <a:p>
            <a:fld id="{B75BC28E-972B-EC47-BE79-29D89D46B9CA}" type="slidenum">
              <a:rPr lang="es-ES_tradnl" smtClean="0"/>
              <a:pPr/>
              <a:t>‹Nº›</a:t>
            </a:fld>
            <a:endParaRPr lang="es-ES_tradnl" dirty="0"/>
          </a:p>
        </p:txBody>
      </p:sp>
      <p:sp>
        <p:nvSpPr>
          <p:cNvPr id="7" name="Marcador de fecha 3">
            <a:extLst>
              <a:ext uri="{FF2B5EF4-FFF2-40B4-BE49-F238E27FC236}">
                <a16:creationId xmlns:a16="http://schemas.microsoft.com/office/drawing/2014/main" id="{DADB0165-C448-ED99-FB1F-F82E8BEB33C9}"/>
              </a:ext>
            </a:extLst>
          </p:cNvPr>
          <p:cNvSpPr>
            <a:spLocks noGrp="1"/>
          </p:cNvSpPr>
          <p:nvPr>
            <p:ph type="dt" sz="half" idx="2"/>
          </p:nvPr>
        </p:nvSpPr>
        <p:spPr>
          <a:xfrm>
            <a:off x="9277120" y="6389401"/>
            <a:ext cx="2743200" cy="365125"/>
          </a:xfrm>
          <a:prstGeom prst="rect">
            <a:avLst/>
          </a:prstGeom>
        </p:spPr>
        <p:txBody>
          <a:bodyPr vert="horz" lIns="91440" tIns="45720" rIns="91440" bIns="45720" rtlCol="0" anchor="ctr"/>
          <a:lstStyle>
            <a:lvl1pPr algn="r">
              <a:defRPr sz="1200" b="0">
                <a:solidFill>
                  <a:schemeClr val="tx1"/>
                </a:solidFill>
                <a:latin typeface="Source Sans Pro" panose="020F0502020204030204" pitchFamily="34" charset="0"/>
                <a:ea typeface="Source Sans Pro" panose="020F0502020204030204" pitchFamily="34" charset="0"/>
              </a:defRPr>
            </a:lvl1pPr>
          </a:lstStyle>
          <a:p>
            <a:endParaRPr lang="es-ES_tradnl" dirty="0"/>
          </a:p>
        </p:txBody>
      </p:sp>
    </p:spTree>
    <p:extLst>
      <p:ext uri="{BB962C8B-B14F-4D97-AF65-F5344CB8AC3E}">
        <p14:creationId xmlns:p14="http://schemas.microsoft.com/office/powerpoint/2010/main" val="28713943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Tree>
    <p:extLst>
      <p:ext uri="{BB962C8B-B14F-4D97-AF65-F5344CB8AC3E}">
        <p14:creationId xmlns:p14="http://schemas.microsoft.com/office/powerpoint/2010/main" val="42446523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ido con título">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903E2ED2-1A82-00C1-BC0B-F909936E0C61}"/>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46098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DB63AB1-EF4C-4E7C-827C-023121B57D98}"/>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s-ES"/>
              <a:t>Haga clic para modificar el estilo de título del patrón</a:t>
            </a:r>
            <a:endParaRPr lang="es-ES_tradnl"/>
          </a:p>
        </p:txBody>
      </p:sp>
      <p:sp>
        <p:nvSpPr>
          <p:cNvPr id="3" name="Marcador de posición de imagen 2">
            <a:extLst>
              <a:ext uri="{FF2B5EF4-FFF2-40B4-BE49-F238E27FC236}">
                <a16:creationId xmlns:a16="http://schemas.microsoft.com/office/drawing/2014/main" id="{3AADAF91-72C1-3190-D484-D5846F7783D8}"/>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s-ES_tradnl"/>
          </a:p>
        </p:txBody>
      </p:sp>
      <p:sp>
        <p:nvSpPr>
          <p:cNvPr id="4" name="Marcador de texto 3">
            <a:extLst>
              <a:ext uri="{FF2B5EF4-FFF2-40B4-BE49-F238E27FC236}">
                <a16:creationId xmlns:a16="http://schemas.microsoft.com/office/drawing/2014/main" id="{C4A9B58B-5EC3-2946-6FB4-8B67A2D8AF05}"/>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019B8A5-D950-9B8B-80B0-29817645B255}"/>
              </a:ext>
            </a:extLst>
          </p:cNvPr>
          <p:cNvSpPr>
            <a:spLocks noGrp="1"/>
          </p:cNvSpPr>
          <p:nvPr>
            <p:ph type="dt" sz="half" idx="10"/>
          </p:nvPr>
        </p:nvSpPr>
        <p:spPr/>
        <p:txBody>
          <a:bodyPr/>
          <a:lstStyle/>
          <a:p>
            <a:endParaRPr lang="es-ES_tradnl"/>
          </a:p>
        </p:txBody>
      </p:sp>
      <p:sp>
        <p:nvSpPr>
          <p:cNvPr id="6" name="Marcador de pie de página 5">
            <a:extLst>
              <a:ext uri="{FF2B5EF4-FFF2-40B4-BE49-F238E27FC236}">
                <a16:creationId xmlns:a16="http://schemas.microsoft.com/office/drawing/2014/main" id="{445944F1-8874-715D-E32B-1565486591FE}"/>
              </a:ext>
            </a:extLst>
          </p:cNvPr>
          <p:cNvSpPr>
            <a:spLocks noGrp="1"/>
          </p:cNvSpPr>
          <p:nvPr>
            <p:ph type="ftr" sz="quarter" idx="11"/>
          </p:nvPr>
        </p:nvSpPr>
        <p:spPr>
          <a:xfrm>
            <a:off x="4038600" y="6356350"/>
            <a:ext cx="4114800" cy="365125"/>
          </a:xfrm>
          <a:prstGeom prst="rect">
            <a:avLst/>
          </a:prstGeom>
        </p:spPr>
        <p:txBody>
          <a:bodyPr/>
          <a:lstStyle/>
          <a:p>
            <a:endParaRPr lang="es-ES_tradnl"/>
          </a:p>
        </p:txBody>
      </p:sp>
      <p:sp>
        <p:nvSpPr>
          <p:cNvPr id="7" name="Marcador de número de diapositiva 6">
            <a:extLst>
              <a:ext uri="{FF2B5EF4-FFF2-40B4-BE49-F238E27FC236}">
                <a16:creationId xmlns:a16="http://schemas.microsoft.com/office/drawing/2014/main" id="{7032FE85-0470-FB2D-6D99-EAAA3F5E83A3}"/>
              </a:ext>
            </a:extLst>
          </p:cNvPr>
          <p:cNvSpPr>
            <a:spLocks noGrp="1"/>
          </p:cNvSpPr>
          <p:nvPr>
            <p:ph type="sldNum" sz="quarter" idx="12"/>
          </p:nvPr>
        </p:nvSpPr>
        <p:spPr/>
        <p:txBody>
          <a:bodyPr/>
          <a:lstStyle/>
          <a:p>
            <a:fld id="{B75BC28E-972B-EC47-BE79-29D89D46B9CA}" type="slidenum">
              <a:rPr lang="es-ES_tradnl" smtClean="0"/>
              <a:t>‹Nº›</a:t>
            </a:fld>
            <a:endParaRPr lang="es-ES_tradnl"/>
          </a:p>
        </p:txBody>
      </p:sp>
      <p:pic>
        <p:nvPicPr>
          <p:cNvPr id="8" name="Imagen 7">
            <a:extLst>
              <a:ext uri="{FF2B5EF4-FFF2-40B4-BE49-F238E27FC236}">
                <a16:creationId xmlns:a16="http://schemas.microsoft.com/office/drawing/2014/main" id="{6F01C95C-7A1F-58BB-DB07-5E158A630505}"/>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7708579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3403A74-DD00-33F0-C8DF-79D60BA4C35F}"/>
              </a:ext>
            </a:extLst>
          </p:cNvPr>
          <p:cNvSpPr>
            <a:spLocks noGrp="1"/>
          </p:cNvSpPr>
          <p:nvPr>
            <p:ph type="title"/>
          </p:nvPr>
        </p:nvSpPr>
        <p:spPr>
          <a:xfrm>
            <a:off x="838200" y="365125"/>
            <a:ext cx="10515600" cy="1325563"/>
          </a:xfrm>
          <a:prstGeom prst="rect">
            <a:avLst/>
          </a:prstGeom>
        </p:spPr>
        <p:txBody>
          <a:bodyPr/>
          <a:lstStyle/>
          <a:p>
            <a:r>
              <a:rPr lang="es-ES"/>
              <a:t>Haga clic para modificar el estilo de título del patrón</a:t>
            </a:r>
            <a:endParaRPr lang="es-ES_tradnl"/>
          </a:p>
        </p:txBody>
      </p:sp>
      <p:sp>
        <p:nvSpPr>
          <p:cNvPr id="3" name="Marcador de texto vertical 2">
            <a:extLst>
              <a:ext uri="{FF2B5EF4-FFF2-40B4-BE49-F238E27FC236}">
                <a16:creationId xmlns:a16="http://schemas.microsoft.com/office/drawing/2014/main" id="{37F9BD6D-ADC1-01D9-E018-7ADA48F77605}"/>
              </a:ext>
            </a:extLst>
          </p:cNvPr>
          <p:cNvSpPr>
            <a:spLocks noGrp="1"/>
          </p:cNvSpPr>
          <p:nvPr>
            <p:ph type="body" orient="vert" idx="1"/>
          </p:nvPr>
        </p:nvSpPr>
        <p:spPr>
          <a:xfrm>
            <a:off x="838200" y="1825625"/>
            <a:ext cx="10515600" cy="4351338"/>
          </a:xfrm>
          <a:prstGeom prst="rect">
            <a:avLst/>
          </a:prstGeo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4" name="Marcador de fecha 3">
            <a:extLst>
              <a:ext uri="{FF2B5EF4-FFF2-40B4-BE49-F238E27FC236}">
                <a16:creationId xmlns:a16="http://schemas.microsoft.com/office/drawing/2014/main" id="{3B60209D-6A96-D5AD-DB70-19CFC7B5F6A0}"/>
              </a:ext>
            </a:extLst>
          </p:cNvPr>
          <p:cNvSpPr>
            <a:spLocks noGrp="1"/>
          </p:cNvSpPr>
          <p:nvPr>
            <p:ph type="dt" sz="half" idx="10"/>
          </p:nvPr>
        </p:nvSpPr>
        <p:spPr/>
        <p:txBody>
          <a:bodyPr/>
          <a:lstStyle/>
          <a:p>
            <a:endParaRPr lang="es-ES_tradnl"/>
          </a:p>
        </p:txBody>
      </p:sp>
      <p:sp>
        <p:nvSpPr>
          <p:cNvPr id="5" name="Marcador de pie de página 4">
            <a:extLst>
              <a:ext uri="{FF2B5EF4-FFF2-40B4-BE49-F238E27FC236}">
                <a16:creationId xmlns:a16="http://schemas.microsoft.com/office/drawing/2014/main" id="{67A24481-D196-6038-DDA5-467865C9320C}"/>
              </a:ext>
            </a:extLst>
          </p:cNvPr>
          <p:cNvSpPr>
            <a:spLocks noGrp="1"/>
          </p:cNvSpPr>
          <p:nvPr>
            <p:ph type="ftr" sz="quarter" idx="11"/>
          </p:nvPr>
        </p:nvSpPr>
        <p:spPr>
          <a:xfrm>
            <a:off x="4038600" y="6356350"/>
            <a:ext cx="4114800" cy="365125"/>
          </a:xfrm>
          <a:prstGeom prst="rect">
            <a:avLst/>
          </a:prstGeom>
        </p:spPr>
        <p:txBody>
          <a:bodyPr/>
          <a:lstStyle/>
          <a:p>
            <a:endParaRPr lang="es-ES_tradnl"/>
          </a:p>
        </p:txBody>
      </p:sp>
      <p:sp>
        <p:nvSpPr>
          <p:cNvPr id="6" name="Marcador de número de diapositiva 5">
            <a:extLst>
              <a:ext uri="{FF2B5EF4-FFF2-40B4-BE49-F238E27FC236}">
                <a16:creationId xmlns:a16="http://schemas.microsoft.com/office/drawing/2014/main" id="{3DAB0967-B148-5A40-C2FE-948953F9CB47}"/>
              </a:ext>
            </a:extLst>
          </p:cNvPr>
          <p:cNvSpPr>
            <a:spLocks noGrp="1"/>
          </p:cNvSpPr>
          <p:nvPr>
            <p:ph type="sldNum" sz="quarter" idx="12"/>
          </p:nvPr>
        </p:nvSpPr>
        <p:spPr/>
        <p:txBody>
          <a:bodyPr/>
          <a:lstStyle/>
          <a:p>
            <a:fld id="{B75BC28E-972B-EC47-BE79-29D89D46B9CA}" type="slidenum">
              <a:rPr lang="es-ES_tradnl" smtClean="0"/>
              <a:t>‹Nº›</a:t>
            </a:fld>
            <a:endParaRPr lang="es-ES_tradnl"/>
          </a:p>
        </p:txBody>
      </p:sp>
    </p:spTree>
    <p:extLst>
      <p:ext uri="{BB962C8B-B14F-4D97-AF65-F5344CB8AC3E}">
        <p14:creationId xmlns:p14="http://schemas.microsoft.com/office/powerpoint/2010/main" val="3162852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3B6D25FA-DE20-8CBC-B8A2-3DBEC67C857F}"/>
              </a:ext>
            </a:extLst>
          </p:cNvPr>
          <p:cNvSpPr>
            <a:spLocks noGrp="1"/>
          </p:cNvSpPr>
          <p:nvPr>
            <p:ph type="title" orient="vert"/>
          </p:nvPr>
        </p:nvSpPr>
        <p:spPr>
          <a:xfrm>
            <a:off x="8724900" y="365125"/>
            <a:ext cx="2628900" cy="5811838"/>
          </a:xfrm>
          <a:prstGeom prst="rect">
            <a:avLst/>
          </a:prstGeom>
        </p:spPr>
        <p:txBody>
          <a:bodyPr vert="eaVert"/>
          <a:lstStyle/>
          <a:p>
            <a:r>
              <a:rPr lang="es-ES"/>
              <a:t>Haga clic para modificar el estilo de título del patrón</a:t>
            </a:r>
            <a:endParaRPr lang="es-ES_tradnl"/>
          </a:p>
        </p:txBody>
      </p:sp>
      <p:sp>
        <p:nvSpPr>
          <p:cNvPr id="3" name="Marcador de texto vertical 2">
            <a:extLst>
              <a:ext uri="{FF2B5EF4-FFF2-40B4-BE49-F238E27FC236}">
                <a16:creationId xmlns:a16="http://schemas.microsoft.com/office/drawing/2014/main" id="{7FE2ADFC-16AB-5F3F-EE19-E4C3B01930A9}"/>
              </a:ext>
            </a:extLst>
          </p:cNvPr>
          <p:cNvSpPr>
            <a:spLocks noGrp="1"/>
          </p:cNvSpPr>
          <p:nvPr>
            <p:ph type="body" orient="vert" idx="1"/>
          </p:nvPr>
        </p:nvSpPr>
        <p:spPr>
          <a:xfrm>
            <a:off x="838200" y="365125"/>
            <a:ext cx="7734300" cy="5811838"/>
          </a:xfrm>
          <a:prstGeom prst="rect">
            <a:avLst/>
          </a:prstGeo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4" name="Marcador de fecha 3">
            <a:extLst>
              <a:ext uri="{FF2B5EF4-FFF2-40B4-BE49-F238E27FC236}">
                <a16:creationId xmlns:a16="http://schemas.microsoft.com/office/drawing/2014/main" id="{F34E3FEE-B384-95DE-190A-525CF5839BA4}"/>
              </a:ext>
            </a:extLst>
          </p:cNvPr>
          <p:cNvSpPr>
            <a:spLocks noGrp="1"/>
          </p:cNvSpPr>
          <p:nvPr>
            <p:ph type="dt" sz="half" idx="10"/>
          </p:nvPr>
        </p:nvSpPr>
        <p:spPr/>
        <p:txBody>
          <a:bodyPr/>
          <a:lstStyle/>
          <a:p>
            <a:endParaRPr lang="es-ES_tradnl"/>
          </a:p>
        </p:txBody>
      </p:sp>
      <p:sp>
        <p:nvSpPr>
          <p:cNvPr id="5" name="Marcador de pie de página 4">
            <a:extLst>
              <a:ext uri="{FF2B5EF4-FFF2-40B4-BE49-F238E27FC236}">
                <a16:creationId xmlns:a16="http://schemas.microsoft.com/office/drawing/2014/main" id="{BD8BAD7B-2762-B648-23C6-961ACAC0190D}"/>
              </a:ext>
            </a:extLst>
          </p:cNvPr>
          <p:cNvSpPr>
            <a:spLocks noGrp="1"/>
          </p:cNvSpPr>
          <p:nvPr>
            <p:ph type="ftr" sz="quarter" idx="11"/>
          </p:nvPr>
        </p:nvSpPr>
        <p:spPr>
          <a:xfrm>
            <a:off x="4038600" y="6356350"/>
            <a:ext cx="4114800" cy="365125"/>
          </a:xfrm>
          <a:prstGeom prst="rect">
            <a:avLst/>
          </a:prstGeom>
        </p:spPr>
        <p:txBody>
          <a:bodyPr/>
          <a:lstStyle/>
          <a:p>
            <a:endParaRPr lang="es-ES_tradnl"/>
          </a:p>
        </p:txBody>
      </p:sp>
      <p:sp>
        <p:nvSpPr>
          <p:cNvPr id="6" name="Marcador de número de diapositiva 5">
            <a:extLst>
              <a:ext uri="{FF2B5EF4-FFF2-40B4-BE49-F238E27FC236}">
                <a16:creationId xmlns:a16="http://schemas.microsoft.com/office/drawing/2014/main" id="{12F3DCFA-A305-6EFF-5FE2-63984289891A}"/>
              </a:ext>
            </a:extLst>
          </p:cNvPr>
          <p:cNvSpPr>
            <a:spLocks noGrp="1"/>
          </p:cNvSpPr>
          <p:nvPr>
            <p:ph type="sldNum" sz="quarter" idx="12"/>
          </p:nvPr>
        </p:nvSpPr>
        <p:spPr/>
        <p:txBody>
          <a:bodyPr/>
          <a:lstStyle/>
          <a:p>
            <a:fld id="{B75BC28E-972B-EC47-BE79-29D89D46B9CA}" type="slidenum">
              <a:rPr lang="es-ES_tradnl" smtClean="0"/>
              <a:t>‹Nº›</a:t>
            </a:fld>
            <a:endParaRPr lang="es-ES_tradnl"/>
          </a:p>
        </p:txBody>
      </p:sp>
    </p:spTree>
    <p:extLst>
      <p:ext uri="{BB962C8B-B14F-4D97-AF65-F5344CB8AC3E}">
        <p14:creationId xmlns:p14="http://schemas.microsoft.com/office/powerpoint/2010/main" val="3795559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ítulo y texto vertical">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83EBDEE6-9A65-5958-9B72-69573BB11997}"/>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51798379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Título vertical y texto">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804A25DE-FE2C-19A5-BC43-06879C3D286B}"/>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8971328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Marcador de fecha 3">
            <a:extLst>
              <a:ext uri="{FF2B5EF4-FFF2-40B4-BE49-F238E27FC236}">
                <a16:creationId xmlns:a16="http://schemas.microsoft.com/office/drawing/2014/main" id="{49FBF7CB-67CE-1FE2-01FA-F80ACB649DF3}"/>
              </a:ext>
            </a:extLst>
          </p:cNvPr>
          <p:cNvSpPr>
            <a:spLocks noGrp="1"/>
          </p:cNvSpPr>
          <p:nvPr>
            <p:ph type="dt" sz="half" idx="2"/>
          </p:nvPr>
        </p:nvSpPr>
        <p:spPr>
          <a:xfrm>
            <a:off x="9277120" y="6389401"/>
            <a:ext cx="2743200" cy="365125"/>
          </a:xfrm>
          <a:prstGeom prst="rect">
            <a:avLst/>
          </a:prstGeom>
        </p:spPr>
        <p:txBody>
          <a:bodyPr vert="horz" lIns="91440" tIns="45720" rIns="91440" bIns="45720" rtlCol="0" anchor="ctr"/>
          <a:lstStyle>
            <a:lvl1pPr algn="r">
              <a:defRPr sz="1200" b="0">
                <a:solidFill>
                  <a:schemeClr val="tx1"/>
                </a:solidFill>
                <a:latin typeface="Source Sans Pro" panose="020F0502020204030204" pitchFamily="34" charset="0"/>
                <a:ea typeface="Source Sans Pro" panose="020F0502020204030204" pitchFamily="34" charset="0"/>
              </a:defRPr>
            </a:lvl1pPr>
          </a:lstStyle>
          <a:p>
            <a:endParaRPr lang="es-ES_tradnl" dirty="0"/>
          </a:p>
        </p:txBody>
      </p:sp>
      <p:sp>
        <p:nvSpPr>
          <p:cNvPr id="6" name="Marcador de número de diapositiva 5">
            <a:extLst>
              <a:ext uri="{FF2B5EF4-FFF2-40B4-BE49-F238E27FC236}">
                <a16:creationId xmlns:a16="http://schemas.microsoft.com/office/drawing/2014/main" id="{53F08964-0D54-C0E7-D45C-4BEC232DA361}"/>
              </a:ext>
            </a:extLst>
          </p:cNvPr>
          <p:cNvSpPr>
            <a:spLocks noGrp="1"/>
          </p:cNvSpPr>
          <p:nvPr>
            <p:ph type="sldNum" sz="quarter" idx="4"/>
          </p:nvPr>
        </p:nvSpPr>
        <p:spPr>
          <a:xfrm>
            <a:off x="39477" y="2368627"/>
            <a:ext cx="445265" cy="440673"/>
          </a:xfrm>
          <a:prstGeom prst="rect">
            <a:avLst/>
          </a:prstGeom>
        </p:spPr>
        <p:txBody>
          <a:bodyPr vert="horz" lIns="91440" tIns="45720" rIns="91440" bIns="45720" rtlCol="0" anchor="ctr"/>
          <a:lstStyle>
            <a:lvl1pPr algn="ctr">
              <a:defRPr sz="1600" b="1">
                <a:solidFill>
                  <a:schemeClr val="tx1"/>
                </a:solidFill>
                <a:latin typeface="Source Sans Pro" panose="020B0503030403020204" pitchFamily="34" charset="0"/>
                <a:ea typeface="Source Sans Pro" panose="020B0503030403020204" pitchFamily="34" charset="0"/>
              </a:defRPr>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26648639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4.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8.emf"/><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image" Target="../media/image19.jp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image" Target="../media/image20.jp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image" Target="../media/image20.jp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2" Type="http://schemas.openxmlformats.org/officeDocument/2006/relationships/image" Target="../media/image19.jp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EEC8874D-15CC-1026-FA69-0708366A801D}"/>
              </a:ext>
            </a:extLst>
          </p:cNvPr>
          <p:cNvSpPr txBox="1"/>
          <p:nvPr/>
        </p:nvSpPr>
        <p:spPr>
          <a:xfrm>
            <a:off x="4065599" y="1628078"/>
            <a:ext cx="6639571" cy="2123658"/>
          </a:xfrm>
          <a:prstGeom prst="rect">
            <a:avLst/>
          </a:prstGeom>
          <a:noFill/>
        </p:spPr>
        <p:txBody>
          <a:bodyPr wrap="square" rtlCol="0">
            <a:spAutoFit/>
          </a:bodyPr>
          <a:lstStyle/>
          <a:p>
            <a:r>
              <a:rPr lang="es-ES_tradnl" sz="4400" b="1" dirty="0" err="1">
                <a:latin typeface="Source Sans Pro" panose="020B0503030403020204" pitchFamily="34" charset="0"/>
                <a:ea typeface="Source Sans Pro" panose="020B0503030403020204" pitchFamily="34" charset="0"/>
              </a:rPr>
              <a:t>Sensitivity</a:t>
            </a:r>
            <a:r>
              <a:rPr lang="es-ES_tradnl" sz="4400" b="1" dirty="0">
                <a:latin typeface="Source Sans Pro" panose="020B0503030403020204" pitchFamily="34" charset="0"/>
                <a:ea typeface="Source Sans Pro" panose="020B0503030403020204" pitchFamily="34" charset="0"/>
              </a:rPr>
              <a:t> </a:t>
            </a:r>
            <a:r>
              <a:rPr lang="es-ES_tradnl" sz="4400" b="1" dirty="0" err="1">
                <a:latin typeface="Source Sans Pro" panose="020B0503030403020204" pitchFamily="34" charset="0"/>
                <a:ea typeface="Source Sans Pro" panose="020B0503030403020204" pitchFamily="34" charset="0"/>
              </a:rPr>
              <a:t>Analysis</a:t>
            </a:r>
            <a:r>
              <a:rPr lang="es-ES_tradnl" sz="4400" b="1" dirty="0">
                <a:latin typeface="Source Sans Pro" panose="020B0503030403020204" pitchFamily="34" charset="0"/>
                <a:ea typeface="Source Sans Pro" panose="020B0503030403020204" pitchFamily="34" charset="0"/>
              </a:rPr>
              <a:t> </a:t>
            </a:r>
            <a:br>
              <a:rPr lang="es-ES_tradnl" sz="4400" b="1" dirty="0">
                <a:latin typeface="Source Sans Pro" panose="020B0503030403020204" pitchFamily="34" charset="0"/>
                <a:ea typeface="Source Sans Pro" panose="020B0503030403020204" pitchFamily="34" charset="0"/>
              </a:rPr>
            </a:br>
            <a:r>
              <a:rPr lang="es-ES_tradnl" sz="4400" b="1" dirty="0">
                <a:latin typeface="Source Sans Pro" panose="020B0503030403020204" pitchFamily="34" charset="0"/>
                <a:ea typeface="Source Sans Pro" panose="020B0503030403020204" pitchFamily="34" charset="0"/>
              </a:rPr>
              <a:t>and </a:t>
            </a:r>
            <a:r>
              <a:rPr lang="es-ES_tradnl" sz="4400" b="1" dirty="0" err="1">
                <a:latin typeface="Source Sans Pro" panose="020B0503030403020204" pitchFamily="34" charset="0"/>
                <a:ea typeface="Source Sans Pro" panose="020B0503030403020204" pitchFamily="34" charset="0"/>
              </a:rPr>
              <a:t>Surrogate</a:t>
            </a:r>
            <a:r>
              <a:rPr lang="es-ES_tradnl" sz="4400" b="1" dirty="0">
                <a:latin typeface="Source Sans Pro" panose="020B0503030403020204" pitchFamily="34" charset="0"/>
                <a:ea typeface="Source Sans Pro" panose="020B0503030403020204" pitchFamily="34" charset="0"/>
              </a:rPr>
              <a:t> </a:t>
            </a:r>
            <a:r>
              <a:rPr lang="es-ES_tradnl" sz="4400" b="1" dirty="0" err="1">
                <a:latin typeface="Source Sans Pro" panose="020B0503030403020204" pitchFamily="34" charset="0"/>
                <a:ea typeface="Source Sans Pro" panose="020B0503030403020204" pitchFamily="34" charset="0"/>
              </a:rPr>
              <a:t>Modeling</a:t>
            </a:r>
            <a:r>
              <a:rPr lang="es-ES_tradnl" sz="4400" b="1" dirty="0">
                <a:latin typeface="Source Sans Pro" panose="020B0503030403020204" pitchFamily="34" charset="0"/>
                <a:ea typeface="Source Sans Pro" panose="020B0503030403020204" pitchFamily="34" charset="0"/>
              </a:rPr>
              <a:t> </a:t>
            </a:r>
            <a:r>
              <a:rPr lang="es-ES_tradnl" sz="4400" b="1" dirty="0" err="1">
                <a:latin typeface="Source Sans Pro" panose="020B0503030403020204" pitchFamily="34" charset="0"/>
                <a:ea typeface="Source Sans Pro" panose="020B0503030403020204" pitchFamily="34" charset="0"/>
              </a:rPr>
              <a:t>of</a:t>
            </a:r>
            <a:r>
              <a:rPr lang="es-ES_tradnl" sz="4400" b="1" dirty="0">
                <a:latin typeface="Source Sans Pro" panose="020B0503030403020204" pitchFamily="34" charset="0"/>
                <a:ea typeface="Source Sans Pro" panose="020B0503030403020204" pitchFamily="34" charset="0"/>
              </a:rPr>
              <a:t> PEM Fuel </a:t>
            </a:r>
            <a:r>
              <a:rPr lang="es-ES_tradnl" sz="4400" b="1" dirty="0" err="1">
                <a:latin typeface="Source Sans Pro" panose="020B0503030403020204" pitchFamily="34" charset="0"/>
                <a:ea typeface="Source Sans Pro" panose="020B0503030403020204" pitchFamily="34" charset="0"/>
              </a:rPr>
              <a:t>Cells</a:t>
            </a:r>
            <a:endParaRPr lang="es-ES_tradnl" sz="4400" b="1" dirty="0">
              <a:latin typeface="Source Sans Pro" panose="020B0503030403020204" pitchFamily="34" charset="0"/>
              <a:ea typeface="Source Sans Pro" panose="020B0503030403020204" pitchFamily="34" charset="0"/>
            </a:endParaRPr>
          </a:p>
        </p:txBody>
      </p:sp>
      <p:cxnSp>
        <p:nvCxnSpPr>
          <p:cNvPr id="7" name="Conector recto 6">
            <a:extLst>
              <a:ext uri="{FF2B5EF4-FFF2-40B4-BE49-F238E27FC236}">
                <a16:creationId xmlns:a16="http://schemas.microsoft.com/office/drawing/2014/main" id="{AC770326-B1ED-B283-8A49-958B4107E2E9}"/>
              </a:ext>
            </a:extLst>
          </p:cNvPr>
          <p:cNvCxnSpPr>
            <a:cxnSpLocks/>
          </p:cNvCxnSpPr>
          <p:nvPr/>
        </p:nvCxnSpPr>
        <p:spPr>
          <a:xfrm>
            <a:off x="4181707" y="4059044"/>
            <a:ext cx="0" cy="1161472"/>
          </a:xfrm>
          <a:prstGeom prst="line">
            <a:avLst/>
          </a:prstGeom>
          <a:ln w="28575">
            <a:solidFill>
              <a:srgbClr val="8879F5"/>
            </a:solidFill>
          </a:ln>
        </p:spPr>
        <p:style>
          <a:lnRef idx="2">
            <a:schemeClr val="accent1"/>
          </a:lnRef>
          <a:fillRef idx="0">
            <a:schemeClr val="accent1"/>
          </a:fillRef>
          <a:effectRef idx="1">
            <a:schemeClr val="accent1"/>
          </a:effectRef>
          <a:fontRef idx="minor">
            <a:schemeClr val="tx1"/>
          </a:fontRef>
        </p:style>
      </p:cxnSp>
      <p:sp>
        <p:nvSpPr>
          <p:cNvPr id="9" name="CuadroTexto 8">
            <a:extLst>
              <a:ext uri="{FF2B5EF4-FFF2-40B4-BE49-F238E27FC236}">
                <a16:creationId xmlns:a16="http://schemas.microsoft.com/office/drawing/2014/main" id="{A824276F-1589-0A46-13C0-7944BDBFEF23}"/>
              </a:ext>
            </a:extLst>
          </p:cNvPr>
          <p:cNvSpPr txBox="1"/>
          <p:nvPr/>
        </p:nvSpPr>
        <p:spPr>
          <a:xfrm>
            <a:off x="4404732" y="4059044"/>
            <a:ext cx="4527395" cy="1161472"/>
          </a:xfrm>
          <a:prstGeom prst="rect">
            <a:avLst/>
          </a:prstGeom>
          <a:noFill/>
        </p:spPr>
        <p:txBody>
          <a:bodyPr wrap="square" rtlCol="0">
            <a:spAutoFit/>
          </a:bodyPr>
          <a:lstStyle/>
          <a:p>
            <a:r>
              <a:rPr lang="es-ES_tradnl" sz="1600" b="1" dirty="0" err="1">
                <a:latin typeface="Source Sans Pro SemiBold" panose="020B0503030403020204" pitchFamily="34" charset="0"/>
                <a:ea typeface="Source Sans Pro SemiBold" panose="020B0503030403020204" pitchFamily="34" charset="0"/>
              </a:rPr>
              <a:t>Dejvis</a:t>
            </a:r>
            <a:r>
              <a:rPr lang="es-ES_tradnl" sz="1600" b="1" dirty="0">
                <a:latin typeface="Source Sans Pro SemiBold" panose="020B0503030403020204" pitchFamily="34" charset="0"/>
                <a:ea typeface="Source Sans Pro SemiBold" panose="020B0503030403020204" pitchFamily="34" charset="0"/>
              </a:rPr>
              <a:t> </a:t>
            </a:r>
            <a:r>
              <a:rPr lang="es-ES_tradnl" sz="1600" b="1" dirty="0" err="1">
                <a:latin typeface="Source Sans Pro SemiBold" panose="020B0503030403020204" pitchFamily="34" charset="0"/>
                <a:ea typeface="Source Sans Pro SemiBold" panose="020B0503030403020204" pitchFamily="34" charset="0"/>
              </a:rPr>
              <a:t>Toptani</a:t>
            </a:r>
            <a:endParaRPr lang="es-ES_tradnl" sz="1600" b="1" dirty="0">
              <a:latin typeface="Source Sans Pro SemiBold" panose="020B0503030403020204" pitchFamily="34" charset="0"/>
              <a:ea typeface="Source Sans Pro SemiBold" panose="020B0503030403020204" pitchFamily="34" charset="0"/>
            </a:endParaRPr>
          </a:p>
          <a:p>
            <a:r>
              <a:rPr lang="es-ES_tradnl" sz="1600" b="1" dirty="0" err="1">
                <a:latin typeface="Source Sans Pro SemiBold" panose="020B0503030403020204" pitchFamily="34" charset="0"/>
                <a:ea typeface="Source Sans Pro SemiBold" panose="020B0503030403020204" pitchFamily="34" charset="0"/>
              </a:rPr>
              <a:t>Nathaly</a:t>
            </a:r>
            <a:r>
              <a:rPr lang="es-ES_tradnl" sz="1600" b="1" dirty="0">
                <a:latin typeface="Source Sans Pro SemiBold" panose="020B0503030403020204" pitchFamily="34" charset="0"/>
                <a:ea typeface="Source Sans Pro SemiBold" panose="020B0503030403020204" pitchFamily="34" charset="0"/>
              </a:rPr>
              <a:t> Vergel Serrano</a:t>
            </a:r>
          </a:p>
          <a:p>
            <a:r>
              <a:rPr lang="es-ES_tradnl" sz="1600" b="1" dirty="0">
                <a:latin typeface="Source Sans Pro SemiBold" panose="020B0503030403020204" pitchFamily="34" charset="0"/>
                <a:ea typeface="Source Sans Pro SemiBold" panose="020B0503030403020204" pitchFamily="34" charset="0"/>
              </a:rPr>
              <a:t>Camila Bermudez Valderrama</a:t>
            </a:r>
          </a:p>
          <a:p>
            <a:pPr>
              <a:lnSpc>
                <a:spcPct val="150000"/>
              </a:lnSpc>
            </a:pPr>
            <a:r>
              <a:rPr lang="es-ES_tradnl" sz="1600" dirty="0">
                <a:latin typeface="Source Sans Pro" panose="020B0503030403020204" pitchFamily="34" charset="0"/>
                <a:ea typeface="Source Sans Pro" panose="020B0503030403020204" pitchFamily="34" charset="0"/>
              </a:rPr>
              <a:t>August 1st, 2025</a:t>
            </a:r>
          </a:p>
        </p:txBody>
      </p:sp>
    </p:spTree>
    <p:extLst>
      <p:ext uri="{BB962C8B-B14F-4D97-AF65-F5344CB8AC3E}">
        <p14:creationId xmlns:p14="http://schemas.microsoft.com/office/powerpoint/2010/main" val="395554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392E0E82-DF6C-0E1E-EE06-896853A0EEF1}"/>
              </a:ext>
            </a:extLst>
          </p:cNvPr>
          <p:cNvSpPr txBox="1"/>
          <p:nvPr/>
        </p:nvSpPr>
        <p:spPr>
          <a:xfrm>
            <a:off x="965561" y="256478"/>
            <a:ext cx="2179084" cy="707886"/>
          </a:xfrm>
          <a:prstGeom prst="rect">
            <a:avLst/>
          </a:prstGeom>
          <a:noFill/>
        </p:spPr>
        <p:txBody>
          <a:bodyPr wrap="square" rtlCol="0">
            <a:spAutoFit/>
          </a:bodyPr>
          <a:lstStyle/>
          <a:p>
            <a:r>
              <a:rPr lang="es-ES_tradnl" sz="4000" b="1" dirty="0" err="1">
                <a:latin typeface="Source Sans Pro SemiBold" panose="020B0503030403020204" pitchFamily="34" charset="0"/>
                <a:ea typeface="Source Sans Pro SemiBold" panose="020B0503030403020204" pitchFamily="34" charset="0"/>
              </a:rPr>
              <a:t>Outline</a:t>
            </a:r>
            <a:endParaRPr lang="es-ES_tradnl" sz="4000" b="1" dirty="0">
              <a:latin typeface="Source Sans Pro SemiBold" panose="020B0503030403020204" pitchFamily="34" charset="0"/>
              <a:ea typeface="Source Sans Pro SemiBold" panose="020B0503030403020204" pitchFamily="34" charset="0"/>
            </a:endParaRPr>
          </a:p>
        </p:txBody>
      </p:sp>
      <p:sp>
        <p:nvSpPr>
          <p:cNvPr id="5" name="CuadroTexto 4">
            <a:extLst>
              <a:ext uri="{FF2B5EF4-FFF2-40B4-BE49-F238E27FC236}">
                <a16:creationId xmlns:a16="http://schemas.microsoft.com/office/drawing/2014/main" id="{D897CCB1-0C1B-9746-EE43-81B7532CDAAF}"/>
              </a:ext>
            </a:extLst>
          </p:cNvPr>
          <p:cNvSpPr txBox="1"/>
          <p:nvPr/>
        </p:nvSpPr>
        <p:spPr>
          <a:xfrm>
            <a:off x="3367669" y="1119670"/>
            <a:ext cx="8824331" cy="4161460"/>
          </a:xfrm>
          <a:prstGeom prst="rect">
            <a:avLst/>
          </a:prstGeom>
          <a:noFill/>
        </p:spPr>
        <p:txBody>
          <a:bodyPr wrap="square" rtlCol="0">
            <a:spAutoFit/>
          </a:bodyPr>
          <a:lstStyle/>
          <a:p>
            <a:pPr>
              <a:lnSpc>
                <a:spcPct val="150000"/>
              </a:lnSpc>
            </a:pPr>
            <a:r>
              <a:rPr lang="es-ES_tradnl" sz="3600" b="1" dirty="0">
                <a:solidFill>
                  <a:srgbClr val="8879F5"/>
                </a:solidFill>
              </a:rPr>
              <a:t>1. </a:t>
            </a:r>
            <a:r>
              <a:rPr lang="es-CO" sz="3600" dirty="0" err="1"/>
              <a:t>Introduction</a:t>
            </a:r>
            <a:r>
              <a:rPr lang="es-CO" sz="3600" dirty="0"/>
              <a:t> and </a:t>
            </a:r>
            <a:r>
              <a:rPr lang="es-CO" sz="3600" dirty="0" err="1"/>
              <a:t>motivation</a:t>
            </a:r>
            <a:r>
              <a:rPr lang="es-CO" sz="3600" b="1" dirty="0">
                <a:solidFill>
                  <a:srgbClr val="FF0000"/>
                </a:solidFill>
              </a:rPr>
              <a:t> -&gt;&gt;&gt; (</a:t>
            </a:r>
            <a:r>
              <a:rPr lang="es-CO" sz="3600" b="1" dirty="0" err="1">
                <a:solidFill>
                  <a:srgbClr val="FF0000"/>
                </a:solidFill>
              </a:rPr>
              <a:t>text</a:t>
            </a:r>
            <a:r>
              <a:rPr lang="es-CO" sz="3600" b="1" dirty="0">
                <a:solidFill>
                  <a:srgbClr val="FF0000"/>
                </a:solidFill>
              </a:rPr>
              <a:t>)</a:t>
            </a:r>
            <a:endParaRPr lang="es-ES_tradnl" sz="3600" b="1" dirty="0">
              <a:solidFill>
                <a:srgbClr val="FF0000"/>
              </a:solidFill>
            </a:endParaRPr>
          </a:p>
          <a:p>
            <a:pPr>
              <a:lnSpc>
                <a:spcPct val="150000"/>
              </a:lnSpc>
            </a:pPr>
            <a:r>
              <a:rPr lang="es-ES_tradnl" sz="3600" b="1" dirty="0">
                <a:solidFill>
                  <a:srgbClr val="8879F5"/>
                </a:solidFill>
              </a:rPr>
              <a:t>2. </a:t>
            </a:r>
            <a:r>
              <a:rPr lang="es-CO" sz="3600" dirty="0">
                <a:effectLst/>
              </a:rPr>
              <a:t>Interpretable Regional Descriptors (IRD)</a:t>
            </a:r>
            <a:endParaRPr lang="es-ES_tradnl" sz="3600" dirty="0"/>
          </a:p>
          <a:p>
            <a:pPr>
              <a:lnSpc>
                <a:spcPct val="150000"/>
              </a:lnSpc>
            </a:pPr>
            <a:r>
              <a:rPr lang="es-ES_tradnl" sz="3600" b="1" dirty="0">
                <a:solidFill>
                  <a:srgbClr val="8879F5"/>
                </a:solidFill>
              </a:rPr>
              <a:t>3. </a:t>
            </a:r>
            <a:r>
              <a:rPr lang="es-CO" sz="3600" dirty="0" err="1">
                <a:effectLst/>
              </a:rPr>
              <a:t>Sensitivity</a:t>
            </a:r>
            <a:r>
              <a:rPr lang="es-CO" sz="3600" dirty="0">
                <a:effectLst/>
              </a:rPr>
              <a:t> </a:t>
            </a:r>
            <a:r>
              <a:rPr lang="es-CO" sz="3600" dirty="0" err="1">
                <a:effectLst/>
              </a:rPr>
              <a:t>analysis</a:t>
            </a:r>
            <a:endParaRPr lang="es-ES_tradnl" sz="3600" dirty="0"/>
          </a:p>
          <a:p>
            <a:pPr>
              <a:lnSpc>
                <a:spcPct val="150000"/>
              </a:lnSpc>
            </a:pPr>
            <a:r>
              <a:rPr lang="es-ES_tradnl" sz="3600" b="1" dirty="0">
                <a:solidFill>
                  <a:srgbClr val="8879F5"/>
                </a:solidFill>
              </a:rPr>
              <a:t>4. </a:t>
            </a:r>
            <a:r>
              <a:rPr lang="es-CO" sz="3600" dirty="0" err="1">
                <a:effectLst/>
              </a:rPr>
              <a:t>Surrogate</a:t>
            </a:r>
            <a:r>
              <a:rPr lang="es-CO" sz="3600" dirty="0">
                <a:effectLst/>
              </a:rPr>
              <a:t> </a:t>
            </a:r>
            <a:r>
              <a:rPr lang="es-CO" sz="3600" dirty="0" err="1">
                <a:effectLst/>
              </a:rPr>
              <a:t>model</a:t>
            </a:r>
            <a:r>
              <a:rPr lang="es-CO" sz="3600" dirty="0">
                <a:effectLst/>
              </a:rPr>
              <a:t> </a:t>
            </a:r>
            <a:r>
              <a:rPr lang="es-CO" sz="2800" b="1" dirty="0">
                <a:solidFill>
                  <a:srgbClr val="FF0000"/>
                </a:solidFill>
                <a:effectLst/>
              </a:rPr>
              <a:t>-&gt;&gt;&gt;</a:t>
            </a:r>
            <a:r>
              <a:rPr lang="es-CO" sz="2800" b="1" dirty="0" err="1">
                <a:solidFill>
                  <a:srgbClr val="FF0000"/>
                </a:solidFill>
                <a:effectLst/>
              </a:rPr>
              <a:t>Using</a:t>
            </a:r>
            <a:r>
              <a:rPr lang="es-CO" sz="2800" b="1" dirty="0">
                <a:solidFill>
                  <a:srgbClr val="FF0000"/>
                </a:solidFill>
                <a:effectLst/>
              </a:rPr>
              <a:t> </a:t>
            </a:r>
            <a:r>
              <a:rPr lang="es-CO" sz="2800" b="1" dirty="0" err="1">
                <a:solidFill>
                  <a:srgbClr val="FF0000"/>
                </a:solidFill>
                <a:effectLst/>
              </a:rPr>
              <a:t>symbolic</a:t>
            </a:r>
            <a:r>
              <a:rPr lang="es-CO" sz="2800" b="1" dirty="0">
                <a:solidFill>
                  <a:srgbClr val="FF0000"/>
                </a:solidFill>
                <a:effectLst/>
              </a:rPr>
              <a:t> </a:t>
            </a:r>
            <a:r>
              <a:rPr lang="es-CO" sz="2800" b="1" dirty="0" err="1">
                <a:solidFill>
                  <a:srgbClr val="FF0000"/>
                </a:solidFill>
                <a:effectLst/>
              </a:rPr>
              <a:t>regression</a:t>
            </a:r>
            <a:endParaRPr lang="es-ES_tradnl" sz="3600" b="1" dirty="0">
              <a:solidFill>
                <a:srgbClr val="FF0000"/>
              </a:solidFill>
            </a:endParaRPr>
          </a:p>
          <a:p>
            <a:pPr>
              <a:lnSpc>
                <a:spcPct val="150000"/>
              </a:lnSpc>
            </a:pPr>
            <a:r>
              <a:rPr lang="es-ES_tradnl" sz="3600" b="1" dirty="0">
                <a:solidFill>
                  <a:srgbClr val="8879F5"/>
                </a:solidFill>
              </a:rPr>
              <a:t>5. </a:t>
            </a:r>
            <a:r>
              <a:rPr lang="es-CO" sz="3600" dirty="0" err="1"/>
              <a:t>C</a:t>
            </a:r>
            <a:r>
              <a:rPr lang="es-CO" sz="3600" dirty="0" err="1">
                <a:effectLst/>
              </a:rPr>
              <a:t>onclusions</a:t>
            </a:r>
            <a:r>
              <a:rPr lang="es-CO" sz="3600" dirty="0">
                <a:effectLst/>
              </a:rPr>
              <a:t> and future </a:t>
            </a:r>
            <a:r>
              <a:rPr lang="es-CO" sz="3600" dirty="0" err="1">
                <a:effectLst/>
              </a:rPr>
              <a:t>work</a:t>
            </a:r>
            <a:endParaRPr lang="es-ES_tradnl" sz="3600" dirty="0"/>
          </a:p>
        </p:txBody>
      </p:sp>
      <p:cxnSp>
        <p:nvCxnSpPr>
          <p:cNvPr id="8" name="Conector recto 7">
            <a:extLst>
              <a:ext uri="{FF2B5EF4-FFF2-40B4-BE49-F238E27FC236}">
                <a16:creationId xmlns:a16="http://schemas.microsoft.com/office/drawing/2014/main" id="{021F7B6F-990D-9999-558D-A5A44F694F16}"/>
              </a:ext>
            </a:extLst>
          </p:cNvPr>
          <p:cNvCxnSpPr/>
          <p:nvPr/>
        </p:nvCxnSpPr>
        <p:spPr>
          <a:xfrm>
            <a:off x="3367668" y="1996068"/>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id="{17384F6B-E36C-F85B-3E28-77E1C3B1C2EA}"/>
              </a:ext>
            </a:extLst>
          </p:cNvPr>
          <p:cNvCxnSpPr/>
          <p:nvPr/>
        </p:nvCxnSpPr>
        <p:spPr>
          <a:xfrm>
            <a:off x="3367668" y="2826834"/>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Conector recto 9">
            <a:extLst>
              <a:ext uri="{FF2B5EF4-FFF2-40B4-BE49-F238E27FC236}">
                <a16:creationId xmlns:a16="http://schemas.microsoft.com/office/drawing/2014/main" id="{5871B48B-EA7B-094D-32E0-C83DA3906365}"/>
              </a:ext>
            </a:extLst>
          </p:cNvPr>
          <p:cNvCxnSpPr/>
          <p:nvPr/>
        </p:nvCxnSpPr>
        <p:spPr>
          <a:xfrm>
            <a:off x="3367668" y="3657600"/>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Conector recto 10">
            <a:extLst>
              <a:ext uri="{FF2B5EF4-FFF2-40B4-BE49-F238E27FC236}">
                <a16:creationId xmlns:a16="http://schemas.microsoft.com/office/drawing/2014/main" id="{B3E70519-F011-BDF8-9B7A-308F1530CB52}"/>
              </a:ext>
            </a:extLst>
          </p:cNvPr>
          <p:cNvCxnSpPr/>
          <p:nvPr/>
        </p:nvCxnSpPr>
        <p:spPr>
          <a:xfrm>
            <a:off x="3367668" y="4488366"/>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Conector recto 11">
            <a:extLst>
              <a:ext uri="{FF2B5EF4-FFF2-40B4-BE49-F238E27FC236}">
                <a16:creationId xmlns:a16="http://schemas.microsoft.com/office/drawing/2014/main" id="{7464BC63-0894-2C89-64CE-115CD3C67031}"/>
              </a:ext>
            </a:extLst>
          </p:cNvPr>
          <p:cNvCxnSpPr/>
          <p:nvPr/>
        </p:nvCxnSpPr>
        <p:spPr>
          <a:xfrm>
            <a:off x="3367668" y="5319132"/>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sp>
        <p:nvSpPr>
          <p:cNvPr id="14" name="Marcador de número de diapositiva 14">
            <a:extLst>
              <a:ext uri="{FF2B5EF4-FFF2-40B4-BE49-F238E27FC236}">
                <a16:creationId xmlns:a16="http://schemas.microsoft.com/office/drawing/2014/main" id="{F5DE518E-7552-0DCA-DEFB-E57544564AB6}"/>
              </a:ext>
            </a:extLst>
          </p:cNvPr>
          <p:cNvSpPr>
            <a:spLocks noGrp="1"/>
          </p:cNvSpPr>
          <p:nvPr>
            <p:ph type="sldNum" sz="quarter" idx="12"/>
          </p:nvPr>
        </p:nvSpPr>
        <p:spPr>
          <a:xfrm>
            <a:off x="39477" y="2368627"/>
            <a:ext cx="445265" cy="440673"/>
          </a:xfrm>
        </p:spPr>
        <p:txBody>
          <a:bodyPr/>
          <a:lstStyle/>
          <a:p>
            <a:fld id="{B75BC28E-972B-EC47-BE79-29D89D46B9CA}" type="slidenum">
              <a:rPr lang="es-ES_tradnl" sz="1600" b="1" smtClean="0"/>
              <a:t>2</a:t>
            </a:fld>
            <a:endParaRPr lang="es-ES_tradnl" sz="1600" b="1" dirty="0"/>
          </a:p>
        </p:txBody>
      </p:sp>
    </p:spTree>
    <p:extLst>
      <p:ext uri="{BB962C8B-B14F-4D97-AF65-F5344CB8AC3E}">
        <p14:creationId xmlns:p14="http://schemas.microsoft.com/office/powerpoint/2010/main" val="39399279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9226A353-50C4-454F-8707-36ED5B10D29B}"/>
              </a:ext>
            </a:extLst>
          </p:cNvPr>
          <p:cNvSpPr txBox="1"/>
          <p:nvPr/>
        </p:nvSpPr>
        <p:spPr>
          <a:xfrm>
            <a:off x="1042273" y="2151728"/>
            <a:ext cx="10107454" cy="2554545"/>
          </a:xfrm>
          <a:prstGeom prst="rect">
            <a:avLst/>
          </a:prstGeom>
          <a:noFill/>
        </p:spPr>
        <p:txBody>
          <a:bodyPr wrap="square" rtlCol="0">
            <a:spAutoFit/>
          </a:bodyPr>
          <a:lstStyle>
            <a:defPPr>
              <a:defRPr lang="es-CO"/>
            </a:defPPr>
            <a:lvl1pPr algn="ctr">
              <a:defRPr sz="9600" i="1">
                <a:solidFill>
                  <a:schemeClr val="bg1"/>
                </a:solidFill>
                <a:latin typeface="Source Sans Pro Light" panose="020B0503030403020204" pitchFamily="34" charset="0"/>
                <a:ea typeface="Source Sans Pro Light" panose="020B0503030403020204" pitchFamily="34" charset="0"/>
              </a:defRPr>
            </a:lvl1pPr>
          </a:lstStyle>
          <a:p>
            <a:r>
              <a:rPr lang="es-ES_tradnl" sz="8000" dirty="0"/>
              <a:t>1. </a:t>
            </a:r>
            <a:r>
              <a:rPr lang="es-CO" sz="8000" dirty="0" err="1"/>
              <a:t>Introduction</a:t>
            </a:r>
            <a:r>
              <a:rPr lang="es-CO" sz="8000" dirty="0"/>
              <a:t> </a:t>
            </a:r>
            <a:br>
              <a:rPr lang="es-CO" sz="8000" dirty="0"/>
            </a:br>
            <a:r>
              <a:rPr lang="es-CO" sz="8000" dirty="0"/>
              <a:t>and </a:t>
            </a:r>
            <a:r>
              <a:rPr lang="es-CO" sz="8000" dirty="0" err="1"/>
              <a:t>motivation</a:t>
            </a:r>
            <a:endParaRPr lang="es-ES_tradnl" sz="8000" dirty="0"/>
          </a:p>
        </p:txBody>
      </p:sp>
      <p:sp>
        <p:nvSpPr>
          <p:cNvPr id="3" name="CuadroTexto 2">
            <a:extLst>
              <a:ext uri="{FF2B5EF4-FFF2-40B4-BE49-F238E27FC236}">
                <a16:creationId xmlns:a16="http://schemas.microsoft.com/office/drawing/2014/main" id="{875D35FA-9B09-4AC0-A36F-05595A4ACB46}"/>
              </a:ext>
            </a:extLst>
          </p:cNvPr>
          <p:cNvSpPr txBox="1"/>
          <p:nvPr/>
        </p:nvSpPr>
        <p:spPr>
          <a:xfrm>
            <a:off x="4924472" y="1079439"/>
            <a:ext cx="2215630" cy="830997"/>
          </a:xfrm>
          <a:prstGeom prst="rect">
            <a:avLst/>
          </a:prstGeom>
          <a:solidFill>
            <a:schemeClr val="bg1">
              <a:lumMod val="95000"/>
            </a:schemeClr>
          </a:solidFill>
        </p:spPr>
        <p:txBody>
          <a:bodyPr wrap="square" rtlCol="0">
            <a:spAutoFit/>
          </a:bodyPr>
          <a:lstStyle/>
          <a:p>
            <a:pPr algn="ctr"/>
            <a:r>
              <a:rPr lang="es-ES" sz="4800" b="1" dirty="0" err="1">
                <a:solidFill>
                  <a:srgbClr val="FF0000"/>
                </a:solidFill>
              </a:rPr>
              <a:t>Nathaly</a:t>
            </a:r>
            <a:endParaRPr lang="es-CO" sz="4800" b="1" dirty="0">
              <a:solidFill>
                <a:srgbClr val="FF0000"/>
              </a:solidFill>
            </a:endParaRPr>
          </a:p>
        </p:txBody>
      </p:sp>
    </p:spTree>
    <p:extLst>
      <p:ext uri="{BB962C8B-B14F-4D97-AF65-F5344CB8AC3E}">
        <p14:creationId xmlns:p14="http://schemas.microsoft.com/office/powerpoint/2010/main" val="8688381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3D9FF288-4F08-B94B-A629-4B913F124109}"/>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4</a:t>
            </a:fld>
            <a:endParaRPr lang="es-ES_tradnl" sz="1600" b="1" dirty="0">
              <a:solidFill>
                <a:schemeClr val="bg1"/>
              </a:solidFill>
            </a:endParaRPr>
          </a:p>
        </p:txBody>
      </p:sp>
      <p:sp>
        <p:nvSpPr>
          <p:cNvPr id="5" name="CuadroTexto 4">
            <a:extLst>
              <a:ext uri="{FF2B5EF4-FFF2-40B4-BE49-F238E27FC236}">
                <a16:creationId xmlns:a16="http://schemas.microsoft.com/office/drawing/2014/main" id="{F7C82670-87BA-FD25-133C-3E31AFE37036}"/>
              </a:ext>
            </a:extLst>
          </p:cNvPr>
          <p:cNvSpPr txBox="1"/>
          <p:nvPr/>
        </p:nvSpPr>
        <p:spPr>
          <a:xfrm>
            <a:off x="1490375" y="1450360"/>
            <a:ext cx="1781145" cy="670696"/>
          </a:xfrm>
          <a:prstGeom prst="rect">
            <a:avLst/>
          </a:prstGeom>
          <a:noFill/>
        </p:spPr>
        <p:txBody>
          <a:bodyPr wrap="square" rtlCol="0">
            <a:spAutoFit/>
          </a:bodyPr>
          <a:lstStyle/>
          <a:p>
            <a:pPr>
              <a:lnSpc>
                <a:spcPct val="150000"/>
              </a:lnSpc>
            </a:pPr>
            <a:r>
              <a:rPr lang="es-ES_tradnl" sz="2800" b="1" dirty="0" err="1">
                <a:latin typeface="Source Sans Pro" panose="020B0503030403020204" pitchFamily="34" charset="0"/>
                <a:ea typeface="Source Sans Pro" panose="020B0503030403020204" pitchFamily="34" charset="0"/>
              </a:rPr>
              <a:t>Problem</a:t>
            </a:r>
            <a:r>
              <a:rPr lang="es-ES_tradnl" sz="2800" b="1" dirty="0">
                <a:latin typeface="Source Sans Pro" panose="020B0503030403020204" pitchFamily="34" charset="0"/>
                <a:ea typeface="Source Sans Pro" panose="020B0503030403020204" pitchFamily="34" charset="0"/>
              </a:rPr>
              <a:t> </a:t>
            </a:r>
          </a:p>
        </p:txBody>
      </p:sp>
      <p:sp>
        <p:nvSpPr>
          <p:cNvPr id="6" name="CuadroTexto 5">
            <a:extLst>
              <a:ext uri="{FF2B5EF4-FFF2-40B4-BE49-F238E27FC236}">
                <a16:creationId xmlns:a16="http://schemas.microsoft.com/office/drawing/2014/main" id="{5B84CADB-FAF3-FEE2-8FC4-85E1CF994F27}"/>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IRD|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7" name="Rectángulo redondeado 6">
            <a:extLst>
              <a:ext uri="{FF2B5EF4-FFF2-40B4-BE49-F238E27FC236}">
                <a16:creationId xmlns:a16="http://schemas.microsoft.com/office/drawing/2014/main" id="{0DE603D7-C9A2-8468-5C31-B4FB5FD22C45}"/>
              </a:ext>
            </a:extLst>
          </p:cNvPr>
          <p:cNvSpPr/>
          <p:nvPr/>
        </p:nvSpPr>
        <p:spPr>
          <a:xfrm>
            <a:off x="1709854" y="334535"/>
            <a:ext cx="3301416"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Introduction</a:t>
            </a:r>
            <a:r>
              <a:rPr lang="es-ES_tradnl" dirty="0"/>
              <a:t> and </a:t>
            </a:r>
            <a:r>
              <a:rPr lang="es-ES_tradnl" dirty="0" err="1"/>
              <a:t>motivation</a:t>
            </a:r>
            <a:r>
              <a:rPr lang="es-ES_tradnl" dirty="0"/>
              <a:t> </a:t>
            </a:r>
          </a:p>
        </p:txBody>
      </p:sp>
      <p:sp>
        <p:nvSpPr>
          <p:cNvPr id="11" name="CuadroTexto 10">
            <a:extLst>
              <a:ext uri="{FF2B5EF4-FFF2-40B4-BE49-F238E27FC236}">
                <a16:creationId xmlns:a16="http://schemas.microsoft.com/office/drawing/2014/main" id="{90E1F446-398F-4081-A6DA-2105D6517ED5}"/>
              </a:ext>
            </a:extLst>
          </p:cNvPr>
          <p:cNvSpPr txBox="1"/>
          <p:nvPr/>
        </p:nvSpPr>
        <p:spPr>
          <a:xfrm>
            <a:off x="865990" y="3581756"/>
            <a:ext cx="6096000" cy="707886"/>
          </a:xfrm>
          <a:prstGeom prst="rect">
            <a:avLst/>
          </a:prstGeom>
          <a:noFill/>
        </p:spPr>
        <p:txBody>
          <a:bodyPr wrap="square">
            <a:spAutoFit/>
          </a:bodyPr>
          <a:lstStyle/>
          <a:p>
            <a:pPr lvl="1"/>
            <a:r>
              <a:rPr lang="es-ES_tradnl"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Their</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behavior</a:t>
            </a:r>
            <a:r>
              <a:rPr lang="es-CO" altLang="es-CO" sz="2000" dirty="0">
                <a:latin typeface="Source Sans Pro" panose="020B0503030403020204" pitchFamily="34" charset="0"/>
                <a:ea typeface="Source Sans Pro" panose="020B0503030403020204" pitchFamily="34" charset="0"/>
              </a:rPr>
              <a:t> in real-</a:t>
            </a:r>
            <a:r>
              <a:rPr lang="es-CO" altLang="es-CO" sz="2000" dirty="0" err="1">
                <a:latin typeface="Source Sans Pro" panose="020B0503030403020204" pitchFamily="34" charset="0"/>
                <a:ea typeface="Source Sans Pro" panose="020B0503030403020204" pitchFamily="34" charset="0"/>
              </a:rPr>
              <a:t>world</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applications</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remains</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partially</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understood</a:t>
            </a:r>
            <a:r>
              <a:rPr lang="es-CO" altLang="es-CO" sz="2000" dirty="0">
                <a:latin typeface="Source Sans Pro" panose="020B0503030403020204" pitchFamily="34" charset="0"/>
                <a:ea typeface="Source Sans Pro" panose="020B0503030403020204" pitchFamily="34" charset="0"/>
              </a:rPr>
              <a:t>.</a:t>
            </a:r>
            <a:endParaRPr lang="es-ES_tradnl" sz="2000" dirty="0">
              <a:latin typeface="Source Sans Pro" panose="020B0503030403020204" pitchFamily="34" charset="0"/>
              <a:ea typeface="Source Sans Pro" panose="020B0503030403020204" pitchFamily="34" charset="0"/>
            </a:endParaRPr>
          </a:p>
        </p:txBody>
      </p:sp>
      <p:sp>
        <p:nvSpPr>
          <p:cNvPr id="13" name="CuadroTexto 12">
            <a:extLst>
              <a:ext uri="{FF2B5EF4-FFF2-40B4-BE49-F238E27FC236}">
                <a16:creationId xmlns:a16="http://schemas.microsoft.com/office/drawing/2014/main" id="{33539062-A195-49E7-A425-670E64FB328B}"/>
              </a:ext>
            </a:extLst>
          </p:cNvPr>
          <p:cNvSpPr txBox="1"/>
          <p:nvPr/>
        </p:nvSpPr>
        <p:spPr>
          <a:xfrm>
            <a:off x="865990" y="4540571"/>
            <a:ext cx="6489850" cy="707886"/>
          </a:xfrm>
          <a:prstGeom prst="rect">
            <a:avLst/>
          </a:prstGeom>
          <a:noFill/>
        </p:spPr>
        <p:txBody>
          <a:bodyPr wrap="square">
            <a:spAutoFit/>
          </a:bodyPr>
          <a:lstStyle/>
          <a:p>
            <a:pPr lvl="1"/>
            <a:r>
              <a:rPr lang="es-ES_tradnl"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Existing</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models</a:t>
            </a:r>
            <a:r>
              <a:rPr lang="es-CO" altLang="es-CO" sz="2000" dirty="0">
                <a:latin typeface="Source Sans Pro" panose="020B0503030403020204" pitchFamily="34" charset="0"/>
                <a:ea typeface="Source Sans Pro" panose="020B0503030403020204" pitchFamily="34" charset="0"/>
              </a:rPr>
              <a:t> are </a:t>
            </a:r>
            <a:r>
              <a:rPr lang="es-CO" altLang="es-CO" sz="2000" dirty="0" err="1">
                <a:latin typeface="Source Sans Pro" panose="020B0503030403020204" pitchFamily="34" charset="0"/>
                <a:ea typeface="Source Sans Pro" panose="020B0503030403020204" pitchFamily="34" charset="0"/>
              </a:rPr>
              <a:t>accurate</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but</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computationally</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demanding</a:t>
            </a:r>
            <a:r>
              <a:rPr lang="es-CO" altLang="es-CO" sz="2000" dirty="0">
                <a:latin typeface="Source Sans Pro" panose="020B0503030403020204" pitchFamily="34" charset="0"/>
                <a:ea typeface="Source Sans Pro" panose="020B0503030403020204" pitchFamily="34" charset="0"/>
              </a:rPr>
              <a:t>.</a:t>
            </a:r>
          </a:p>
        </p:txBody>
      </p:sp>
      <p:sp>
        <p:nvSpPr>
          <p:cNvPr id="15" name="CuadroTexto 14">
            <a:extLst>
              <a:ext uri="{FF2B5EF4-FFF2-40B4-BE49-F238E27FC236}">
                <a16:creationId xmlns:a16="http://schemas.microsoft.com/office/drawing/2014/main" id="{8652EB1D-17A4-4098-8EB5-167F78DD5729}"/>
              </a:ext>
            </a:extLst>
          </p:cNvPr>
          <p:cNvSpPr txBox="1"/>
          <p:nvPr/>
        </p:nvSpPr>
        <p:spPr>
          <a:xfrm>
            <a:off x="865990" y="2260582"/>
            <a:ext cx="6096000" cy="1015663"/>
          </a:xfrm>
          <a:prstGeom prst="rect">
            <a:avLst/>
          </a:prstGeom>
          <a:noFill/>
        </p:spPr>
        <p:txBody>
          <a:bodyPr wrap="square">
            <a:spAutoFit/>
          </a:bodyPr>
          <a:lstStyle/>
          <a:p>
            <a:pPr lvl="1"/>
            <a:r>
              <a:rPr lang="es-ES_tradnl" sz="2000" dirty="0">
                <a:latin typeface="Source Sans Pro" panose="020B0503030403020204" pitchFamily="34" charset="0"/>
                <a:ea typeface="Source Sans Pro" panose="020B0503030403020204" pitchFamily="34" charset="0"/>
              </a:rPr>
              <a:t>→ </a:t>
            </a:r>
            <a:r>
              <a:rPr lang="en-US" sz="2000" dirty="0">
                <a:latin typeface="Source Sans Pro" panose="020B0503030403020204" pitchFamily="34" charset="0"/>
                <a:ea typeface="Source Sans Pro" panose="020B0503030403020204" pitchFamily="34" charset="0"/>
              </a:rPr>
              <a:t>Proton Exchange Membrane (</a:t>
            </a:r>
            <a:r>
              <a:rPr lang="es-CO" altLang="es-CO" sz="2000" dirty="0">
                <a:latin typeface="Source Sans Pro" panose="020B0503030403020204" pitchFamily="34" charset="0"/>
                <a:ea typeface="Source Sans Pro" panose="020B0503030403020204" pitchFamily="34" charset="0"/>
              </a:rPr>
              <a:t>PEM) fuel </a:t>
            </a:r>
            <a:r>
              <a:rPr lang="es-CO" altLang="es-CO" sz="2000" dirty="0" err="1">
                <a:latin typeface="Source Sans Pro" panose="020B0503030403020204" pitchFamily="34" charset="0"/>
                <a:ea typeface="Source Sans Pro" panose="020B0503030403020204" pitchFamily="34" charset="0"/>
              </a:rPr>
              <a:t>cells</a:t>
            </a:r>
            <a:r>
              <a:rPr lang="es-CO" altLang="es-CO" sz="2000" dirty="0">
                <a:latin typeface="Source Sans Pro" panose="020B0503030403020204" pitchFamily="34" charset="0"/>
                <a:ea typeface="Source Sans Pro" panose="020B0503030403020204" pitchFamily="34" charset="0"/>
              </a:rPr>
              <a:t> are </a:t>
            </a:r>
            <a:r>
              <a:rPr lang="es-CO" altLang="es-CO" sz="2000" dirty="0" err="1">
                <a:latin typeface="Source Sans Pro" panose="020B0503030403020204" pitchFamily="34" charset="0"/>
                <a:ea typeface="Source Sans Pro" panose="020B0503030403020204" pitchFamily="34" charset="0"/>
              </a:rPr>
              <a:t>complex</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clean-energy</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systems</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combining</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physical</a:t>
            </a:r>
            <a:r>
              <a:rPr lang="es-CO" altLang="es-CO" sz="2000" dirty="0">
                <a:latin typeface="Source Sans Pro" panose="020B0503030403020204" pitchFamily="34" charset="0"/>
                <a:ea typeface="Source Sans Pro" panose="020B0503030403020204" pitchFamily="34" charset="0"/>
              </a:rPr>
              <a:t> and </a:t>
            </a:r>
            <a:r>
              <a:rPr lang="es-CO" altLang="es-CO" sz="2000" dirty="0" err="1">
                <a:latin typeface="Source Sans Pro" panose="020B0503030403020204" pitchFamily="34" charset="0"/>
                <a:ea typeface="Source Sans Pro" panose="020B0503030403020204" pitchFamily="34" charset="0"/>
              </a:rPr>
              <a:t>electrochemical</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processes</a:t>
            </a:r>
            <a:r>
              <a:rPr lang="es-CO" altLang="es-CO" sz="2000" dirty="0">
                <a:latin typeface="Source Sans Pro" panose="020B0503030403020204" pitchFamily="34" charset="0"/>
                <a:ea typeface="Source Sans Pro" panose="020B0503030403020204" pitchFamily="34" charset="0"/>
              </a:rPr>
              <a:t>.</a:t>
            </a:r>
            <a:endParaRPr lang="es-ES_tradnl" sz="2000" dirty="0">
              <a:latin typeface="Source Sans Pro" panose="020B0503030403020204" pitchFamily="34" charset="0"/>
              <a:ea typeface="Source Sans Pro" panose="020B0503030403020204" pitchFamily="34" charset="0"/>
            </a:endParaRPr>
          </a:p>
        </p:txBody>
      </p:sp>
      <p:pic>
        <p:nvPicPr>
          <p:cNvPr id="1027" name="Picture 3" descr="Proton-exchange membrane fuel cell - Wikipedia">
            <a:extLst>
              <a:ext uri="{FF2B5EF4-FFF2-40B4-BE49-F238E27FC236}">
                <a16:creationId xmlns:a16="http://schemas.microsoft.com/office/drawing/2014/main" id="{34154172-B574-4B8C-AB89-7191EB01FA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81397" y="1990436"/>
            <a:ext cx="4149725" cy="43992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46795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3D9FF288-4F08-B94B-A629-4B913F124109}"/>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5</a:t>
            </a:fld>
            <a:endParaRPr lang="es-ES_tradnl" sz="1600" b="1" dirty="0">
              <a:solidFill>
                <a:schemeClr val="bg1"/>
              </a:solidFill>
            </a:endParaRPr>
          </a:p>
        </p:txBody>
      </p:sp>
      <p:sp>
        <p:nvSpPr>
          <p:cNvPr id="6" name="CuadroTexto 5">
            <a:extLst>
              <a:ext uri="{FF2B5EF4-FFF2-40B4-BE49-F238E27FC236}">
                <a16:creationId xmlns:a16="http://schemas.microsoft.com/office/drawing/2014/main" id="{5B84CADB-FAF3-FEE2-8FC4-85E1CF994F27}"/>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IRD|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7" name="Rectángulo redondeado 6">
            <a:extLst>
              <a:ext uri="{FF2B5EF4-FFF2-40B4-BE49-F238E27FC236}">
                <a16:creationId xmlns:a16="http://schemas.microsoft.com/office/drawing/2014/main" id="{0DE603D7-C9A2-8468-5C31-B4FB5FD22C45}"/>
              </a:ext>
            </a:extLst>
          </p:cNvPr>
          <p:cNvSpPr/>
          <p:nvPr/>
        </p:nvSpPr>
        <p:spPr>
          <a:xfrm>
            <a:off x="1709854" y="334535"/>
            <a:ext cx="3301416"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Introduction</a:t>
            </a:r>
            <a:r>
              <a:rPr lang="es-ES_tradnl" dirty="0"/>
              <a:t> and </a:t>
            </a:r>
            <a:r>
              <a:rPr lang="es-ES_tradnl" dirty="0" err="1"/>
              <a:t>motivation</a:t>
            </a:r>
            <a:r>
              <a:rPr lang="es-ES_tradnl" dirty="0"/>
              <a:t> </a:t>
            </a:r>
          </a:p>
        </p:txBody>
      </p:sp>
      <p:grpSp>
        <p:nvGrpSpPr>
          <p:cNvPr id="3" name="Grupo 2">
            <a:extLst>
              <a:ext uri="{FF2B5EF4-FFF2-40B4-BE49-F238E27FC236}">
                <a16:creationId xmlns:a16="http://schemas.microsoft.com/office/drawing/2014/main" id="{05D6FB80-D74F-492B-8A45-1A2FCB43CF19}"/>
              </a:ext>
            </a:extLst>
          </p:cNvPr>
          <p:cNvGrpSpPr/>
          <p:nvPr/>
        </p:nvGrpSpPr>
        <p:grpSpPr>
          <a:xfrm>
            <a:off x="1724670" y="1162614"/>
            <a:ext cx="3131620" cy="4741958"/>
            <a:chOff x="1815428" y="1347914"/>
            <a:chExt cx="2790136" cy="4640464"/>
          </a:xfrm>
        </p:grpSpPr>
        <p:grpSp>
          <p:nvGrpSpPr>
            <p:cNvPr id="20" name="Grupo 23">
              <a:extLst>
                <a:ext uri="{FF2B5EF4-FFF2-40B4-BE49-F238E27FC236}">
                  <a16:creationId xmlns:a16="http://schemas.microsoft.com/office/drawing/2014/main" id="{F226118E-22D9-4396-85C9-837C727D470F}"/>
                </a:ext>
              </a:extLst>
            </p:cNvPr>
            <p:cNvGrpSpPr/>
            <p:nvPr/>
          </p:nvGrpSpPr>
          <p:grpSpPr bwMode="auto">
            <a:xfrm>
              <a:off x="1815428" y="1347914"/>
              <a:ext cx="2790136" cy="4640464"/>
              <a:chOff x="468165" y="1157494"/>
              <a:chExt cx="2695696" cy="3643253"/>
            </a:xfrm>
          </p:grpSpPr>
          <p:sp>
            <p:nvSpPr>
              <p:cNvPr id="21" name="Google Shape;1857;p37">
                <a:extLst>
                  <a:ext uri="{FF2B5EF4-FFF2-40B4-BE49-F238E27FC236}">
                    <a16:creationId xmlns:a16="http://schemas.microsoft.com/office/drawing/2014/main" id="{54CF8AF0-C55C-4B8D-B5B0-69AA962EB2AE}"/>
                  </a:ext>
                </a:extLst>
              </p:cNvPr>
              <p:cNvSpPr/>
              <p:nvPr/>
            </p:nvSpPr>
            <p:spPr bwMode="auto">
              <a:xfrm>
                <a:off x="468165" y="1451260"/>
                <a:ext cx="2689827" cy="3349487"/>
              </a:xfrm>
              <a:prstGeom prst="rect">
                <a:avLst/>
              </a:prstGeom>
              <a:solidFill>
                <a:schemeClr val="accent1">
                  <a:lumMod val="75000"/>
                  <a:alpha val="12549"/>
                </a:schemeClr>
              </a:solidFill>
              <a:ln>
                <a:noFill/>
              </a:ln>
            </p:spPr>
            <p:txBody>
              <a:bodyPr spcFirstLastPara="1" wrap="square" lIns="121900" tIns="121900" rIns="121900" bIns="121900" anchor="ctr" anchorCtr="0">
                <a:noAutofit/>
              </a:bodyPr>
              <a:lstStyle/>
              <a:p>
                <a:pPr defTabSz="1219140">
                  <a:buClr>
                    <a:srgbClr val="000000"/>
                  </a:buClr>
                  <a:defRPr/>
                </a:pPr>
                <a:endParaRPr sz="1851" kern="0">
                  <a:solidFill>
                    <a:srgbClr val="000000"/>
                  </a:solidFill>
                  <a:latin typeface="Arial"/>
                  <a:cs typeface="Arial"/>
                  <a:sym typeface="Arial"/>
                </a:endParaRPr>
              </a:p>
            </p:txBody>
          </p:sp>
          <p:sp>
            <p:nvSpPr>
              <p:cNvPr id="22" name="Google Shape;1859;p37">
                <a:extLst>
                  <a:ext uri="{FF2B5EF4-FFF2-40B4-BE49-F238E27FC236}">
                    <a16:creationId xmlns:a16="http://schemas.microsoft.com/office/drawing/2014/main" id="{1F09EB82-3BBC-435F-A905-DD9F24C8B234}"/>
                  </a:ext>
                </a:extLst>
              </p:cNvPr>
              <p:cNvSpPr/>
              <p:nvPr/>
            </p:nvSpPr>
            <p:spPr bwMode="auto">
              <a:xfrm>
                <a:off x="474034" y="1157494"/>
                <a:ext cx="2689827" cy="511689"/>
              </a:xfrm>
              <a:prstGeom prst="roundRect">
                <a:avLst>
                  <a:gd name="adj" fmla="val 50000"/>
                </a:avLst>
              </a:prstGeom>
              <a:solidFill>
                <a:schemeClr val="accent1"/>
              </a:solidFill>
              <a:ln>
                <a:noFill/>
              </a:ln>
            </p:spPr>
            <p:txBody>
              <a:bodyPr spcFirstLastPara="1" wrap="square" lIns="121900" tIns="121900" rIns="121900" bIns="121900" anchor="ctr" anchorCtr="0">
                <a:noAutofit/>
              </a:bodyPr>
              <a:lstStyle/>
              <a:p>
                <a:pPr defTabSz="1219140">
                  <a:buClr>
                    <a:srgbClr val="000000"/>
                  </a:buClr>
                  <a:defRPr/>
                </a:pPr>
                <a:endParaRPr sz="1851" kern="0">
                  <a:solidFill>
                    <a:srgbClr val="000000"/>
                  </a:solidFill>
                  <a:latin typeface="Arial"/>
                  <a:cs typeface="Arial"/>
                  <a:sym typeface="Arial"/>
                </a:endParaRPr>
              </a:p>
            </p:txBody>
          </p:sp>
        </p:grpSp>
        <p:grpSp>
          <p:nvGrpSpPr>
            <p:cNvPr id="23" name="Google Shape;1862;p37">
              <a:extLst>
                <a:ext uri="{FF2B5EF4-FFF2-40B4-BE49-F238E27FC236}">
                  <a16:creationId xmlns:a16="http://schemas.microsoft.com/office/drawing/2014/main" id="{C6E79136-01A4-403E-9F85-49362EBD3AF2}"/>
                </a:ext>
              </a:extLst>
            </p:cNvPr>
            <p:cNvGrpSpPr/>
            <p:nvPr/>
          </p:nvGrpSpPr>
          <p:grpSpPr bwMode="auto">
            <a:xfrm>
              <a:off x="1848602" y="1500373"/>
              <a:ext cx="2666242" cy="3848023"/>
              <a:chOff x="547170" y="1386431"/>
              <a:chExt cx="2470487" cy="3119756"/>
            </a:xfrm>
          </p:grpSpPr>
          <p:sp>
            <p:nvSpPr>
              <p:cNvPr id="24" name="Google Shape;1863;p37">
                <a:extLst>
                  <a:ext uri="{FF2B5EF4-FFF2-40B4-BE49-F238E27FC236}">
                    <a16:creationId xmlns:a16="http://schemas.microsoft.com/office/drawing/2014/main" id="{85932A4A-652B-4A60-9D0D-7360F5172C22}"/>
                  </a:ext>
                </a:extLst>
              </p:cNvPr>
              <p:cNvSpPr txBox="1"/>
              <p:nvPr/>
            </p:nvSpPr>
            <p:spPr bwMode="auto">
              <a:xfrm>
                <a:off x="577774" y="1386431"/>
                <a:ext cx="2240400" cy="331800"/>
              </a:xfrm>
              <a:prstGeom prst="rect">
                <a:avLst/>
              </a:prstGeom>
              <a:noFill/>
              <a:ln>
                <a:noFill/>
              </a:ln>
            </p:spPr>
            <p:txBody>
              <a:bodyPr spcFirstLastPara="1" wrap="square" lIns="121900" tIns="121900" rIns="121900" bIns="121900" anchor="ctr" anchorCtr="0">
                <a:noAutofit/>
              </a:bodyPr>
              <a:lstStyle/>
              <a:p>
                <a:pPr algn="ctr" defTabSz="1219140">
                  <a:buClr>
                    <a:srgbClr val="000000"/>
                  </a:buClr>
                  <a:defRPr/>
                </a:pPr>
                <a:r>
                  <a:rPr lang="en" sz="2400" b="1" kern="0" dirty="0">
                    <a:solidFill>
                      <a:srgbClr val="FFFFFF"/>
                    </a:solidFill>
                    <a:latin typeface="Fira Sans Extra Condensed"/>
                    <a:ea typeface="Fira Sans Extra Condensed"/>
                    <a:cs typeface="Fira Sans Extra Condensed"/>
                    <a:sym typeface="Arial"/>
                  </a:rPr>
                  <a:t>Input features</a:t>
                </a:r>
                <a:endParaRPr sz="2400" b="1" kern="0" dirty="0">
                  <a:solidFill>
                    <a:srgbClr val="FFFFFF"/>
                  </a:solidFill>
                  <a:latin typeface="Fira Sans Extra Condensed"/>
                  <a:ea typeface="Fira Sans Extra Condensed"/>
                  <a:cs typeface="Fira Sans Extra Condensed"/>
                  <a:sym typeface="Arial"/>
                </a:endParaRPr>
              </a:p>
            </p:txBody>
          </p:sp>
          <p:grpSp>
            <p:nvGrpSpPr>
              <p:cNvPr id="25" name="Google Shape;1864;p37">
                <a:extLst>
                  <a:ext uri="{FF2B5EF4-FFF2-40B4-BE49-F238E27FC236}">
                    <a16:creationId xmlns:a16="http://schemas.microsoft.com/office/drawing/2014/main" id="{A719B6F6-8925-48E5-B47F-52B6DE595C3F}"/>
                  </a:ext>
                </a:extLst>
              </p:cNvPr>
              <p:cNvGrpSpPr/>
              <p:nvPr/>
            </p:nvGrpSpPr>
            <p:grpSpPr bwMode="auto">
              <a:xfrm>
                <a:off x="547170" y="1920820"/>
                <a:ext cx="2306218" cy="1158844"/>
                <a:chOff x="553696" y="2248945"/>
                <a:chExt cx="2306218" cy="1158844"/>
              </a:xfrm>
            </p:grpSpPr>
            <p:sp>
              <p:nvSpPr>
                <p:cNvPr id="29" name="Google Shape;1865;p37">
                  <a:extLst>
                    <a:ext uri="{FF2B5EF4-FFF2-40B4-BE49-F238E27FC236}">
                      <a16:creationId xmlns:a16="http://schemas.microsoft.com/office/drawing/2014/main" id="{DAB76CFE-D54E-4171-85B0-18159778BD83}"/>
                    </a:ext>
                  </a:extLst>
                </p:cNvPr>
                <p:cNvSpPr txBox="1"/>
                <p:nvPr/>
              </p:nvSpPr>
              <p:spPr bwMode="auto">
                <a:xfrm>
                  <a:off x="685579" y="2248945"/>
                  <a:ext cx="1748084" cy="331800"/>
                </a:xfrm>
                <a:prstGeom prst="rect">
                  <a:avLst/>
                </a:prstGeom>
                <a:noFill/>
                <a:ln>
                  <a:noFill/>
                </a:ln>
              </p:spPr>
              <p:txBody>
                <a:bodyPr spcFirstLastPara="1" wrap="square" lIns="121900" tIns="121900" rIns="121900" bIns="121900" anchor="ctr" anchorCtr="0">
                  <a:noAutofit/>
                </a:bodyPr>
                <a:lstStyle/>
                <a:p>
                  <a:pPr defTabSz="1219140">
                    <a:buClr>
                      <a:srgbClr val="000000"/>
                    </a:buClr>
                    <a:defRPr/>
                  </a:pPr>
                  <a:r>
                    <a:rPr lang="en" sz="2400" b="1" kern="0" dirty="0">
                      <a:solidFill>
                        <a:srgbClr val="000000"/>
                      </a:solidFill>
                      <a:latin typeface="Fira Sans Extra Condensed"/>
                      <a:ea typeface="Fira Sans Extra Condensed"/>
                      <a:cs typeface="Fira Sans Extra Condensed"/>
                      <a:sym typeface="Arial"/>
                    </a:rPr>
                    <a:t>Variable (19)</a:t>
                  </a:r>
                  <a:endParaRPr sz="2400" b="1" kern="0" dirty="0">
                    <a:solidFill>
                      <a:srgbClr val="000000"/>
                    </a:solidFill>
                    <a:latin typeface="Fira Sans Extra Condensed"/>
                    <a:ea typeface="Fira Sans Extra Condensed"/>
                    <a:cs typeface="Fira Sans Extra Condensed"/>
                    <a:sym typeface="Arial"/>
                  </a:endParaRPr>
                </a:p>
              </p:txBody>
            </p:sp>
            <p:sp>
              <p:nvSpPr>
                <p:cNvPr id="30" name="Google Shape;1866;p37">
                  <a:extLst>
                    <a:ext uri="{FF2B5EF4-FFF2-40B4-BE49-F238E27FC236}">
                      <a16:creationId xmlns:a16="http://schemas.microsoft.com/office/drawing/2014/main" id="{2794C346-1442-4B6E-B4E8-C8419B32FEDC}"/>
                    </a:ext>
                  </a:extLst>
                </p:cNvPr>
                <p:cNvSpPr txBox="1"/>
                <p:nvPr/>
              </p:nvSpPr>
              <p:spPr bwMode="auto">
                <a:xfrm>
                  <a:off x="553696" y="2551062"/>
                  <a:ext cx="2306218" cy="856727"/>
                </a:xfrm>
                <a:prstGeom prst="rect">
                  <a:avLst/>
                </a:prstGeom>
                <a:noFill/>
                <a:ln>
                  <a:noFill/>
                </a:ln>
              </p:spPr>
              <p:txBody>
                <a:bodyPr spcFirstLastPara="1" wrap="square" lIns="121900" tIns="121900" rIns="121900" bIns="121900" anchor="t" anchorCtr="0">
                  <a:noAutofit/>
                </a:bodyPr>
                <a:lstStyle/>
                <a:p>
                  <a:pPr marL="426699" indent="-423312" defTabSz="1219140">
                    <a:buClr>
                      <a:srgbClr val="000000"/>
                    </a:buClr>
                    <a:buSzPts val="1400"/>
                    <a:buFont typeface="Roboto"/>
                    <a:buChar char="●"/>
                    <a:defRPr/>
                  </a:pPr>
                  <a:r>
                    <a:rPr lang="en" sz="1600" dirty="0">
                      <a:latin typeface="Source Sans Pro" panose="020B0503030403020204" pitchFamily="34" charset="0"/>
                      <a:ea typeface="Source Sans Pro" panose="020B0503030403020204" pitchFamily="34" charset="0"/>
                      <a:sym typeface="Arial"/>
                    </a:rPr>
                    <a:t>Operating conditions (7)</a:t>
                  </a:r>
                  <a:endParaRPr sz="1600" dirty="0">
                    <a:latin typeface="Source Sans Pro" panose="020B0503030403020204" pitchFamily="34" charset="0"/>
                    <a:ea typeface="Source Sans Pro" panose="020B0503030403020204" pitchFamily="34" charset="0"/>
                    <a:sym typeface="Arial"/>
                  </a:endParaRPr>
                </a:p>
                <a:p>
                  <a:pPr marL="426699" indent="-423312" defTabSz="1219140">
                    <a:buClr>
                      <a:srgbClr val="000000"/>
                    </a:buClr>
                    <a:buSzPts val="1400"/>
                    <a:buFont typeface="Roboto"/>
                    <a:buChar char="●"/>
                    <a:defRPr/>
                  </a:pPr>
                  <a:r>
                    <a:rPr lang="en" sz="1600" dirty="0">
                      <a:latin typeface="Source Sans Pro" panose="020B0503030403020204" pitchFamily="34" charset="0"/>
                      <a:ea typeface="Source Sans Pro" panose="020B0503030403020204" pitchFamily="34" charset="0"/>
                      <a:sym typeface="Arial"/>
                    </a:rPr>
                    <a:t>Undetermined physical parameters (12)</a:t>
                  </a:r>
                  <a:endParaRPr sz="1600" dirty="0">
                    <a:latin typeface="Source Sans Pro" panose="020B0503030403020204" pitchFamily="34" charset="0"/>
                    <a:ea typeface="Source Sans Pro" panose="020B0503030403020204" pitchFamily="34" charset="0"/>
                    <a:sym typeface="Arial"/>
                  </a:endParaRPr>
                </a:p>
              </p:txBody>
            </p:sp>
          </p:grpSp>
          <p:grpSp>
            <p:nvGrpSpPr>
              <p:cNvPr id="26" name="Google Shape;1867;p37">
                <a:extLst>
                  <a:ext uri="{FF2B5EF4-FFF2-40B4-BE49-F238E27FC236}">
                    <a16:creationId xmlns:a16="http://schemas.microsoft.com/office/drawing/2014/main" id="{B08A3704-DD9A-4482-A37E-F49EB99BF22F}"/>
                  </a:ext>
                </a:extLst>
              </p:cNvPr>
              <p:cNvGrpSpPr/>
              <p:nvPr/>
            </p:nvGrpSpPr>
            <p:grpSpPr bwMode="auto">
              <a:xfrm>
                <a:off x="594697" y="3170032"/>
                <a:ext cx="2422960" cy="1336155"/>
                <a:chOff x="601222" y="1858207"/>
                <a:chExt cx="2422960" cy="1336155"/>
              </a:xfrm>
            </p:grpSpPr>
            <p:sp>
              <p:nvSpPr>
                <p:cNvPr id="27" name="Google Shape;1868;p37">
                  <a:extLst>
                    <a:ext uri="{FF2B5EF4-FFF2-40B4-BE49-F238E27FC236}">
                      <a16:creationId xmlns:a16="http://schemas.microsoft.com/office/drawing/2014/main" id="{D0BD35AE-F188-4BCA-BB4E-5533ECE81FD3}"/>
                    </a:ext>
                  </a:extLst>
                </p:cNvPr>
                <p:cNvSpPr txBox="1"/>
                <p:nvPr/>
              </p:nvSpPr>
              <p:spPr bwMode="auto">
                <a:xfrm>
                  <a:off x="677203" y="1858207"/>
                  <a:ext cx="2114400" cy="331800"/>
                </a:xfrm>
                <a:prstGeom prst="rect">
                  <a:avLst/>
                </a:prstGeom>
                <a:noFill/>
                <a:ln>
                  <a:noFill/>
                </a:ln>
              </p:spPr>
              <p:txBody>
                <a:bodyPr spcFirstLastPara="1" wrap="square" lIns="121900" tIns="121900" rIns="121900" bIns="121900" anchor="ctr" anchorCtr="0">
                  <a:noAutofit/>
                </a:bodyPr>
                <a:lstStyle/>
                <a:p>
                  <a:pPr defTabSz="1219140">
                    <a:buClr>
                      <a:srgbClr val="000000"/>
                    </a:buClr>
                    <a:defRPr/>
                  </a:pPr>
                  <a:r>
                    <a:rPr lang="en" sz="2400" b="1" kern="0" dirty="0">
                      <a:solidFill>
                        <a:srgbClr val="000000"/>
                      </a:solidFill>
                      <a:latin typeface="Fira Sans Extra Condensed"/>
                      <a:ea typeface="Fira Sans Extra Condensed"/>
                      <a:cs typeface="Fira Sans Extra Condensed"/>
                      <a:sym typeface="Arial"/>
                    </a:rPr>
                    <a:t>Fixed (14)</a:t>
                  </a:r>
                  <a:endParaRPr sz="2400" b="1" kern="0" dirty="0">
                    <a:solidFill>
                      <a:srgbClr val="000000"/>
                    </a:solidFill>
                    <a:latin typeface="Fira Sans Extra Condensed"/>
                    <a:ea typeface="Fira Sans Extra Condensed"/>
                    <a:cs typeface="Fira Sans Extra Condensed"/>
                    <a:sym typeface="Arial"/>
                  </a:endParaRPr>
                </a:p>
              </p:txBody>
            </p:sp>
            <p:sp>
              <p:nvSpPr>
                <p:cNvPr id="28" name="Google Shape;1869;p37">
                  <a:extLst>
                    <a:ext uri="{FF2B5EF4-FFF2-40B4-BE49-F238E27FC236}">
                      <a16:creationId xmlns:a16="http://schemas.microsoft.com/office/drawing/2014/main" id="{0CE2E421-AC68-49E9-891F-37F049C963A0}"/>
                    </a:ext>
                  </a:extLst>
                </p:cNvPr>
                <p:cNvSpPr txBox="1"/>
                <p:nvPr/>
              </p:nvSpPr>
              <p:spPr bwMode="auto">
                <a:xfrm>
                  <a:off x="601222" y="2124582"/>
                  <a:ext cx="2422960" cy="1069780"/>
                </a:xfrm>
                <a:prstGeom prst="rect">
                  <a:avLst/>
                </a:prstGeom>
                <a:noFill/>
                <a:ln>
                  <a:noFill/>
                </a:ln>
              </p:spPr>
              <p:txBody>
                <a:bodyPr spcFirstLastPara="1" wrap="square" lIns="121900" tIns="121900" rIns="121900" bIns="121900" anchor="t" anchorCtr="0">
                  <a:noAutofit/>
                </a:bodyPr>
                <a:lstStyle/>
                <a:p>
                  <a:pPr marL="426699" indent="-423312" defTabSz="1219140">
                    <a:buClr>
                      <a:srgbClr val="000000"/>
                    </a:buClr>
                    <a:buSzPts val="1400"/>
                    <a:buFont typeface="Roboto"/>
                    <a:buChar char="●"/>
                    <a:defRPr/>
                  </a:pPr>
                  <a:r>
                    <a:rPr lang="en" sz="1600" dirty="0">
                      <a:latin typeface="Source Sans Pro" panose="020B0503030403020204" pitchFamily="34" charset="0"/>
                      <a:ea typeface="Source Sans Pro" panose="020B0503030403020204" pitchFamily="34" charset="0"/>
                      <a:sym typeface="Arial"/>
                    </a:rPr>
                    <a:t>Accesible physical parameters (7)</a:t>
                  </a:r>
                  <a:endParaRPr sz="1600" dirty="0">
                    <a:latin typeface="Source Sans Pro" panose="020B0503030403020204" pitchFamily="34" charset="0"/>
                    <a:ea typeface="Source Sans Pro" panose="020B0503030403020204" pitchFamily="34" charset="0"/>
                    <a:sym typeface="Arial"/>
                  </a:endParaRPr>
                </a:p>
                <a:p>
                  <a:pPr marL="426699" indent="-423312" defTabSz="1219140">
                    <a:buClr>
                      <a:srgbClr val="000000"/>
                    </a:buClr>
                    <a:buSzPts val="1400"/>
                    <a:buFont typeface="Roboto"/>
                    <a:buChar char="●"/>
                    <a:defRPr/>
                  </a:pPr>
                  <a:r>
                    <a:rPr lang="en" sz="1600" dirty="0">
                      <a:latin typeface="Source Sans Pro" panose="020B0503030403020204" pitchFamily="34" charset="0"/>
                      <a:ea typeface="Source Sans Pro" panose="020B0503030403020204" pitchFamily="34" charset="0"/>
                      <a:sym typeface="Arial"/>
                    </a:rPr>
                    <a:t>Current density parameters (7)</a:t>
                  </a:r>
                  <a:endParaRPr sz="1600" dirty="0">
                    <a:latin typeface="Source Sans Pro" panose="020B0503030403020204" pitchFamily="34" charset="0"/>
                    <a:ea typeface="Source Sans Pro" panose="020B0503030403020204" pitchFamily="34" charset="0"/>
                    <a:sym typeface="Arial"/>
                  </a:endParaRPr>
                </a:p>
              </p:txBody>
            </p:sp>
          </p:grpSp>
        </p:grpSp>
      </p:grpSp>
      <p:grpSp>
        <p:nvGrpSpPr>
          <p:cNvPr id="9" name="Grupo 8">
            <a:extLst>
              <a:ext uri="{FF2B5EF4-FFF2-40B4-BE49-F238E27FC236}">
                <a16:creationId xmlns:a16="http://schemas.microsoft.com/office/drawing/2014/main" id="{DEC0E9E0-C1E1-4213-AE06-C20EB72CC08E}"/>
              </a:ext>
            </a:extLst>
          </p:cNvPr>
          <p:cNvGrpSpPr/>
          <p:nvPr/>
        </p:nvGrpSpPr>
        <p:grpSpPr>
          <a:xfrm>
            <a:off x="8263360" y="1153680"/>
            <a:ext cx="3443418" cy="4717225"/>
            <a:chOff x="8263360" y="1153680"/>
            <a:chExt cx="3443418" cy="4717225"/>
          </a:xfrm>
        </p:grpSpPr>
        <p:pic>
          <p:nvPicPr>
            <p:cNvPr id="37" name="Picture 2" descr="Polarization curve of a PEM fuel cell; additional information in [35]. V* = Voltage loss caused by mixed potential and crossover.">
              <a:extLst>
                <a:ext uri="{FF2B5EF4-FFF2-40B4-BE49-F238E27FC236}">
                  <a16:creationId xmlns:a16="http://schemas.microsoft.com/office/drawing/2014/main" id="{ECAA66EE-4538-400F-B078-E987F7FA13A9}"/>
                </a:ext>
              </a:extLst>
            </p:cNvPr>
            <p:cNvPicPr>
              <a:picLocks noChangeAspect="1" noChangeArrowheads="1"/>
            </p:cNvPicPr>
            <p:nvPr/>
          </p:nvPicPr>
          <p:blipFill>
            <a:blip r:embed="rId3"/>
            <a:stretch/>
          </p:blipFill>
          <p:spPr bwMode="auto">
            <a:xfrm>
              <a:off x="8393404" y="2655429"/>
              <a:ext cx="2756809" cy="2166527"/>
            </a:xfrm>
            <a:prstGeom prst="rect">
              <a:avLst/>
            </a:prstGeom>
            <a:noFill/>
          </p:spPr>
        </p:pic>
        <p:grpSp>
          <p:nvGrpSpPr>
            <p:cNvPr id="8" name="Grupo 7">
              <a:extLst>
                <a:ext uri="{FF2B5EF4-FFF2-40B4-BE49-F238E27FC236}">
                  <a16:creationId xmlns:a16="http://schemas.microsoft.com/office/drawing/2014/main" id="{F7258EB5-7C04-4ADB-B311-278B66BB131A}"/>
                </a:ext>
              </a:extLst>
            </p:cNvPr>
            <p:cNvGrpSpPr/>
            <p:nvPr/>
          </p:nvGrpSpPr>
          <p:grpSpPr>
            <a:xfrm>
              <a:off x="8263360" y="1153680"/>
              <a:ext cx="3443418" cy="4717225"/>
              <a:chOff x="7637640" y="1143762"/>
              <a:chExt cx="3443418" cy="4717225"/>
            </a:xfrm>
          </p:grpSpPr>
          <p:sp>
            <p:nvSpPr>
              <p:cNvPr id="31" name="Google Shape;1856;p37">
                <a:extLst>
                  <a:ext uri="{FF2B5EF4-FFF2-40B4-BE49-F238E27FC236}">
                    <a16:creationId xmlns:a16="http://schemas.microsoft.com/office/drawing/2014/main" id="{DC2BD4E5-C95B-4219-ADD5-B1A585E3C2B5}"/>
                  </a:ext>
                </a:extLst>
              </p:cNvPr>
              <p:cNvSpPr/>
              <p:nvPr/>
            </p:nvSpPr>
            <p:spPr bwMode="auto">
              <a:xfrm>
                <a:off x="7637656" y="1503061"/>
                <a:ext cx="3123708" cy="4357926"/>
              </a:xfrm>
              <a:prstGeom prst="rect">
                <a:avLst/>
              </a:prstGeom>
              <a:solidFill>
                <a:srgbClr val="BBE555">
                  <a:alpha val="12549"/>
                </a:srgbClr>
              </a:solidFill>
              <a:ln>
                <a:noFill/>
              </a:ln>
            </p:spPr>
            <p:txBody>
              <a:bodyPr spcFirstLastPara="1" wrap="square" lIns="121900" tIns="121900" rIns="121900" bIns="121900" anchor="ctr" anchorCtr="0">
                <a:noAutofit/>
              </a:bodyPr>
              <a:lstStyle/>
              <a:p>
                <a:pPr defTabSz="1219140">
                  <a:buClr>
                    <a:srgbClr val="000000"/>
                  </a:buClr>
                  <a:defRPr/>
                </a:pPr>
                <a:endParaRPr sz="1851" kern="0" dirty="0">
                  <a:solidFill>
                    <a:srgbClr val="000000"/>
                  </a:solidFill>
                  <a:latin typeface="Arial"/>
                  <a:cs typeface="Arial"/>
                  <a:sym typeface="Arial"/>
                </a:endParaRPr>
              </a:p>
            </p:txBody>
          </p:sp>
          <p:sp>
            <p:nvSpPr>
              <p:cNvPr id="32" name="Google Shape;1860;p37">
                <a:extLst>
                  <a:ext uri="{FF2B5EF4-FFF2-40B4-BE49-F238E27FC236}">
                    <a16:creationId xmlns:a16="http://schemas.microsoft.com/office/drawing/2014/main" id="{26B29528-2993-4A98-9898-B683EED6F158}"/>
                  </a:ext>
                </a:extLst>
              </p:cNvPr>
              <p:cNvSpPr/>
              <p:nvPr/>
            </p:nvSpPr>
            <p:spPr bwMode="auto">
              <a:xfrm>
                <a:off x="7637640" y="1143762"/>
                <a:ext cx="3123708" cy="667264"/>
              </a:xfrm>
              <a:prstGeom prst="roundRect">
                <a:avLst>
                  <a:gd name="adj" fmla="val 50000"/>
                </a:avLst>
              </a:prstGeom>
              <a:solidFill>
                <a:schemeClr val="accent4"/>
              </a:solidFill>
              <a:ln>
                <a:noFill/>
              </a:ln>
            </p:spPr>
            <p:txBody>
              <a:bodyPr spcFirstLastPara="1" wrap="square" lIns="121900" tIns="121900" rIns="121900" bIns="121900" anchor="ctr" anchorCtr="0">
                <a:noAutofit/>
              </a:bodyPr>
              <a:lstStyle/>
              <a:p>
                <a:pPr defTabSz="1219140">
                  <a:buClr>
                    <a:srgbClr val="000000"/>
                  </a:buClr>
                  <a:defRPr/>
                </a:pPr>
                <a:endParaRPr sz="1851" kern="0">
                  <a:solidFill>
                    <a:srgbClr val="000000"/>
                  </a:solidFill>
                  <a:latin typeface="Arial"/>
                  <a:cs typeface="Arial"/>
                  <a:sym typeface="Arial"/>
                </a:endParaRPr>
              </a:p>
            </p:txBody>
          </p:sp>
          <p:grpSp>
            <p:nvGrpSpPr>
              <p:cNvPr id="33" name="Google Shape;1870;p37">
                <a:extLst>
                  <a:ext uri="{FF2B5EF4-FFF2-40B4-BE49-F238E27FC236}">
                    <a16:creationId xmlns:a16="http://schemas.microsoft.com/office/drawing/2014/main" id="{91D1E447-7AC2-4400-B204-3DAB0BAA906A}"/>
                  </a:ext>
                </a:extLst>
              </p:cNvPr>
              <p:cNvGrpSpPr/>
              <p:nvPr/>
            </p:nvGrpSpPr>
            <p:grpSpPr bwMode="auto">
              <a:xfrm>
                <a:off x="7915067" y="1296265"/>
                <a:ext cx="3165991" cy="4143672"/>
                <a:chOff x="2993515" y="1360475"/>
                <a:chExt cx="2704621" cy="3516775"/>
              </a:xfrm>
            </p:grpSpPr>
            <p:sp>
              <p:nvSpPr>
                <p:cNvPr id="34" name="Google Shape;1871;p37">
                  <a:extLst>
                    <a:ext uri="{FF2B5EF4-FFF2-40B4-BE49-F238E27FC236}">
                      <a16:creationId xmlns:a16="http://schemas.microsoft.com/office/drawing/2014/main" id="{3968A8DA-3B8E-42E0-B0CF-B677B4C9C1E9}"/>
                    </a:ext>
                  </a:extLst>
                </p:cNvPr>
                <p:cNvSpPr txBox="1"/>
                <p:nvPr/>
              </p:nvSpPr>
              <p:spPr bwMode="auto">
                <a:xfrm>
                  <a:off x="2999468" y="1360475"/>
                  <a:ext cx="2240400" cy="331800"/>
                </a:xfrm>
                <a:prstGeom prst="rect">
                  <a:avLst/>
                </a:prstGeom>
                <a:noFill/>
                <a:ln>
                  <a:noFill/>
                </a:ln>
              </p:spPr>
              <p:txBody>
                <a:bodyPr spcFirstLastPara="1" wrap="square" lIns="121900" tIns="121900" rIns="121900" bIns="121900" anchor="ctr" anchorCtr="0">
                  <a:noAutofit/>
                </a:bodyPr>
                <a:lstStyle/>
                <a:p>
                  <a:pPr algn="ctr" defTabSz="1219140">
                    <a:buClr>
                      <a:srgbClr val="000000"/>
                    </a:buClr>
                    <a:defRPr/>
                  </a:pPr>
                  <a:r>
                    <a:rPr lang="en" sz="2400" b="1" kern="0" dirty="0">
                      <a:solidFill>
                        <a:srgbClr val="FFFFFF"/>
                      </a:solidFill>
                      <a:latin typeface="Fira Sans Extra Condensed"/>
                      <a:ea typeface="Fira Sans Extra Condensed"/>
                      <a:cs typeface="Fira Sans Extra Condensed"/>
                      <a:sym typeface="Arial"/>
                    </a:rPr>
                    <a:t>Output</a:t>
                  </a:r>
                  <a:endParaRPr sz="2400" b="1" kern="0" dirty="0">
                    <a:solidFill>
                      <a:srgbClr val="FFFFFF"/>
                    </a:solidFill>
                    <a:latin typeface="Fira Sans Extra Condensed"/>
                    <a:ea typeface="Fira Sans Extra Condensed"/>
                    <a:cs typeface="Fira Sans Extra Condensed"/>
                    <a:sym typeface="Arial"/>
                  </a:endParaRPr>
                </a:p>
              </p:txBody>
            </p:sp>
            <p:sp>
              <p:nvSpPr>
                <p:cNvPr id="35" name="Google Shape;1873;p37">
                  <a:extLst>
                    <a:ext uri="{FF2B5EF4-FFF2-40B4-BE49-F238E27FC236}">
                      <a16:creationId xmlns:a16="http://schemas.microsoft.com/office/drawing/2014/main" id="{047460BA-E3CB-40B9-A367-3CA2C76C352B}"/>
                    </a:ext>
                  </a:extLst>
                </p:cNvPr>
                <p:cNvSpPr txBox="1"/>
                <p:nvPr/>
              </p:nvSpPr>
              <p:spPr bwMode="auto">
                <a:xfrm>
                  <a:off x="2993515" y="1957951"/>
                  <a:ext cx="2114400" cy="331800"/>
                </a:xfrm>
                <a:prstGeom prst="rect">
                  <a:avLst/>
                </a:prstGeom>
                <a:noFill/>
                <a:ln>
                  <a:noFill/>
                </a:ln>
              </p:spPr>
              <p:txBody>
                <a:bodyPr spcFirstLastPara="1" wrap="square" lIns="121900" tIns="121900" rIns="121900" bIns="121900" anchor="ctr" anchorCtr="0">
                  <a:noAutofit/>
                </a:bodyPr>
                <a:lstStyle/>
                <a:p>
                  <a:pPr defTabSz="1219140">
                    <a:buClr>
                      <a:srgbClr val="000000"/>
                    </a:buClr>
                    <a:defRPr/>
                  </a:pPr>
                  <a:r>
                    <a:rPr lang="en" sz="2400" b="1" kern="0">
                      <a:solidFill>
                        <a:srgbClr val="000000"/>
                      </a:solidFill>
                      <a:latin typeface="Fira Sans Extra Condensed"/>
                      <a:ea typeface="Fira Sans Extra Condensed"/>
                      <a:cs typeface="Fira Sans Extra Condensed"/>
                      <a:sym typeface="Arial"/>
                    </a:rPr>
                    <a:t>Polarization curve</a:t>
                  </a:r>
                  <a:endParaRPr sz="1400" kern="0">
                    <a:solidFill>
                      <a:srgbClr val="000000"/>
                    </a:solidFill>
                    <a:latin typeface="Arial"/>
                    <a:cs typeface="Arial"/>
                    <a:sym typeface="Arial"/>
                  </a:endParaRPr>
                </a:p>
              </p:txBody>
            </p:sp>
            <p:sp>
              <p:nvSpPr>
                <p:cNvPr id="36" name="Google Shape;1877;p37">
                  <a:extLst>
                    <a:ext uri="{FF2B5EF4-FFF2-40B4-BE49-F238E27FC236}">
                      <a16:creationId xmlns:a16="http://schemas.microsoft.com/office/drawing/2014/main" id="{6ADA6E7B-370F-4D87-B6C8-A376BC471C5A}"/>
                    </a:ext>
                  </a:extLst>
                </p:cNvPr>
                <p:cNvSpPr txBox="1"/>
                <p:nvPr/>
              </p:nvSpPr>
              <p:spPr bwMode="auto">
                <a:xfrm>
                  <a:off x="3457736" y="4316549"/>
                  <a:ext cx="2240400" cy="560701"/>
                </a:xfrm>
                <a:prstGeom prst="rect">
                  <a:avLst/>
                </a:prstGeom>
                <a:noFill/>
                <a:ln>
                  <a:noFill/>
                </a:ln>
              </p:spPr>
              <p:txBody>
                <a:bodyPr spcFirstLastPara="1" wrap="square" lIns="121900" tIns="121900" rIns="121900" bIns="121900" anchor="t" anchorCtr="0">
                  <a:noAutofit/>
                </a:bodyPr>
                <a:lstStyle/>
                <a:p>
                  <a:pPr marL="3387" defTabSz="1219140">
                    <a:buClr>
                      <a:srgbClr val="000000"/>
                    </a:buClr>
                    <a:buSzPts val="1400"/>
                    <a:defRPr/>
                  </a:pPr>
                  <a:endParaRPr sz="1851" kern="0">
                    <a:solidFill>
                      <a:srgbClr val="000000"/>
                    </a:solidFill>
                    <a:latin typeface="Roboto"/>
                    <a:ea typeface="Roboto"/>
                    <a:cs typeface="Roboto"/>
                    <a:sym typeface="Arial"/>
                  </a:endParaRPr>
                </a:p>
              </p:txBody>
            </p:sp>
          </p:grpSp>
        </p:grpSp>
      </p:grpSp>
      <p:sp>
        <p:nvSpPr>
          <p:cNvPr id="40" name="Google Shape;1877;p37">
            <a:extLst>
              <a:ext uri="{FF2B5EF4-FFF2-40B4-BE49-F238E27FC236}">
                <a16:creationId xmlns:a16="http://schemas.microsoft.com/office/drawing/2014/main" id="{C3F80D6E-A46B-4EDF-A96E-AFD4EFF04158}"/>
              </a:ext>
            </a:extLst>
          </p:cNvPr>
          <p:cNvSpPr txBox="1"/>
          <p:nvPr/>
        </p:nvSpPr>
        <p:spPr bwMode="auto">
          <a:xfrm>
            <a:off x="8590540" y="4851950"/>
            <a:ext cx="2622580" cy="968273"/>
          </a:xfrm>
          <a:prstGeom prst="rect">
            <a:avLst/>
          </a:prstGeom>
          <a:noFill/>
          <a:ln>
            <a:noFill/>
          </a:ln>
        </p:spPr>
        <p:txBody>
          <a:bodyPr spcFirstLastPara="1" wrap="square" lIns="121900" tIns="121900" rIns="121900" bIns="121900" anchor="t" anchorCtr="0">
            <a:noAutofit/>
          </a:bodyPr>
          <a:lstStyle/>
          <a:p>
            <a:pPr marL="3387" algn="ctr" defTabSz="1219140">
              <a:buClr>
                <a:srgbClr val="000000"/>
              </a:buClr>
              <a:buSzPts val="1400"/>
              <a:defRPr/>
            </a:pPr>
            <a:r>
              <a:rPr lang="en" sz="1600" dirty="0">
                <a:latin typeface="Source Sans Pro" panose="020B0503030403020204" pitchFamily="34" charset="0"/>
                <a:ea typeface="Source Sans Pro" panose="020B0503030403020204" pitchFamily="34" charset="0"/>
                <a:sym typeface="Arial"/>
              </a:rPr>
              <a:t>Evaluates performance under different operating conditions </a:t>
            </a:r>
            <a:endParaRPr sz="1600" dirty="0">
              <a:latin typeface="Source Sans Pro" panose="020B0503030403020204" pitchFamily="34" charset="0"/>
              <a:ea typeface="Source Sans Pro" panose="020B0503030403020204" pitchFamily="34" charset="0"/>
              <a:sym typeface="Arial"/>
            </a:endParaRPr>
          </a:p>
        </p:txBody>
      </p:sp>
      <p:grpSp>
        <p:nvGrpSpPr>
          <p:cNvPr id="2" name="Grupo 1">
            <a:extLst>
              <a:ext uri="{FF2B5EF4-FFF2-40B4-BE49-F238E27FC236}">
                <a16:creationId xmlns:a16="http://schemas.microsoft.com/office/drawing/2014/main" id="{314DB836-4C3C-4FA8-870F-EFD7652FFA92}"/>
              </a:ext>
            </a:extLst>
          </p:cNvPr>
          <p:cNvGrpSpPr/>
          <p:nvPr/>
        </p:nvGrpSpPr>
        <p:grpSpPr>
          <a:xfrm>
            <a:off x="4550224" y="1706063"/>
            <a:ext cx="3769224" cy="3900609"/>
            <a:chOff x="4268787" y="1788343"/>
            <a:chExt cx="3769224" cy="3900609"/>
          </a:xfrm>
        </p:grpSpPr>
        <p:grpSp>
          <p:nvGrpSpPr>
            <p:cNvPr id="41" name="Grupo 39">
              <a:extLst>
                <a:ext uri="{FF2B5EF4-FFF2-40B4-BE49-F238E27FC236}">
                  <a16:creationId xmlns:a16="http://schemas.microsoft.com/office/drawing/2014/main" id="{5FC5A0C2-42D4-4F01-BC69-C8DA8F5F8840}"/>
                </a:ext>
              </a:extLst>
            </p:cNvPr>
            <p:cNvGrpSpPr/>
            <p:nvPr/>
          </p:nvGrpSpPr>
          <p:grpSpPr bwMode="auto">
            <a:xfrm>
              <a:off x="4268787" y="1788343"/>
              <a:ext cx="3769224" cy="3900609"/>
              <a:chOff x="3718053" y="1350067"/>
              <a:chExt cx="4687667" cy="5027400"/>
            </a:xfrm>
          </p:grpSpPr>
          <p:sp>
            <p:nvSpPr>
              <p:cNvPr id="42" name="Google Shape;530;p20">
                <a:extLst>
                  <a:ext uri="{FF2B5EF4-FFF2-40B4-BE49-F238E27FC236}">
                    <a16:creationId xmlns:a16="http://schemas.microsoft.com/office/drawing/2014/main" id="{6C4E390B-BC6C-48FB-9C37-5489017E3EC5}"/>
                  </a:ext>
                </a:extLst>
              </p:cNvPr>
              <p:cNvSpPr/>
              <p:nvPr/>
            </p:nvSpPr>
            <p:spPr bwMode="auto">
              <a:xfrm>
                <a:off x="3718053" y="4046681"/>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44" name="Google Shape;532;p20">
                <a:extLst>
                  <a:ext uri="{FF2B5EF4-FFF2-40B4-BE49-F238E27FC236}">
                    <a16:creationId xmlns:a16="http://schemas.microsoft.com/office/drawing/2014/main" id="{404DE997-D633-4BC2-A9C7-4B55585919B9}"/>
                  </a:ext>
                </a:extLst>
              </p:cNvPr>
              <p:cNvSpPr/>
              <p:nvPr/>
            </p:nvSpPr>
            <p:spPr bwMode="auto">
              <a:xfrm>
                <a:off x="4848630" y="2300111"/>
                <a:ext cx="2833738" cy="4077356"/>
              </a:xfrm>
              <a:custGeom>
                <a:avLst/>
                <a:gdLst/>
                <a:ahLst/>
                <a:cxnLst/>
                <a:rect l="l" t="t" r="r" b="b"/>
                <a:pathLst>
                  <a:path w="49706" h="71520" extrusionOk="0">
                    <a:moveTo>
                      <a:pt x="2960" y="0"/>
                    </a:moveTo>
                    <a:lnTo>
                      <a:pt x="2789" y="14"/>
                    </a:lnTo>
                    <a:lnTo>
                      <a:pt x="2604" y="43"/>
                    </a:lnTo>
                    <a:lnTo>
                      <a:pt x="2434" y="85"/>
                    </a:lnTo>
                    <a:lnTo>
                      <a:pt x="2263" y="128"/>
                    </a:lnTo>
                    <a:lnTo>
                      <a:pt x="2106" y="171"/>
                    </a:lnTo>
                    <a:lnTo>
                      <a:pt x="1936" y="242"/>
                    </a:lnTo>
                    <a:lnTo>
                      <a:pt x="1779" y="313"/>
                    </a:lnTo>
                    <a:lnTo>
                      <a:pt x="1637" y="384"/>
                    </a:lnTo>
                    <a:lnTo>
                      <a:pt x="1480" y="470"/>
                    </a:lnTo>
                    <a:lnTo>
                      <a:pt x="1338" y="569"/>
                    </a:lnTo>
                    <a:lnTo>
                      <a:pt x="1210" y="669"/>
                    </a:lnTo>
                    <a:lnTo>
                      <a:pt x="1082" y="783"/>
                    </a:lnTo>
                    <a:lnTo>
                      <a:pt x="954" y="897"/>
                    </a:lnTo>
                    <a:lnTo>
                      <a:pt x="840" y="1010"/>
                    </a:lnTo>
                    <a:lnTo>
                      <a:pt x="726" y="1138"/>
                    </a:lnTo>
                    <a:lnTo>
                      <a:pt x="555" y="1352"/>
                    </a:lnTo>
                    <a:lnTo>
                      <a:pt x="413" y="1580"/>
                    </a:lnTo>
                    <a:lnTo>
                      <a:pt x="299" y="1807"/>
                    </a:lnTo>
                    <a:lnTo>
                      <a:pt x="185" y="2063"/>
                    </a:lnTo>
                    <a:lnTo>
                      <a:pt x="114" y="2320"/>
                    </a:lnTo>
                    <a:lnTo>
                      <a:pt x="43" y="2590"/>
                    </a:lnTo>
                    <a:lnTo>
                      <a:pt x="15" y="2860"/>
                    </a:lnTo>
                    <a:lnTo>
                      <a:pt x="0" y="3145"/>
                    </a:lnTo>
                    <a:lnTo>
                      <a:pt x="0" y="43529"/>
                    </a:lnTo>
                    <a:lnTo>
                      <a:pt x="15" y="44042"/>
                    </a:lnTo>
                    <a:lnTo>
                      <a:pt x="57" y="44554"/>
                    </a:lnTo>
                    <a:lnTo>
                      <a:pt x="128" y="45080"/>
                    </a:lnTo>
                    <a:lnTo>
                      <a:pt x="228" y="45607"/>
                    </a:lnTo>
                    <a:lnTo>
                      <a:pt x="356" y="46133"/>
                    </a:lnTo>
                    <a:lnTo>
                      <a:pt x="498" y="46660"/>
                    </a:lnTo>
                    <a:lnTo>
                      <a:pt x="669" y="47201"/>
                    </a:lnTo>
                    <a:lnTo>
                      <a:pt x="868" y="47741"/>
                    </a:lnTo>
                    <a:lnTo>
                      <a:pt x="1082" y="48282"/>
                    </a:lnTo>
                    <a:lnTo>
                      <a:pt x="1324" y="48823"/>
                    </a:lnTo>
                    <a:lnTo>
                      <a:pt x="1594" y="49364"/>
                    </a:lnTo>
                    <a:lnTo>
                      <a:pt x="1864" y="49904"/>
                    </a:lnTo>
                    <a:lnTo>
                      <a:pt x="2163" y="50445"/>
                    </a:lnTo>
                    <a:lnTo>
                      <a:pt x="2491" y="50986"/>
                    </a:lnTo>
                    <a:lnTo>
                      <a:pt x="2818" y="51527"/>
                    </a:lnTo>
                    <a:lnTo>
                      <a:pt x="3174" y="52082"/>
                    </a:lnTo>
                    <a:lnTo>
                      <a:pt x="3529" y="52622"/>
                    </a:lnTo>
                    <a:lnTo>
                      <a:pt x="3914" y="53163"/>
                    </a:lnTo>
                    <a:lnTo>
                      <a:pt x="4312" y="53690"/>
                    </a:lnTo>
                    <a:lnTo>
                      <a:pt x="4710" y="54230"/>
                    </a:lnTo>
                    <a:lnTo>
                      <a:pt x="5137" y="54771"/>
                    </a:lnTo>
                    <a:lnTo>
                      <a:pt x="5564" y="55298"/>
                    </a:lnTo>
                    <a:lnTo>
                      <a:pt x="5991" y="55824"/>
                    </a:lnTo>
                    <a:lnTo>
                      <a:pt x="6446" y="56351"/>
                    </a:lnTo>
                    <a:lnTo>
                      <a:pt x="7357" y="57389"/>
                    </a:lnTo>
                    <a:lnTo>
                      <a:pt x="8311" y="58400"/>
                    </a:lnTo>
                    <a:lnTo>
                      <a:pt x="9264" y="59396"/>
                    </a:lnTo>
                    <a:lnTo>
                      <a:pt x="10246" y="60363"/>
                    </a:lnTo>
                    <a:lnTo>
                      <a:pt x="11213" y="61317"/>
                    </a:lnTo>
                    <a:lnTo>
                      <a:pt x="12195" y="62228"/>
                    </a:lnTo>
                    <a:lnTo>
                      <a:pt x="13149" y="63096"/>
                    </a:lnTo>
                    <a:lnTo>
                      <a:pt x="14102" y="63935"/>
                    </a:lnTo>
                    <a:lnTo>
                      <a:pt x="15013" y="64746"/>
                    </a:lnTo>
                    <a:lnTo>
                      <a:pt x="15909" y="65500"/>
                    </a:lnTo>
                    <a:lnTo>
                      <a:pt x="16763" y="66212"/>
                    </a:lnTo>
                    <a:lnTo>
                      <a:pt x="17560" y="66881"/>
                    </a:lnTo>
                    <a:lnTo>
                      <a:pt x="19011" y="68048"/>
                    </a:lnTo>
                    <a:lnTo>
                      <a:pt x="20178" y="68987"/>
                    </a:lnTo>
                    <a:lnTo>
                      <a:pt x="21032" y="69670"/>
                    </a:lnTo>
                    <a:lnTo>
                      <a:pt x="21317" y="69897"/>
                    </a:lnTo>
                    <a:lnTo>
                      <a:pt x="21487" y="70068"/>
                    </a:lnTo>
                    <a:lnTo>
                      <a:pt x="21672" y="70239"/>
                    </a:lnTo>
                    <a:lnTo>
                      <a:pt x="21872" y="70410"/>
                    </a:lnTo>
                    <a:lnTo>
                      <a:pt x="22071" y="70566"/>
                    </a:lnTo>
                    <a:lnTo>
                      <a:pt x="22270" y="70709"/>
                    </a:lnTo>
                    <a:lnTo>
                      <a:pt x="22484" y="70837"/>
                    </a:lnTo>
                    <a:lnTo>
                      <a:pt x="22697" y="70950"/>
                    </a:lnTo>
                    <a:lnTo>
                      <a:pt x="22910" y="71064"/>
                    </a:lnTo>
                    <a:lnTo>
                      <a:pt x="23138" y="71164"/>
                    </a:lnTo>
                    <a:lnTo>
                      <a:pt x="23366" y="71249"/>
                    </a:lnTo>
                    <a:lnTo>
                      <a:pt x="23593" y="71320"/>
                    </a:lnTo>
                    <a:lnTo>
                      <a:pt x="23821" y="71377"/>
                    </a:lnTo>
                    <a:lnTo>
                      <a:pt x="24049" y="71434"/>
                    </a:lnTo>
                    <a:lnTo>
                      <a:pt x="24291" y="71477"/>
                    </a:lnTo>
                    <a:lnTo>
                      <a:pt x="24533" y="71505"/>
                    </a:lnTo>
                    <a:lnTo>
                      <a:pt x="24760" y="71520"/>
                    </a:lnTo>
                    <a:lnTo>
                      <a:pt x="25244" y="71520"/>
                    </a:lnTo>
                    <a:lnTo>
                      <a:pt x="25472" y="71505"/>
                    </a:lnTo>
                    <a:lnTo>
                      <a:pt x="25714" y="71477"/>
                    </a:lnTo>
                    <a:lnTo>
                      <a:pt x="25956" y="71434"/>
                    </a:lnTo>
                    <a:lnTo>
                      <a:pt x="26183" y="71377"/>
                    </a:lnTo>
                    <a:lnTo>
                      <a:pt x="26411" y="71320"/>
                    </a:lnTo>
                    <a:lnTo>
                      <a:pt x="26639" y="71249"/>
                    </a:lnTo>
                    <a:lnTo>
                      <a:pt x="26866" y="71164"/>
                    </a:lnTo>
                    <a:lnTo>
                      <a:pt x="27094" y="71064"/>
                    </a:lnTo>
                    <a:lnTo>
                      <a:pt x="27307" y="70950"/>
                    </a:lnTo>
                    <a:lnTo>
                      <a:pt x="27521" y="70837"/>
                    </a:lnTo>
                    <a:lnTo>
                      <a:pt x="27734" y="70709"/>
                    </a:lnTo>
                    <a:lnTo>
                      <a:pt x="27934" y="70566"/>
                    </a:lnTo>
                    <a:lnTo>
                      <a:pt x="28133" y="70410"/>
                    </a:lnTo>
                    <a:lnTo>
                      <a:pt x="28318" y="70253"/>
                    </a:lnTo>
                    <a:lnTo>
                      <a:pt x="28503" y="70068"/>
                    </a:lnTo>
                    <a:lnTo>
                      <a:pt x="28645" y="69926"/>
                    </a:lnTo>
                    <a:lnTo>
                      <a:pt x="28787" y="69798"/>
                    </a:lnTo>
                    <a:lnTo>
                      <a:pt x="29001" y="69613"/>
                    </a:lnTo>
                    <a:lnTo>
                      <a:pt x="29627" y="69101"/>
                    </a:lnTo>
                    <a:lnTo>
                      <a:pt x="31548" y="67535"/>
                    </a:lnTo>
                    <a:lnTo>
                      <a:pt x="32786" y="66511"/>
                    </a:lnTo>
                    <a:lnTo>
                      <a:pt x="34166" y="65344"/>
                    </a:lnTo>
                    <a:lnTo>
                      <a:pt x="35646" y="64049"/>
                    </a:lnTo>
                    <a:lnTo>
                      <a:pt x="36415" y="63352"/>
                    </a:lnTo>
                    <a:lnTo>
                      <a:pt x="37197" y="62640"/>
                    </a:lnTo>
                    <a:lnTo>
                      <a:pt x="37994" y="61900"/>
                    </a:lnTo>
                    <a:lnTo>
                      <a:pt x="38791" y="61132"/>
                    </a:lnTo>
                    <a:lnTo>
                      <a:pt x="39602" y="60335"/>
                    </a:lnTo>
                    <a:lnTo>
                      <a:pt x="40399" y="59538"/>
                    </a:lnTo>
                    <a:lnTo>
                      <a:pt x="41196" y="58713"/>
                    </a:lnTo>
                    <a:lnTo>
                      <a:pt x="41978" y="57873"/>
                    </a:lnTo>
                    <a:lnTo>
                      <a:pt x="42747" y="57019"/>
                    </a:lnTo>
                    <a:lnTo>
                      <a:pt x="43487" y="56151"/>
                    </a:lnTo>
                    <a:lnTo>
                      <a:pt x="44213" y="55269"/>
                    </a:lnTo>
                    <a:lnTo>
                      <a:pt x="44910" y="54373"/>
                    </a:lnTo>
                    <a:lnTo>
                      <a:pt x="45579" y="53490"/>
                    </a:lnTo>
                    <a:lnTo>
                      <a:pt x="46219" y="52580"/>
                    </a:lnTo>
                    <a:lnTo>
                      <a:pt x="46518" y="52139"/>
                    </a:lnTo>
                    <a:lnTo>
                      <a:pt x="46817" y="51683"/>
                    </a:lnTo>
                    <a:lnTo>
                      <a:pt x="47087" y="51228"/>
                    </a:lnTo>
                    <a:lnTo>
                      <a:pt x="47357" y="50772"/>
                    </a:lnTo>
                    <a:lnTo>
                      <a:pt x="47614" y="50331"/>
                    </a:lnTo>
                    <a:lnTo>
                      <a:pt x="47870" y="49876"/>
                    </a:lnTo>
                    <a:lnTo>
                      <a:pt x="48097" y="49421"/>
                    </a:lnTo>
                    <a:lnTo>
                      <a:pt x="48311" y="48965"/>
                    </a:lnTo>
                    <a:lnTo>
                      <a:pt x="48624" y="48268"/>
                    </a:lnTo>
                    <a:lnTo>
                      <a:pt x="48894" y="47585"/>
                    </a:lnTo>
                    <a:lnTo>
                      <a:pt x="49022" y="47229"/>
                    </a:lnTo>
                    <a:lnTo>
                      <a:pt x="49136" y="46888"/>
                    </a:lnTo>
                    <a:lnTo>
                      <a:pt x="49250" y="46546"/>
                    </a:lnTo>
                    <a:lnTo>
                      <a:pt x="49335" y="46205"/>
                    </a:lnTo>
                    <a:lnTo>
                      <a:pt x="49421" y="45863"/>
                    </a:lnTo>
                    <a:lnTo>
                      <a:pt x="49492" y="45522"/>
                    </a:lnTo>
                    <a:lnTo>
                      <a:pt x="49563" y="45194"/>
                    </a:lnTo>
                    <a:lnTo>
                      <a:pt x="49606" y="44853"/>
                    </a:lnTo>
                    <a:lnTo>
                      <a:pt x="49648" y="44526"/>
                    </a:lnTo>
                    <a:lnTo>
                      <a:pt x="49677" y="44184"/>
                    </a:lnTo>
                    <a:lnTo>
                      <a:pt x="49705" y="43857"/>
                    </a:lnTo>
                    <a:lnTo>
                      <a:pt x="49705" y="43529"/>
                    </a:lnTo>
                    <a:lnTo>
                      <a:pt x="49705" y="3145"/>
                    </a:lnTo>
                    <a:lnTo>
                      <a:pt x="49691" y="2818"/>
                    </a:lnTo>
                    <a:lnTo>
                      <a:pt x="49648" y="2505"/>
                    </a:lnTo>
                    <a:lnTo>
                      <a:pt x="49563" y="2206"/>
                    </a:lnTo>
                    <a:lnTo>
                      <a:pt x="49463" y="1921"/>
                    </a:lnTo>
                    <a:lnTo>
                      <a:pt x="49321" y="1651"/>
                    </a:lnTo>
                    <a:lnTo>
                      <a:pt x="49165" y="1380"/>
                    </a:lnTo>
                    <a:lnTo>
                      <a:pt x="48994" y="1138"/>
                    </a:lnTo>
                    <a:lnTo>
                      <a:pt x="48780" y="925"/>
                    </a:lnTo>
                    <a:lnTo>
                      <a:pt x="48567" y="712"/>
                    </a:lnTo>
                    <a:lnTo>
                      <a:pt x="48325" y="541"/>
                    </a:lnTo>
                    <a:lnTo>
                      <a:pt x="48055" y="384"/>
                    </a:lnTo>
                    <a:lnTo>
                      <a:pt x="47784" y="242"/>
                    </a:lnTo>
                    <a:lnTo>
                      <a:pt x="47500" y="142"/>
                    </a:lnTo>
                    <a:lnTo>
                      <a:pt x="47201" y="57"/>
                    </a:lnTo>
                    <a:lnTo>
                      <a:pt x="46888" y="14"/>
                    </a:lnTo>
                    <a:lnTo>
                      <a:pt x="46561" y="0"/>
                    </a:lnTo>
                    <a:close/>
                  </a:path>
                </a:pathLst>
              </a:custGeom>
              <a:solidFill>
                <a:srgbClr val="2776EA">
                  <a:alpha val="12549"/>
                </a:srgbClr>
              </a:solidFill>
              <a:ln>
                <a:noFill/>
              </a:ln>
            </p:spPr>
            <p:txBody>
              <a:bodyPr spcFirstLastPara="1" wrap="square" lIns="121900" tIns="121900" rIns="121900" bIns="121900" anchor="ctr" anchorCtr="0">
                <a:noAutofit/>
              </a:bodyPr>
              <a:lstStyle/>
              <a:p>
                <a:pPr defTabSz="1219110">
                  <a:buClr>
                    <a:srgbClr val="000000"/>
                  </a:buClr>
                  <a:defRPr/>
                </a:pPr>
                <a:endParaRPr sz="1851" kern="0" dirty="0">
                  <a:solidFill>
                    <a:srgbClr val="000000"/>
                  </a:solidFill>
                  <a:latin typeface="Arial"/>
                  <a:cs typeface="Arial"/>
                  <a:sym typeface="Arial"/>
                </a:endParaRPr>
              </a:p>
            </p:txBody>
          </p:sp>
          <p:sp>
            <p:nvSpPr>
              <p:cNvPr id="43" name="Google Shape;531;p20">
                <a:extLst>
                  <a:ext uri="{FF2B5EF4-FFF2-40B4-BE49-F238E27FC236}">
                    <a16:creationId xmlns:a16="http://schemas.microsoft.com/office/drawing/2014/main" id="{C1E5DF6A-1787-48D5-9651-0C484F697003}"/>
                  </a:ext>
                </a:extLst>
              </p:cNvPr>
              <p:cNvSpPr/>
              <p:nvPr/>
            </p:nvSpPr>
            <p:spPr bwMode="auto">
              <a:xfrm>
                <a:off x="7929336" y="2551514"/>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45" name="Google Shape;533;p20">
                <a:extLst>
                  <a:ext uri="{FF2B5EF4-FFF2-40B4-BE49-F238E27FC236}">
                    <a16:creationId xmlns:a16="http://schemas.microsoft.com/office/drawing/2014/main" id="{E6BF9733-DE05-4468-BBB1-CF1CDD646EB9}"/>
                  </a:ext>
                </a:extLst>
              </p:cNvPr>
              <p:cNvSpPr/>
              <p:nvPr/>
            </p:nvSpPr>
            <p:spPr bwMode="auto">
              <a:xfrm>
                <a:off x="4678689" y="2163798"/>
                <a:ext cx="2833738" cy="4077355"/>
              </a:xfrm>
              <a:custGeom>
                <a:avLst/>
                <a:gdLst/>
                <a:ahLst/>
                <a:cxnLst/>
                <a:rect l="l" t="t" r="r" b="b"/>
                <a:pathLst>
                  <a:path w="49706" h="71520" fill="none" extrusionOk="0">
                    <a:moveTo>
                      <a:pt x="46561" y="0"/>
                    </a:moveTo>
                    <a:lnTo>
                      <a:pt x="3145" y="0"/>
                    </a:lnTo>
                    <a:lnTo>
                      <a:pt x="3145" y="0"/>
                    </a:lnTo>
                    <a:lnTo>
                      <a:pt x="2960" y="0"/>
                    </a:lnTo>
                    <a:lnTo>
                      <a:pt x="2789" y="14"/>
                    </a:lnTo>
                    <a:lnTo>
                      <a:pt x="2604" y="43"/>
                    </a:lnTo>
                    <a:lnTo>
                      <a:pt x="2434" y="85"/>
                    </a:lnTo>
                    <a:lnTo>
                      <a:pt x="2263" y="128"/>
                    </a:lnTo>
                    <a:lnTo>
                      <a:pt x="2106" y="171"/>
                    </a:lnTo>
                    <a:lnTo>
                      <a:pt x="1936" y="242"/>
                    </a:lnTo>
                    <a:lnTo>
                      <a:pt x="1779" y="313"/>
                    </a:lnTo>
                    <a:lnTo>
                      <a:pt x="1637" y="384"/>
                    </a:lnTo>
                    <a:lnTo>
                      <a:pt x="1480" y="470"/>
                    </a:lnTo>
                    <a:lnTo>
                      <a:pt x="1338" y="569"/>
                    </a:lnTo>
                    <a:lnTo>
                      <a:pt x="1210" y="669"/>
                    </a:lnTo>
                    <a:lnTo>
                      <a:pt x="1082" y="783"/>
                    </a:lnTo>
                    <a:lnTo>
                      <a:pt x="954" y="897"/>
                    </a:lnTo>
                    <a:lnTo>
                      <a:pt x="840" y="1010"/>
                    </a:lnTo>
                    <a:lnTo>
                      <a:pt x="726" y="1138"/>
                    </a:lnTo>
                    <a:lnTo>
                      <a:pt x="726" y="1138"/>
                    </a:lnTo>
                    <a:lnTo>
                      <a:pt x="555" y="1352"/>
                    </a:lnTo>
                    <a:lnTo>
                      <a:pt x="413" y="1580"/>
                    </a:lnTo>
                    <a:lnTo>
                      <a:pt x="299" y="1807"/>
                    </a:lnTo>
                    <a:lnTo>
                      <a:pt x="185" y="2063"/>
                    </a:lnTo>
                    <a:lnTo>
                      <a:pt x="114" y="2320"/>
                    </a:lnTo>
                    <a:lnTo>
                      <a:pt x="43" y="2590"/>
                    </a:lnTo>
                    <a:lnTo>
                      <a:pt x="15" y="2860"/>
                    </a:lnTo>
                    <a:lnTo>
                      <a:pt x="0" y="3145"/>
                    </a:lnTo>
                    <a:lnTo>
                      <a:pt x="0" y="43529"/>
                    </a:lnTo>
                    <a:lnTo>
                      <a:pt x="0" y="43529"/>
                    </a:lnTo>
                    <a:lnTo>
                      <a:pt x="15" y="44042"/>
                    </a:lnTo>
                    <a:lnTo>
                      <a:pt x="57" y="44554"/>
                    </a:lnTo>
                    <a:lnTo>
                      <a:pt x="128" y="45080"/>
                    </a:lnTo>
                    <a:lnTo>
                      <a:pt x="228" y="45607"/>
                    </a:lnTo>
                    <a:lnTo>
                      <a:pt x="356" y="46133"/>
                    </a:lnTo>
                    <a:lnTo>
                      <a:pt x="498" y="46660"/>
                    </a:lnTo>
                    <a:lnTo>
                      <a:pt x="669" y="47201"/>
                    </a:lnTo>
                    <a:lnTo>
                      <a:pt x="868" y="47741"/>
                    </a:lnTo>
                    <a:lnTo>
                      <a:pt x="1082" y="48282"/>
                    </a:lnTo>
                    <a:lnTo>
                      <a:pt x="1324" y="48823"/>
                    </a:lnTo>
                    <a:lnTo>
                      <a:pt x="1594" y="49364"/>
                    </a:lnTo>
                    <a:lnTo>
                      <a:pt x="1864" y="49904"/>
                    </a:lnTo>
                    <a:lnTo>
                      <a:pt x="2163" y="50445"/>
                    </a:lnTo>
                    <a:lnTo>
                      <a:pt x="2491" y="50986"/>
                    </a:lnTo>
                    <a:lnTo>
                      <a:pt x="2818" y="51527"/>
                    </a:lnTo>
                    <a:lnTo>
                      <a:pt x="3174" y="52082"/>
                    </a:lnTo>
                    <a:lnTo>
                      <a:pt x="3529" y="52622"/>
                    </a:lnTo>
                    <a:lnTo>
                      <a:pt x="3914" y="53163"/>
                    </a:lnTo>
                    <a:lnTo>
                      <a:pt x="4312" y="53690"/>
                    </a:lnTo>
                    <a:lnTo>
                      <a:pt x="4710" y="54230"/>
                    </a:lnTo>
                    <a:lnTo>
                      <a:pt x="5137" y="54771"/>
                    </a:lnTo>
                    <a:lnTo>
                      <a:pt x="5564" y="55298"/>
                    </a:lnTo>
                    <a:lnTo>
                      <a:pt x="5991" y="55824"/>
                    </a:lnTo>
                    <a:lnTo>
                      <a:pt x="6446" y="56351"/>
                    </a:lnTo>
                    <a:lnTo>
                      <a:pt x="7357" y="57389"/>
                    </a:lnTo>
                    <a:lnTo>
                      <a:pt x="8311" y="58400"/>
                    </a:lnTo>
                    <a:lnTo>
                      <a:pt x="9264" y="59396"/>
                    </a:lnTo>
                    <a:lnTo>
                      <a:pt x="10246" y="60363"/>
                    </a:lnTo>
                    <a:lnTo>
                      <a:pt x="11213" y="61317"/>
                    </a:lnTo>
                    <a:lnTo>
                      <a:pt x="12195" y="62228"/>
                    </a:lnTo>
                    <a:lnTo>
                      <a:pt x="13149" y="63096"/>
                    </a:lnTo>
                    <a:lnTo>
                      <a:pt x="14102" y="63935"/>
                    </a:lnTo>
                    <a:lnTo>
                      <a:pt x="15013" y="64746"/>
                    </a:lnTo>
                    <a:lnTo>
                      <a:pt x="15909" y="65500"/>
                    </a:lnTo>
                    <a:lnTo>
                      <a:pt x="16763" y="66212"/>
                    </a:lnTo>
                    <a:lnTo>
                      <a:pt x="17560" y="66881"/>
                    </a:lnTo>
                    <a:lnTo>
                      <a:pt x="19011" y="68048"/>
                    </a:lnTo>
                    <a:lnTo>
                      <a:pt x="20178" y="68987"/>
                    </a:lnTo>
                    <a:lnTo>
                      <a:pt x="21032" y="69670"/>
                    </a:lnTo>
                    <a:lnTo>
                      <a:pt x="21317" y="69897"/>
                    </a:lnTo>
                    <a:lnTo>
                      <a:pt x="21487" y="70068"/>
                    </a:lnTo>
                    <a:lnTo>
                      <a:pt x="21487" y="70068"/>
                    </a:lnTo>
                    <a:lnTo>
                      <a:pt x="21672" y="70239"/>
                    </a:lnTo>
                    <a:lnTo>
                      <a:pt x="21872" y="70410"/>
                    </a:lnTo>
                    <a:lnTo>
                      <a:pt x="22071" y="70566"/>
                    </a:lnTo>
                    <a:lnTo>
                      <a:pt x="22270" y="70709"/>
                    </a:lnTo>
                    <a:lnTo>
                      <a:pt x="22484" y="70837"/>
                    </a:lnTo>
                    <a:lnTo>
                      <a:pt x="22697" y="70950"/>
                    </a:lnTo>
                    <a:lnTo>
                      <a:pt x="22910" y="71064"/>
                    </a:lnTo>
                    <a:lnTo>
                      <a:pt x="23138" y="71164"/>
                    </a:lnTo>
                    <a:lnTo>
                      <a:pt x="23366" y="71249"/>
                    </a:lnTo>
                    <a:lnTo>
                      <a:pt x="23593" y="71320"/>
                    </a:lnTo>
                    <a:lnTo>
                      <a:pt x="23821" y="71377"/>
                    </a:lnTo>
                    <a:lnTo>
                      <a:pt x="24049" y="71434"/>
                    </a:lnTo>
                    <a:lnTo>
                      <a:pt x="24291" y="71477"/>
                    </a:lnTo>
                    <a:lnTo>
                      <a:pt x="24533" y="71505"/>
                    </a:lnTo>
                    <a:lnTo>
                      <a:pt x="24760" y="71520"/>
                    </a:lnTo>
                    <a:lnTo>
                      <a:pt x="25002" y="71520"/>
                    </a:lnTo>
                    <a:lnTo>
                      <a:pt x="25002" y="71520"/>
                    </a:lnTo>
                    <a:lnTo>
                      <a:pt x="25244" y="71520"/>
                    </a:lnTo>
                    <a:lnTo>
                      <a:pt x="25472" y="71505"/>
                    </a:lnTo>
                    <a:lnTo>
                      <a:pt x="25714" y="71477"/>
                    </a:lnTo>
                    <a:lnTo>
                      <a:pt x="25956" y="71434"/>
                    </a:lnTo>
                    <a:lnTo>
                      <a:pt x="26183" y="71377"/>
                    </a:lnTo>
                    <a:lnTo>
                      <a:pt x="26411" y="71320"/>
                    </a:lnTo>
                    <a:lnTo>
                      <a:pt x="26639" y="71249"/>
                    </a:lnTo>
                    <a:lnTo>
                      <a:pt x="26866" y="71164"/>
                    </a:lnTo>
                    <a:lnTo>
                      <a:pt x="27094" y="71064"/>
                    </a:lnTo>
                    <a:lnTo>
                      <a:pt x="27307" y="70950"/>
                    </a:lnTo>
                    <a:lnTo>
                      <a:pt x="27521" y="70837"/>
                    </a:lnTo>
                    <a:lnTo>
                      <a:pt x="27734" y="70709"/>
                    </a:lnTo>
                    <a:lnTo>
                      <a:pt x="27934" y="70566"/>
                    </a:lnTo>
                    <a:lnTo>
                      <a:pt x="28133" y="70410"/>
                    </a:lnTo>
                    <a:lnTo>
                      <a:pt x="28318" y="70253"/>
                    </a:lnTo>
                    <a:lnTo>
                      <a:pt x="28503" y="70068"/>
                    </a:lnTo>
                    <a:lnTo>
                      <a:pt x="28503" y="70068"/>
                    </a:lnTo>
                    <a:lnTo>
                      <a:pt x="28645" y="69926"/>
                    </a:lnTo>
                    <a:lnTo>
                      <a:pt x="28645" y="69926"/>
                    </a:lnTo>
                    <a:lnTo>
                      <a:pt x="28787" y="69798"/>
                    </a:lnTo>
                    <a:lnTo>
                      <a:pt x="29001" y="69613"/>
                    </a:lnTo>
                    <a:lnTo>
                      <a:pt x="29627" y="69101"/>
                    </a:lnTo>
                    <a:lnTo>
                      <a:pt x="31548" y="67535"/>
                    </a:lnTo>
                    <a:lnTo>
                      <a:pt x="32786" y="66511"/>
                    </a:lnTo>
                    <a:lnTo>
                      <a:pt x="34166" y="65344"/>
                    </a:lnTo>
                    <a:lnTo>
                      <a:pt x="35646" y="64049"/>
                    </a:lnTo>
                    <a:lnTo>
                      <a:pt x="36415" y="63352"/>
                    </a:lnTo>
                    <a:lnTo>
                      <a:pt x="37197" y="62640"/>
                    </a:lnTo>
                    <a:lnTo>
                      <a:pt x="37994" y="61900"/>
                    </a:lnTo>
                    <a:lnTo>
                      <a:pt x="38791" y="61132"/>
                    </a:lnTo>
                    <a:lnTo>
                      <a:pt x="39602" y="60335"/>
                    </a:lnTo>
                    <a:lnTo>
                      <a:pt x="40399" y="59538"/>
                    </a:lnTo>
                    <a:lnTo>
                      <a:pt x="41196" y="58713"/>
                    </a:lnTo>
                    <a:lnTo>
                      <a:pt x="41978" y="57873"/>
                    </a:lnTo>
                    <a:lnTo>
                      <a:pt x="42747" y="57019"/>
                    </a:lnTo>
                    <a:lnTo>
                      <a:pt x="43487" y="56151"/>
                    </a:lnTo>
                    <a:lnTo>
                      <a:pt x="44213" y="55269"/>
                    </a:lnTo>
                    <a:lnTo>
                      <a:pt x="44910" y="54373"/>
                    </a:lnTo>
                    <a:lnTo>
                      <a:pt x="45579" y="53490"/>
                    </a:lnTo>
                    <a:lnTo>
                      <a:pt x="46219" y="52580"/>
                    </a:lnTo>
                    <a:lnTo>
                      <a:pt x="46518" y="52139"/>
                    </a:lnTo>
                    <a:lnTo>
                      <a:pt x="46817" y="51683"/>
                    </a:lnTo>
                    <a:lnTo>
                      <a:pt x="47087" y="51228"/>
                    </a:lnTo>
                    <a:lnTo>
                      <a:pt x="47357" y="50772"/>
                    </a:lnTo>
                    <a:lnTo>
                      <a:pt x="47614" y="50331"/>
                    </a:lnTo>
                    <a:lnTo>
                      <a:pt x="47870" y="49876"/>
                    </a:lnTo>
                    <a:lnTo>
                      <a:pt x="48097" y="49421"/>
                    </a:lnTo>
                    <a:lnTo>
                      <a:pt x="48311" y="48965"/>
                    </a:lnTo>
                    <a:lnTo>
                      <a:pt x="48311" y="48965"/>
                    </a:lnTo>
                    <a:lnTo>
                      <a:pt x="48624" y="48268"/>
                    </a:lnTo>
                    <a:lnTo>
                      <a:pt x="48894" y="47585"/>
                    </a:lnTo>
                    <a:lnTo>
                      <a:pt x="49022" y="47229"/>
                    </a:lnTo>
                    <a:lnTo>
                      <a:pt x="49136" y="46888"/>
                    </a:lnTo>
                    <a:lnTo>
                      <a:pt x="49250" y="46546"/>
                    </a:lnTo>
                    <a:lnTo>
                      <a:pt x="49335" y="46205"/>
                    </a:lnTo>
                    <a:lnTo>
                      <a:pt x="49421" y="45863"/>
                    </a:lnTo>
                    <a:lnTo>
                      <a:pt x="49492" y="45522"/>
                    </a:lnTo>
                    <a:lnTo>
                      <a:pt x="49563" y="45194"/>
                    </a:lnTo>
                    <a:lnTo>
                      <a:pt x="49606" y="44853"/>
                    </a:lnTo>
                    <a:lnTo>
                      <a:pt x="49648" y="44526"/>
                    </a:lnTo>
                    <a:lnTo>
                      <a:pt x="49677" y="44184"/>
                    </a:lnTo>
                    <a:lnTo>
                      <a:pt x="49705" y="43857"/>
                    </a:lnTo>
                    <a:lnTo>
                      <a:pt x="49705" y="43529"/>
                    </a:lnTo>
                    <a:lnTo>
                      <a:pt x="49705" y="3145"/>
                    </a:lnTo>
                    <a:lnTo>
                      <a:pt x="49705" y="3145"/>
                    </a:lnTo>
                    <a:lnTo>
                      <a:pt x="49691" y="2818"/>
                    </a:lnTo>
                    <a:lnTo>
                      <a:pt x="49648" y="2505"/>
                    </a:lnTo>
                    <a:lnTo>
                      <a:pt x="49563" y="2206"/>
                    </a:lnTo>
                    <a:lnTo>
                      <a:pt x="49463" y="1921"/>
                    </a:lnTo>
                    <a:lnTo>
                      <a:pt x="49321" y="1651"/>
                    </a:lnTo>
                    <a:lnTo>
                      <a:pt x="49165" y="1380"/>
                    </a:lnTo>
                    <a:lnTo>
                      <a:pt x="48994" y="1138"/>
                    </a:lnTo>
                    <a:lnTo>
                      <a:pt x="48780" y="925"/>
                    </a:lnTo>
                    <a:lnTo>
                      <a:pt x="48567" y="712"/>
                    </a:lnTo>
                    <a:lnTo>
                      <a:pt x="48325" y="541"/>
                    </a:lnTo>
                    <a:lnTo>
                      <a:pt x="48055" y="384"/>
                    </a:lnTo>
                    <a:lnTo>
                      <a:pt x="47784" y="242"/>
                    </a:lnTo>
                    <a:lnTo>
                      <a:pt x="47500" y="142"/>
                    </a:lnTo>
                    <a:lnTo>
                      <a:pt x="47201" y="57"/>
                    </a:lnTo>
                    <a:lnTo>
                      <a:pt x="46888" y="14"/>
                    </a:lnTo>
                    <a:lnTo>
                      <a:pt x="46561" y="0"/>
                    </a:lnTo>
                  </a:path>
                </a:pathLst>
              </a:custGeom>
              <a:no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6" name="Google Shape;534;p20">
                <a:extLst>
                  <a:ext uri="{FF2B5EF4-FFF2-40B4-BE49-F238E27FC236}">
                    <a16:creationId xmlns:a16="http://schemas.microsoft.com/office/drawing/2014/main" id="{126E88CD-491A-4542-8558-DE3293EFAFC5}"/>
                  </a:ext>
                </a:extLst>
              </p:cNvPr>
              <p:cNvSpPr/>
              <p:nvPr/>
            </p:nvSpPr>
            <p:spPr bwMode="auto">
              <a:xfrm>
                <a:off x="4610503" y="2095611"/>
                <a:ext cx="2970050" cy="4213668"/>
              </a:xfrm>
              <a:custGeom>
                <a:avLst/>
                <a:gdLst/>
                <a:ahLst/>
                <a:cxnLst/>
                <a:rect l="l" t="t" r="r" b="b"/>
                <a:pathLst>
                  <a:path w="52097" h="73911" extrusionOk="0">
                    <a:moveTo>
                      <a:pt x="47757" y="1196"/>
                    </a:moveTo>
                    <a:lnTo>
                      <a:pt x="48084" y="1210"/>
                    </a:lnTo>
                    <a:lnTo>
                      <a:pt x="48397" y="1253"/>
                    </a:lnTo>
                    <a:lnTo>
                      <a:pt x="48696" y="1338"/>
                    </a:lnTo>
                    <a:lnTo>
                      <a:pt x="48980" y="1438"/>
                    </a:lnTo>
                    <a:lnTo>
                      <a:pt x="49251" y="1580"/>
                    </a:lnTo>
                    <a:lnTo>
                      <a:pt x="49521" y="1737"/>
                    </a:lnTo>
                    <a:lnTo>
                      <a:pt x="49763" y="1908"/>
                    </a:lnTo>
                    <a:lnTo>
                      <a:pt x="49976" y="2121"/>
                    </a:lnTo>
                    <a:lnTo>
                      <a:pt x="50190" y="2334"/>
                    </a:lnTo>
                    <a:lnTo>
                      <a:pt x="50361" y="2576"/>
                    </a:lnTo>
                    <a:lnTo>
                      <a:pt x="50517" y="2847"/>
                    </a:lnTo>
                    <a:lnTo>
                      <a:pt x="50659" y="3117"/>
                    </a:lnTo>
                    <a:lnTo>
                      <a:pt x="50759" y="3402"/>
                    </a:lnTo>
                    <a:lnTo>
                      <a:pt x="50844" y="3701"/>
                    </a:lnTo>
                    <a:lnTo>
                      <a:pt x="50887" y="4014"/>
                    </a:lnTo>
                    <a:lnTo>
                      <a:pt x="50901" y="4341"/>
                    </a:lnTo>
                    <a:lnTo>
                      <a:pt x="50901" y="44725"/>
                    </a:lnTo>
                    <a:lnTo>
                      <a:pt x="50901" y="45053"/>
                    </a:lnTo>
                    <a:lnTo>
                      <a:pt x="50873" y="45380"/>
                    </a:lnTo>
                    <a:lnTo>
                      <a:pt x="50844" y="45722"/>
                    </a:lnTo>
                    <a:lnTo>
                      <a:pt x="50802" y="46049"/>
                    </a:lnTo>
                    <a:lnTo>
                      <a:pt x="50759" y="46390"/>
                    </a:lnTo>
                    <a:lnTo>
                      <a:pt x="50688" y="46718"/>
                    </a:lnTo>
                    <a:lnTo>
                      <a:pt x="50617" y="47059"/>
                    </a:lnTo>
                    <a:lnTo>
                      <a:pt x="50531" y="47401"/>
                    </a:lnTo>
                    <a:lnTo>
                      <a:pt x="50446" y="47742"/>
                    </a:lnTo>
                    <a:lnTo>
                      <a:pt x="50332" y="48084"/>
                    </a:lnTo>
                    <a:lnTo>
                      <a:pt x="50218" y="48425"/>
                    </a:lnTo>
                    <a:lnTo>
                      <a:pt x="50090" y="48781"/>
                    </a:lnTo>
                    <a:lnTo>
                      <a:pt x="49820" y="49464"/>
                    </a:lnTo>
                    <a:lnTo>
                      <a:pt x="49507" y="50161"/>
                    </a:lnTo>
                    <a:lnTo>
                      <a:pt x="49293" y="50617"/>
                    </a:lnTo>
                    <a:lnTo>
                      <a:pt x="49066" y="51072"/>
                    </a:lnTo>
                    <a:lnTo>
                      <a:pt x="48810" y="51527"/>
                    </a:lnTo>
                    <a:lnTo>
                      <a:pt x="48553" y="51968"/>
                    </a:lnTo>
                    <a:lnTo>
                      <a:pt x="48283" y="52424"/>
                    </a:lnTo>
                    <a:lnTo>
                      <a:pt x="48013" y="52879"/>
                    </a:lnTo>
                    <a:lnTo>
                      <a:pt x="47714" y="53335"/>
                    </a:lnTo>
                    <a:lnTo>
                      <a:pt x="47415" y="53776"/>
                    </a:lnTo>
                    <a:lnTo>
                      <a:pt x="46775" y="54686"/>
                    </a:lnTo>
                    <a:lnTo>
                      <a:pt x="46106" y="55569"/>
                    </a:lnTo>
                    <a:lnTo>
                      <a:pt x="45409" y="56465"/>
                    </a:lnTo>
                    <a:lnTo>
                      <a:pt x="44683" y="57347"/>
                    </a:lnTo>
                    <a:lnTo>
                      <a:pt x="43943" y="58215"/>
                    </a:lnTo>
                    <a:lnTo>
                      <a:pt x="43174" y="59069"/>
                    </a:lnTo>
                    <a:lnTo>
                      <a:pt x="42392" y="59909"/>
                    </a:lnTo>
                    <a:lnTo>
                      <a:pt x="41595" y="60734"/>
                    </a:lnTo>
                    <a:lnTo>
                      <a:pt x="40798" y="61531"/>
                    </a:lnTo>
                    <a:lnTo>
                      <a:pt x="39987" y="62328"/>
                    </a:lnTo>
                    <a:lnTo>
                      <a:pt x="39190" y="63096"/>
                    </a:lnTo>
                    <a:lnTo>
                      <a:pt x="38393" y="63836"/>
                    </a:lnTo>
                    <a:lnTo>
                      <a:pt x="37611" y="64548"/>
                    </a:lnTo>
                    <a:lnTo>
                      <a:pt x="36842" y="65245"/>
                    </a:lnTo>
                    <a:lnTo>
                      <a:pt x="35362" y="66540"/>
                    </a:lnTo>
                    <a:lnTo>
                      <a:pt x="33982" y="67707"/>
                    </a:lnTo>
                    <a:lnTo>
                      <a:pt x="32744" y="68731"/>
                    </a:lnTo>
                    <a:lnTo>
                      <a:pt x="30823" y="70297"/>
                    </a:lnTo>
                    <a:lnTo>
                      <a:pt x="30197" y="70809"/>
                    </a:lnTo>
                    <a:lnTo>
                      <a:pt x="29983" y="70994"/>
                    </a:lnTo>
                    <a:lnTo>
                      <a:pt x="29841" y="71122"/>
                    </a:lnTo>
                    <a:lnTo>
                      <a:pt x="29699" y="71264"/>
                    </a:lnTo>
                    <a:lnTo>
                      <a:pt x="29514" y="71449"/>
                    </a:lnTo>
                    <a:lnTo>
                      <a:pt x="29329" y="71606"/>
                    </a:lnTo>
                    <a:lnTo>
                      <a:pt x="29130" y="71762"/>
                    </a:lnTo>
                    <a:lnTo>
                      <a:pt x="28930" y="71905"/>
                    </a:lnTo>
                    <a:lnTo>
                      <a:pt x="28717" y="72033"/>
                    </a:lnTo>
                    <a:lnTo>
                      <a:pt x="28503" y="72146"/>
                    </a:lnTo>
                    <a:lnTo>
                      <a:pt x="28290" y="72260"/>
                    </a:lnTo>
                    <a:lnTo>
                      <a:pt x="28062" y="72360"/>
                    </a:lnTo>
                    <a:lnTo>
                      <a:pt x="27835" y="72445"/>
                    </a:lnTo>
                    <a:lnTo>
                      <a:pt x="27607" y="72516"/>
                    </a:lnTo>
                    <a:lnTo>
                      <a:pt x="27379" y="72573"/>
                    </a:lnTo>
                    <a:lnTo>
                      <a:pt x="27152" y="72630"/>
                    </a:lnTo>
                    <a:lnTo>
                      <a:pt x="26910" y="72673"/>
                    </a:lnTo>
                    <a:lnTo>
                      <a:pt x="26668" y="72701"/>
                    </a:lnTo>
                    <a:lnTo>
                      <a:pt x="26440" y="72716"/>
                    </a:lnTo>
                    <a:lnTo>
                      <a:pt x="25956" y="72716"/>
                    </a:lnTo>
                    <a:lnTo>
                      <a:pt x="25729" y="72701"/>
                    </a:lnTo>
                    <a:lnTo>
                      <a:pt x="25487" y="72673"/>
                    </a:lnTo>
                    <a:lnTo>
                      <a:pt x="25245" y="72630"/>
                    </a:lnTo>
                    <a:lnTo>
                      <a:pt x="25017" y="72573"/>
                    </a:lnTo>
                    <a:lnTo>
                      <a:pt x="24789" y="72516"/>
                    </a:lnTo>
                    <a:lnTo>
                      <a:pt x="24562" y="72445"/>
                    </a:lnTo>
                    <a:lnTo>
                      <a:pt x="24334" y="72360"/>
                    </a:lnTo>
                    <a:lnTo>
                      <a:pt x="24106" y="72260"/>
                    </a:lnTo>
                    <a:lnTo>
                      <a:pt x="23893" y="72146"/>
                    </a:lnTo>
                    <a:lnTo>
                      <a:pt x="23680" y="72033"/>
                    </a:lnTo>
                    <a:lnTo>
                      <a:pt x="23466" y="71905"/>
                    </a:lnTo>
                    <a:lnTo>
                      <a:pt x="23267" y="71762"/>
                    </a:lnTo>
                    <a:lnTo>
                      <a:pt x="23068" y="71606"/>
                    </a:lnTo>
                    <a:lnTo>
                      <a:pt x="22868" y="71435"/>
                    </a:lnTo>
                    <a:lnTo>
                      <a:pt x="22683" y="71264"/>
                    </a:lnTo>
                    <a:lnTo>
                      <a:pt x="22513" y="71093"/>
                    </a:lnTo>
                    <a:lnTo>
                      <a:pt x="22228" y="70866"/>
                    </a:lnTo>
                    <a:lnTo>
                      <a:pt x="21374" y="70183"/>
                    </a:lnTo>
                    <a:lnTo>
                      <a:pt x="20207" y="69244"/>
                    </a:lnTo>
                    <a:lnTo>
                      <a:pt x="18756" y="68077"/>
                    </a:lnTo>
                    <a:lnTo>
                      <a:pt x="17959" y="67408"/>
                    </a:lnTo>
                    <a:lnTo>
                      <a:pt x="17105" y="66696"/>
                    </a:lnTo>
                    <a:lnTo>
                      <a:pt x="16209" y="65942"/>
                    </a:lnTo>
                    <a:lnTo>
                      <a:pt x="15298" y="65131"/>
                    </a:lnTo>
                    <a:lnTo>
                      <a:pt x="14345" y="64292"/>
                    </a:lnTo>
                    <a:lnTo>
                      <a:pt x="13391" y="63424"/>
                    </a:lnTo>
                    <a:lnTo>
                      <a:pt x="12409" y="62513"/>
                    </a:lnTo>
                    <a:lnTo>
                      <a:pt x="11442" y="61559"/>
                    </a:lnTo>
                    <a:lnTo>
                      <a:pt x="10460" y="60592"/>
                    </a:lnTo>
                    <a:lnTo>
                      <a:pt x="9507" y="59596"/>
                    </a:lnTo>
                    <a:lnTo>
                      <a:pt x="8553" y="58585"/>
                    </a:lnTo>
                    <a:lnTo>
                      <a:pt x="7642" y="57547"/>
                    </a:lnTo>
                    <a:lnTo>
                      <a:pt x="7187" y="57020"/>
                    </a:lnTo>
                    <a:lnTo>
                      <a:pt x="6760" y="56494"/>
                    </a:lnTo>
                    <a:lnTo>
                      <a:pt x="6333" y="55967"/>
                    </a:lnTo>
                    <a:lnTo>
                      <a:pt x="5906" y="55426"/>
                    </a:lnTo>
                    <a:lnTo>
                      <a:pt x="5508" y="54886"/>
                    </a:lnTo>
                    <a:lnTo>
                      <a:pt x="5110" y="54359"/>
                    </a:lnTo>
                    <a:lnTo>
                      <a:pt x="4725" y="53818"/>
                    </a:lnTo>
                    <a:lnTo>
                      <a:pt x="4370" y="53278"/>
                    </a:lnTo>
                    <a:lnTo>
                      <a:pt x="4014" y="52723"/>
                    </a:lnTo>
                    <a:lnTo>
                      <a:pt x="3687" y="52182"/>
                    </a:lnTo>
                    <a:lnTo>
                      <a:pt x="3359" y="51641"/>
                    </a:lnTo>
                    <a:lnTo>
                      <a:pt x="3060" y="51100"/>
                    </a:lnTo>
                    <a:lnTo>
                      <a:pt x="2790" y="50560"/>
                    </a:lnTo>
                    <a:lnTo>
                      <a:pt x="2520" y="50019"/>
                    </a:lnTo>
                    <a:lnTo>
                      <a:pt x="2278" y="49478"/>
                    </a:lnTo>
                    <a:lnTo>
                      <a:pt x="2064" y="48937"/>
                    </a:lnTo>
                    <a:lnTo>
                      <a:pt x="1865" y="48397"/>
                    </a:lnTo>
                    <a:lnTo>
                      <a:pt x="1694" y="47856"/>
                    </a:lnTo>
                    <a:lnTo>
                      <a:pt x="1552" y="47329"/>
                    </a:lnTo>
                    <a:lnTo>
                      <a:pt x="1424" y="46803"/>
                    </a:lnTo>
                    <a:lnTo>
                      <a:pt x="1324" y="46276"/>
                    </a:lnTo>
                    <a:lnTo>
                      <a:pt x="1253" y="45750"/>
                    </a:lnTo>
                    <a:lnTo>
                      <a:pt x="1211" y="45238"/>
                    </a:lnTo>
                    <a:lnTo>
                      <a:pt x="1196" y="44725"/>
                    </a:lnTo>
                    <a:lnTo>
                      <a:pt x="1196" y="4341"/>
                    </a:lnTo>
                    <a:lnTo>
                      <a:pt x="1211" y="4056"/>
                    </a:lnTo>
                    <a:lnTo>
                      <a:pt x="1239" y="3786"/>
                    </a:lnTo>
                    <a:lnTo>
                      <a:pt x="1310" y="3516"/>
                    </a:lnTo>
                    <a:lnTo>
                      <a:pt x="1381" y="3259"/>
                    </a:lnTo>
                    <a:lnTo>
                      <a:pt x="1495" y="3003"/>
                    </a:lnTo>
                    <a:lnTo>
                      <a:pt x="1609" y="2776"/>
                    </a:lnTo>
                    <a:lnTo>
                      <a:pt x="1751" y="2548"/>
                    </a:lnTo>
                    <a:lnTo>
                      <a:pt x="1922" y="2334"/>
                    </a:lnTo>
                    <a:lnTo>
                      <a:pt x="2036" y="2206"/>
                    </a:lnTo>
                    <a:lnTo>
                      <a:pt x="2150" y="2093"/>
                    </a:lnTo>
                    <a:lnTo>
                      <a:pt x="2278" y="1979"/>
                    </a:lnTo>
                    <a:lnTo>
                      <a:pt x="2406" y="1865"/>
                    </a:lnTo>
                    <a:lnTo>
                      <a:pt x="2534" y="1765"/>
                    </a:lnTo>
                    <a:lnTo>
                      <a:pt x="2676" y="1666"/>
                    </a:lnTo>
                    <a:lnTo>
                      <a:pt x="2833" y="1580"/>
                    </a:lnTo>
                    <a:lnTo>
                      <a:pt x="2975" y="1509"/>
                    </a:lnTo>
                    <a:lnTo>
                      <a:pt x="3132" y="1438"/>
                    </a:lnTo>
                    <a:lnTo>
                      <a:pt x="3302" y="1367"/>
                    </a:lnTo>
                    <a:lnTo>
                      <a:pt x="3459" y="1324"/>
                    </a:lnTo>
                    <a:lnTo>
                      <a:pt x="3630" y="1281"/>
                    </a:lnTo>
                    <a:lnTo>
                      <a:pt x="3800" y="1239"/>
                    </a:lnTo>
                    <a:lnTo>
                      <a:pt x="3985" y="1210"/>
                    </a:lnTo>
                    <a:lnTo>
                      <a:pt x="4156" y="1196"/>
                    </a:lnTo>
                    <a:close/>
                    <a:moveTo>
                      <a:pt x="4341" y="1"/>
                    </a:moveTo>
                    <a:lnTo>
                      <a:pt x="4113" y="15"/>
                    </a:lnTo>
                    <a:lnTo>
                      <a:pt x="3900" y="29"/>
                    </a:lnTo>
                    <a:lnTo>
                      <a:pt x="3687" y="58"/>
                    </a:lnTo>
                    <a:lnTo>
                      <a:pt x="3473" y="86"/>
                    </a:lnTo>
                    <a:lnTo>
                      <a:pt x="3260" y="143"/>
                    </a:lnTo>
                    <a:lnTo>
                      <a:pt x="3046" y="200"/>
                    </a:lnTo>
                    <a:lnTo>
                      <a:pt x="2847" y="271"/>
                    </a:lnTo>
                    <a:lnTo>
                      <a:pt x="2662" y="342"/>
                    </a:lnTo>
                    <a:lnTo>
                      <a:pt x="2463" y="428"/>
                    </a:lnTo>
                    <a:lnTo>
                      <a:pt x="2278" y="527"/>
                    </a:lnTo>
                    <a:lnTo>
                      <a:pt x="2093" y="627"/>
                    </a:lnTo>
                    <a:lnTo>
                      <a:pt x="1922" y="741"/>
                    </a:lnTo>
                    <a:lnTo>
                      <a:pt x="1751" y="869"/>
                    </a:lnTo>
                    <a:lnTo>
                      <a:pt x="1581" y="997"/>
                    </a:lnTo>
                    <a:lnTo>
                      <a:pt x="1424" y="1125"/>
                    </a:lnTo>
                    <a:lnTo>
                      <a:pt x="1282" y="1281"/>
                    </a:lnTo>
                    <a:lnTo>
                      <a:pt x="1125" y="1424"/>
                    </a:lnTo>
                    <a:lnTo>
                      <a:pt x="997" y="1580"/>
                    </a:lnTo>
                    <a:lnTo>
                      <a:pt x="869" y="1751"/>
                    </a:lnTo>
                    <a:lnTo>
                      <a:pt x="741" y="1922"/>
                    </a:lnTo>
                    <a:lnTo>
                      <a:pt x="627" y="2093"/>
                    </a:lnTo>
                    <a:lnTo>
                      <a:pt x="527" y="2278"/>
                    </a:lnTo>
                    <a:lnTo>
                      <a:pt x="428" y="2463"/>
                    </a:lnTo>
                    <a:lnTo>
                      <a:pt x="343" y="2648"/>
                    </a:lnTo>
                    <a:lnTo>
                      <a:pt x="271" y="2847"/>
                    </a:lnTo>
                    <a:lnTo>
                      <a:pt x="200" y="3046"/>
                    </a:lnTo>
                    <a:lnTo>
                      <a:pt x="143" y="3259"/>
                    </a:lnTo>
                    <a:lnTo>
                      <a:pt x="86" y="3473"/>
                    </a:lnTo>
                    <a:lnTo>
                      <a:pt x="58" y="3686"/>
                    </a:lnTo>
                    <a:lnTo>
                      <a:pt x="29" y="3900"/>
                    </a:lnTo>
                    <a:lnTo>
                      <a:pt x="15" y="4113"/>
                    </a:lnTo>
                    <a:lnTo>
                      <a:pt x="1" y="4341"/>
                    </a:lnTo>
                    <a:lnTo>
                      <a:pt x="1" y="44725"/>
                    </a:lnTo>
                    <a:lnTo>
                      <a:pt x="15" y="45152"/>
                    </a:lnTo>
                    <a:lnTo>
                      <a:pt x="44" y="45565"/>
                    </a:lnTo>
                    <a:lnTo>
                      <a:pt x="72" y="45992"/>
                    </a:lnTo>
                    <a:lnTo>
                      <a:pt x="143" y="46419"/>
                    </a:lnTo>
                    <a:lnTo>
                      <a:pt x="214" y="46846"/>
                    </a:lnTo>
                    <a:lnTo>
                      <a:pt x="300" y="47273"/>
                    </a:lnTo>
                    <a:lnTo>
                      <a:pt x="399" y="47699"/>
                    </a:lnTo>
                    <a:lnTo>
                      <a:pt x="527" y="48126"/>
                    </a:lnTo>
                    <a:lnTo>
                      <a:pt x="656" y="48553"/>
                    </a:lnTo>
                    <a:lnTo>
                      <a:pt x="798" y="48994"/>
                    </a:lnTo>
                    <a:lnTo>
                      <a:pt x="969" y="49421"/>
                    </a:lnTo>
                    <a:lnTo>
                      <a:pt x="1139" y="49862"/>
                    </a:lnTo>
                    <a:lnTo>
                      <a:pt x="1324" y="50289"/>
                    </a:lnTo>
                    <a:lnTo>
                      <a:pt x="1524" y="50730"/>
                    </a:lnTo>
                    <a:lnTo>
                      <a:pt x="1737" y="51172"/>
                    </a:lnTo>
                    <a:lnTo>
                      <a:pt x="1965" y="51598"/>
                    </a:lnTo>
                    <a:lnTo>
                      <a:pt x="2192" y="52040"/>
                    </a:lnTo>
                    <a:lnTo>
                      <a:pt x="2449" y="52481"/>
                    </a:lnTo>
                    <a:lnTo>
                      <a:pt x="2705" y="52908"/>
                    </a:lnTo>
                    <a:lnTo>
                      <a:pt x="2975" y="53349"/>
                    </a:lnTo>
                    <a:lnTo>
                      <a:pt x="3245" y="53790"/>
                    </a:lnTo>
                    <a:lnTo>
                      <a:pt x="3544" y="54217"/>
                    </a:lnTo>
                    <a:lnTo>
                      <a:pt x="4156" y="55099"/>
                    </a:lnTo>
                    <a:lnTo>
                      <a:pt x="4796" y="55967"/>
                    </a:lnTo>
                    <a:lnTo>
                      <a:pt x="5480" y="56835"/>
                    </a:lnTo>
                    <a:lnTo>
                      <a:pt x="6177" y="57703"/>
                    </a:lnTo>
                    <a:lnTo>
                      <a:pt x="6917" y="58557"/>
                    </a:lnTo>
                    <a:lnTo>
                      <a:pt x="7685" y="59411"/>
                    </a:lnTo>
                    <a:lnTo>
                      <a:pt x="8468" y="60250"/>
                    </a:lnTo>
                    <a:lnTo>
                      <a:pt x="9279" y="61090"/>
                    </a:lnTo>
                    <a:lnTo>
                      <a:pt x="10104" y="61929"/>
                    </a:lnTo>
                    <a:lnTo>
                      <a:pt x="10944" y="62741"/>
                    </a:lnTo>
                    <a:lnTo>
                      <a:pt x="11798" y="63552"/>
                    </a:lnTo>
                    <a:lnTo>
                      <a:pt x="12651" y="64363"/>
                    </a:lnTo>
                    <a:lnTo>
                      <a:pt x="13519" y="65145"/>
                    </a:lnTo>
                    <a:lnTo>
                      <a:pt x="14402" y="65928"/>
                    </a:lnTo>
                    <a:lnTo>
                      <a:pt x="15270" y="66682"/>
                    </a:lnTo>
                    <a:lnTo>
                      <a:pt x="16152" y="67436"/>
                    </a:lnTo>
                    <a:lnTo>
                      <a:pt x="17020" y="68162"/>
                    </a:lnTo>
                    <a:lnTo>
                      <a:pt x="18742" y="69585"/>
                    </a:lnTo>
                    <a:lnTo>
                      <a:pt x="20407" y="70937"/>
                    </a:lnTo>
                    <a:lnTo>
                      <a:pt x="21317" y="71663"/>
                    </a:lnTo>
                    <a:lnTo>
                      <a:pt x="21659" y="71933"/>
                    </a:lnTo>
                    <a:lnTo>
                      <a:pt x="21844" y="72104"/>
                    </a:lnTo>
                    <a:lnTo>
                      <a:pt x="22072" y="72317"/>
                    </a:lnTo>
                    <a:lnTo>
                      <a:pt x="22299" y="72516"/>
                    </a:lnTo>
                    <a:lnTo>
                      <a:pt x="22541" y="72701"/>
                    </a:lnTo>
                    <a:lnTo>
                      <a:pt x="22783" y="72872"/>
                    </a:lnTo>
                    <a:lnTo>
                      <a:pt x="23039" y="73043"/>
                    </a:lnTo>
                    <a:lnTo>
                      <a:pt x="23295" y="73185"/>
                    </a:lnTo>
                    <a:lnTo>
                      <a:pt x="23566" y="73328"/>
                    </a:lnTo>
                    <a:lnTo>
                      <a:pt x="23836" y="73441"/>
                    </a:lnTo>
                    <a:lnTo>
                      <a:pt x="24121" y="73555"/>
                    </a:lnTo>
                    <a:lnTo>
                      <a:pt x="24405" y="73655"/>
                    </a:lnTo>
                    <a:lnTo>
                      <a:pt x="24690" y="73726"/>
                    </a:lnTo>
                    <a:lnTo>
                      <a:pt x="24989" y="73797"/>
                    </a:lnTo>
                    <a:lnTo>
                      <a:pt x="25288" y="73840"/>
                    </a:lnTo>
                    <a:lnTo>
                      <a:pt x="25586" y="73883"/>
                    </a:lnTo>
                    <a:lnTo>
                      <a:pt x="25885" y="73911"/>
                    </a:lnTo>
                    <a:lnTo>
                      <a:pt x="26511" y="73911"/>
                    </a:lnTo>
                    <a:lnTo>
                      <a:pt x="26810" y="73883"/>
                    </a:lnTo>
                    <a:lnTo>
                      <a:pt x="27109" y="73840"/>
                    </a:lnTo>
                    <a:lnTo>
                      <a:pt x="27408" y="73797"/>
                    </a:lnTo>
                    <a:lnTo>
                      <a:pt x="27707" y="73726"/>
                    </a:lnTo>
                    <a:lnTo>
                      <a:pt x="27991" y="73655"/>
                    </a:lnTo>
                    <a:lnTo>
                      <a:pt x="28276" y="73555"/>
                    </a:lnTo>
                    <a:lnTo>
                      <a:pt x="28560" y="73441"/>
                    </a:lnTo>
                    <a:lnTo>
                      <a:pt x="28831" y="73328"/>
                    </a:lnTo>
                    <a:lnTo>
                      <a:pt x="29101" y="73185"/>
                    </a:lnTo>
                    <a:lnTo>
                      <a:pt x="29357" y="73043"/>
                    </a:lnTo>
                    <a:lnTo>
                      <a:pt x="29613" y="72886"/>
                    </a:lnTo>
                    <a:lnTo>
                      <a:pt x="29855" y="72716"/>
                    </a:lnTo>
                    <a:lnTo>
                      <a:pt x="30097" y="72516"/>
                    </a:lnTo>
                    <a:lnTo>
                      <a:pt x="30325" y="72317"/>
                    </a:lnTo>
                    <a:lnTo>
                      <a:pt x="30553" y="72118"/>
                    </a:lnTo>
                    <a:lnTo>
                      <a:pt x="30681" y="71976"/>
                    </a:lnTo>
                    <a:lnTo>
                      <a:pt x="30866" y="71819"/>
                    </a:lnTo>
                    <a:lnTo>
                      <a:pt x="31164" y="71563"/>
                    </a:lnTo>
                    <a:lnTo>
                      <a:pt x="32018" y="70880"/>
                    </a:lnTo>
                    <a:lnTo>
                      <a:pt x="33029" y="70055"/>
                    </a:lnTo>
                    <a:lnTo>
                      <a:pt x="34252" y="69044"/>
                    </a:lnTo>
                    <a:lnTo>
                      <a:pt x="35633" y="67878"/>
                    </a:lnTo>
                    <a:lnTo>
                      <a:pt x="37155" y="66568"/>
                    </a:lnTo>
                    <a:lnTo>
                      <a:pt x="37938" y="65857"/>
                    </a:lnTo>
                    <a:lnTo>
                      <a:pt x="38763" y="65131"/>
                    </a:lnTo>
                    <a:lnTo>
                      <a:pt x="39589" y="64363"/>
                    </a:lnTo>
                    <a:lnTo>
                      <a:pt x="40428" y="63566"/>
                    </a:lnTo>
                    <a:lnTo>
                      <a:pt x="41268" y="62755"/>
                    </a:lnTo>
                    <a:lnTo>
                      <a:pt x="42107" y="61915"/>
                    </a:lnTo>
                    <a:lnTo>
                      <a:pt x="42933" y="61061"/>
                    </a:lnTo>
                    <a:lnTo>
                      <a:pt x="43758" y="60179"/>
                    </a:lnTo>
                    <a:lnTo>
                      <a:pt x="44270" y="59624"/>
                    </a:lnTo>
                    <a:lnTo>
                      <a:pt x="44768" y="59069"/>
                    </a:lnTo>
                    <a:lnTo>
                      <a:pt x="45252" y="58528"/>
                    </a:lnTo>
                    <a:lnTo>
                      <a:pt x="45707" y="57973"/>
                    </a:lnTo>
                    <a:lnTo>
                      <a:pt x="46149" y="57447"/>
                    </a:lnTo>
                    <a:lnTo>
                      <a:pt x="46590" y="56906"/>
                    </a:lnTo>
                    <a:lnTo>
                      <a:pt x="47002" y="56380"/>
                    </a:lnTo>
                    <a:lnTo>
                      <a:pt x="47401" y="55853"/>
                    </a:lnTo>
                    <a:lnTo>
                      <a:pt x="47785" y="55327"/>
                    </a:lnTo>
                    <a:lnTo>
                      <a:pt x="48141" y="54814"/>
                    </a:lnTo>
                    <a:lnTo>
                      <a:pt x="48496" y="54302"/>
                    </a:lnTo>
                    <a:lnTo>
                      <a:pt x="48824" y="53804"/>
                    </a:lnTo>
                    <a:lnTo>
                      <a:pt x="49151" y="53292"/>
                    </a:lnTo>
                    <a:lnTo>
                      <a:pt x="49450" y="52794"/>
                    </a:lnTo>
                    <a:lnTo>
                      <a:pt x="49734" y="52310"/>
                    </a:lnTo>
                    <a:lnTo>
                      <a:pt x="50005" y="51826"/>
                    </a:lnTo>
                    <a:lnTo>
                      <a:pt x="50261" y="51342"/>
                    </a:lnTo>
                    <a:lnTo>
                      <a:pt x="50489" y="50859"/>
                    </a:lnTo>
                    <a:lnTo>
                      <a:pt x="50716" y="50389"/>
                    </a:lnTo>
                    <a:lnTo>
                      <a:pt x="50916" y="49919"/>
                    </a:lnTo>
                    <a:lnTo>
                      <a:pt x="51101" y="49464"/>
                    </a:lnTo>
                    <a:lnTo>
                      <a:pt x="51271" y="49009"/>
                    </a:lnTo>
                    <a:lnTo>
                      <a:pt x="51428" y="48553"/>
                    </a:lnTo>
                    <a:lnTo>
                      <a:pt x="51570" y="48112"/>
                    </a:lnTo>
                    <a:lnTo>
                      <a:pt x="51698" y="47671"/>
                    </a:lnTo>
                    <a:lnTo>
                      <a:pt x="51798" y="47230"/>
                    </a:lnTo>
                    <a:lnTo>
                      <a:pt x="51897" y="46803"/>
                    </a:lnTo>
                    <a:lnTo>
                      <a:pt x="51969" y="46376"/>
                    </a:lnTo>
                    <a:lnTo>
                      <a:pt x="52025" y="45949"/>
                    </a:lnTo>
                    <a:lnTo>
                      <a:pt x="52068" y="45537"/>
                    </a:lnTo>
                    <a:lnTo>
                      <a:pt x="52082" y="45138"/>
                    </a:lnTo>
                    <a:lnTo>
                      <a:pt x="52097" y="44725"/>
                    </a:lnTo>
                    <a:lnTo>
                      <a:pt x="52097" y="4341"/>
                    </a:lnTo>
                    <a:lnTo>
                      <a:pt x="52097" y="4113"/>
                    </a:lnTo>
                    <a:lnTo>
                      <a:pt x="52068" y="3900"/>
                    </a:lnTo>
                    <a:lnTo>
                      <a:pt x="52040" y="3686"/>
                    </a:lnTo>
                    <a:lnTo>
                      <a:pt x="52011" y="3473"/>
                    </a:lnTo>
                    <a:lnTo>
                      <a:pt x="51954" y="3259"/>
                    </a:lnTo>
                    <a:lnTo>
                      <a:pt x="51897" y="3046"/>
                    </a:lnTo>
                    <a:lnTo>
                      <a:pt x="51826" y="2847"/>
                    </a:lnTo>
                    <a:lnTo>
                      <a:pt x="51755" y="2648"/>
                    </a:lnTo>
                    <a:lnTo>
                      <a:pt x="51670" y="2463"/>
                    </a:lnTo>
                    <a:lnTo>
                      <a:pt x="51570" y="2278"/>
                    </a:lnTo>
                    <a:lnTo>
                      <a:pt x="51471" y="2093"/>
                    </a:lnTo>
                    <a:lnTo>
                      <a:pt x="51357" y="1922"/>
                    </a:lnTo>
                    <a:lnTo>
                      <a:pt x="51229" y="1751"/>
                    </a:lnTo>
                    <a:lnTo>
                      <a:pt x="51101" y="1580"/>
                    </a:lnTo>
                    <a:lnTo>
                      <a:pt x="50972" y="1424"/>
                    </a:lnTo>
                    <a:lnTo>
                      <a:pt x="50830" y="1281"/>
                    </a:lnTo>
                    <a:lnTo>
                      <a:pt x="50674" y="1125"/>
                    </a:lnTo>
                    <a:lnTo>
                      <a:pt x="50517" y="997"/>
                    </a:lnTo>
                    <a:lnTo>
                      <a:pt x="50346" y="869"/>
                    </a:lnTo>
                    <a:lnTo>
                      <a:pt x="50176" y="741"/>
                    </a:lnTo>
                    <a:lnTo>
                      <a:pt x="50005" y="627"/>
                    </a:lnTo>
                    <a:lnTo>
                      <a:pt x="49820" y="527"/>
                    </a:lnTo>
                    <a:lnTo>
                      <a:pt x="49635" y="428"/>
                    </a:lnTo>
                    <a:lnTo>
                      <a:pt x="49450" y="342"/>
                    </a:lnTo>
                    <a:lnTo>
                      <a:pt x="49251" y="271"/>
                    </a:lnTo>
                    <a:lnTo>
                      <a:pt x="49051" y="200"/>
                    </a:lnTo>
                    <a:lnTo>
                      <a:pt x="48838" y="143"/>
                    </a:lnTo>
                    <a:lnTo>
                      <a:pt x="48625" y="86"/>
                    </a:lnTo>
                    <a:lnTo>
                      <a:pt x="48411" y="58"/>
                    </a:lnTo>
                    <a:lnTo>
                      <a:pt x="48198" y="29"/>
                    </a:lnTo>
                    <a:lnTo>
                      <a:pt x="47984" y="15"/>
                    </a:lnTo>
                    <a:lnTo>
                      <a:pt x="47757" y="1"/>
                    </a:lnTo>
                    <a:close/>
                  </a:path>
                </a:pathLst>
              </a:custGeom>
              <a:solidFill>
                <a:srgbClr val="2776EA">
                  <a:alpha val="37650"/>
                </a:srgbClr>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7" name="Google Shape;535;p20">
                <a:extLst>
                  <a:ext uri="{FF2B5EF4-FFF2-40B4-BE49-F238E27FC236}">
                    <a16:creationId xmlns:a16="http://schemas.microsoft.com/office/drawing/2014/main" id="{2D560CBE-364B-47BA-93CE-54684120C77E}"/>
                  </a:ext>
                </a:extLst>
              </p:cNvPr>
              <p:cNvSpPr/>
              <p:nvPr/>
            </p:nvSpPr>
            <p:spPr bwMode="auto">
              <a:xfrm>
                <a:off x="4807649" y="2364138"/>
                <a:ext cx="2575770" cy="3676632"/>
              </a:xfrm>
              <a:custGeom>
                <a:avLst/>
                <a:gdLst/>
                <a:ahLst/>
                <a:cxnLst/>
                <a:rect l="l" t="t" r="r" b="b"/>
                <a:pathLst>
                  <a:path w="45181" h="64491" extrusionOk="0">
                    <a:moveTo>
                      <a:pt x="41808" y="1196"/>
                    </a:moveTo>
                    <a:lnTo>
                      <a:pt x="42022" y="1210"/>
                    </a:lnTo>
                    <a:lnTo>
                      <a:pt x="42249" y="1239"/>
                    </a:lnTo>
                    <a:lnTo>
                      <a:pt x="42449" y="1296"/>
                    </a:lnTo>
                    <a:lnTo>
                      <a:pt x="42648" y="1367"/>
                    </a:lnTo>
                    <a:lnTo>
                      <a:pt x="42847" y="1467"/>
                    </a:lnTo>
                    <a:lnTo>
                      <a:pt x="43018" y="1566"/>
                    </a:lnTo>
                    <a:lnTo>
                      <a:pt x="43189" y="1694"/>
                    </a:lnTo>
                    <a:lnTo>
                      <a:pt x="43345" y="1837"/>
                    </a:lnTo>
                    <a:lnTo>
                      <a:pt x="43487" y="1993"/>
                    </a:lnTo>
                    <a:lnTo>
                      <a:pt x="43615" y="2164"/>
                    </a:lnTo>
                    <a:lnTo>
                      <a:pt x="43729" y="2349"/>
                    </a:lnTo>
                    <a:lnTo>
                      <a:pt x="43815" y="2534"/>
                    </a:lnTo>
                    <a:lnTo>
                      <a:pt x="43886" y="2733"/>
                    </a:lnTo>
                    <a:lnTo>
                      <a:pt x="43943" y="2946"/>
                    </a:lnTo>
                    <a:lnTo>
                      <a:pt x="43985" y="3160"/>
                    </a:lnTo>
                    <a:lnTo>
                      <a:pt x="43985" y="3388"/>
                    </a:lnTo>
                    <a:lnTo>
                      <a:pt x="43985" y="39119"/>
                    </a:lnTo>
                    <a:lnTo>
                      <a:pt x="43985" y="39503"/>
                    </a:lnTo>
                    <a:lnTo>
                      <a:pt x="43957" y="39873"/>
                    </a:lnTo>
                    <a:lnTo>
                      <a:pt x="43900" y="40257"/>
                    </a:lnTo>
                    <a:lnTo>
                      <a:pt x="43843" y="40642"/>
                    </a:lnTo>
                    <a:lnTo>
                      <a:pt x="43758" y="41026"/>
                    </a:lnTo>
                    <a:lnTo>
                      <a:pt x="43672" y="41424"/>
                    </a:lnTo>
                    <a:lnTo>
                      <a:pt x="43559" y="41808"/>
                    </a:lnTo>
                    <a:lnTo>
                      <a:pt x="43430" y="42207"/>
                    </a:lnTo>
                    <a:lnTo>
                      <a:pt x="43288" y="42605"/>
                    </a:lnTo>
                    <a:lnTo>
                      <a:pt x="43132" y="43004"/>
                    </a:lnTo>
                    <a:lnTo>
                      <a:pt x="42961" y="43402"/>
                    </a:lnTo>
                    <a:lnTo>
                      <a:pt x="42776" y="43801"/>
                    </a:lnTo>
                    <a:lnTo>
                      <a:pt x="42577" y="44199"/>
                    </a:lnTo>
                    <a:lnTo>
                      <a:pt x="42363" y="44612"/>
                    </a:lnTo>
                    <a:lnTo>
                      <a:pt x="42136" y="45010"/>
                    </a:lnTo>
                    <a:lnTo>
                      <a:pt x="41908" y="45409"/>
                    </a:lnTo>
                    <a:lnTo>
                      <a:pt x="41666" y="45821"/>
                    </a:lnTo>
                    <a:lnTo>
                      <a:pt x="41410" y="46220"/>
                    </a:lnTo>
                    <a:lnTo>
                      <a:pt x="40869" y="47031"/>
                    </a:lnTo>
                    <a:lnTo>
                      <a:pt x="40286" y="47828"/>
                    </a:lnTo>
                    <a:lnTo>
                      <a:pt x="39674" y="48639"/>
                    </a:lnTo>
                    <a:lnTo>
                      <a:pt x="39048" y="49421"/>
                    </a:lnTo>
                    <a:lnTo>
                      <a:pt x="38379" y="50204"/>
                    </a:lnTo>
                    <a:lnTo>
                      <a:pt x="37696" y="50987"/>
                    </a:lnTo>
                    <a:lnTo>
                      <a:pt x="36999" y="51755"/>
                    </a:lnTo>
                    <a:lnTo>
                      <a:pt x="36287" y="52495"/>
                    </a:lnTo>
                    <a:lnTo>
                      <a:pt x="35576" y="53235"/>
                    </a:lnTo>
                    <a:lnTo>
                      <a:pt x="34850" y="53947"/>
                    </a:lnTo>
                    <a:lnTo>
                      <a:pt x="34124" y="54658"/>
                    </a:lnTo>
                    <a:lnTo>
                      <a:pt x="33398" y="55327"/>
                    </a:lnTo>
                    <a:lnTo>
                      <a:pt x="32687" y="55996"/>
                    </a:lnTo>
                    <a:lnTo>
                      <a:pt x="31990" y="56622"/>
                    </a:lnTo>
                    <a:lnTo>
                      <a:pt x="31307" y="57234"/>
                    </a:lnTo>
                    <a:lnTo>
                      <a:pt x="29983" y="58372"/>
                    </a:lnTo>
                    <a:lnTo>
                      <a:pt x="28788" y="59382"/>
                    </a:lnTo>
                    <a:lnTo>
                      <a:pt x="27721" y="60250"/>
                    </a:lnTo>
                    <a:lnTo>
                      <a:pt x="26824" y="60976"/>
                    </a:lnTo>
                    <a:lnTo>
                      <a:pt x="25985" y="61673"/>
                    </a:lnTo>
                    <a:lnTo>
                      <a:pt x="25714" y="61901"/>
                    </a:lnTo>
                    <a:lnTo>
                      <a:pt x="25529" y="62072"/>
                    </a:lnTo>
                    <a:lnTo>
                      <a:pt x="25401" y="62186"/>
                    </a:lnTo>
                    <a:lnTo>
                      <a:pt x="25273" y="62314"/>
                    </a:lnTo>
                    <a:lnTo>
                      <a:pt x="25131" y="62442"/>
                    </a:lnTo>
                    <a:lnTo>
                      <a:pt x="24974" y="62556"/>
                    </a:lnTo>
                    <a:lnTo>
                      <a:pt x="24832" y="62669"/>
                    </a:lnTo>
                    <a:lnTo>
                      <a:pt x="24675" y="62769"/>
                    </a:lnTo>
                    <a:lnTo>
                      <a:pt x="24505" y="62854"/>
                    </a:lnTo>
                    <a:lnTo>
                      <a:pt x="24348" y="62940"/>
                    </a:lnTo>
                    <a:lnTo>
                      <a:pt x="24177" y="63011"/>
                    </a:lnTo>
                    <a:lnTo>
                      <a:pt x="24007" y="63082"/>
                    </a:lnTo>
                    <a:lnTo>
                      <a:pt x="23822" y="63139"/>
                    </a:lnTo>
                    <a:lnTo>
                      <a:pt x="23651" y="63182"/>
                    </a:lnTo>
                    <a:lnTo>
                      <a:pt x="23466" y="63224"/>
                    </a:lnTo>
                    <a:lnTo>
                      <a:pt x="23281" y="63253"/>
                    </a:lnTo>
                    <a:lnTo>
                      <a:pt x="23096" y="63281"/>
                    </a:lnTo>
                    <a:lnTo>
                      <a:pt x="22911" y="63296"/>
                    </a:lnTo>
                    <a:lnTo>
                      <a:pt x="22527" y="63296"/>
                    </a:lnTo>
                    <a:lnTo>
                      <a:pt x="22342" y="63281"/>
                    </a:lnTo>
                    <a:lnTo>
                      <a:pt x="22157" y="63253"/>
                    </a:lnTo>
                    <a:lnTo>
                      <a:pt x="21972" y="63224"/>
                    </a:lnTo>
                    <a:lnTo>
                      <a:pt x="21787" y="63182"/>
                    </a:lnTo>
                    <a:lnTo>
                      <a:pt x="21616" y="63139"/>
                    </a:lnTo>
                    <a:lnTo>
                      <a:pt x="21445" y="63082"/>
                    </a:lnTo>
                    <a:lnTo>
                      <a:pt x="21275" y="63011"/>
                    </a:lnTo>
                    <a:lnTo>
                      <a:pt x="21104" y="62940"/>
                    </a:lnTo>
                    <a:lnTo>
                      <a:pt x="20933" y="62854"/>
                    </a:lnTo>
                    <a:lnTo>
                      <a:pt x="20777" y="62755"/>
                    </a:lnTo>
                    <a:lnTo>
                      <a:pt x="20620" y="62655"/>
                    </a:lnTo>
                    <a:lnTo>
                      <a:pt x="20463" y="62556"/>
                    </a:lnTo>
                    <a:lnTo>
                      <a:pt x="20321" y="62442"/>
                    </a:lnTo>
                    <a:lnTo>
                      <a:pt x="20179" y="62314"/>
                    </a:lnTo>
                    <a:lnTo>
                      <a:pt x="20037" y="62186"/>
                    </a:lnTo>
                    <a:lnTo>
                      <a:pt x="19852" y="62015"/>
                    </a:lnTo>
                    <a:lnTo>
                      <a:pt x="19581" y="61787"/>
                    </a:lnTo>
                    <a:lnTo>
                      <a:pt x="18628" y="61019"/>
                    </a:lnTo>
                    <a:lnTo>
                      <a:pt x="17717" y="60293"/>
                    </a:lnTo>
                    <a:lnTo>
                      <a:pt x="16636" y="59425"/>
                    </a:lnTo>
                    <a:lnTo>
                      <a:pt x="15426" y="58415"/>
                    </a:lnTo>
                    <a:lnTo>
                      <a:pt x="14088" y="57276"/>
                    </a:lnTo>
                    <a:lnTo>
                      <a:pt x="13391" y="56664"/>
                    </a:lnTo>
                    <a:lnTo>
                      <a:pt x="12680" y="56038"/>
                    </a:lnTo>
                    <a:lnTo>
                      <a:pt x="11954" y="55370"/>
                    </a:lnTo>
                    <a:lnTo>
                      <a:pt x="11214" y="54701"/>
                    </a:lnTo>
                    <a:lnTo>
                      <a:pt x="10488" y="53989"/>
                    </a:lnTo>
                    <a:lnTo>
                      <a:pt x="9748" y="53278"/>
                    </a:lnTo>
                    <a:lnTo>
                      <a:pt x="9023" y="52538"/>
                    </a:lnTo>
                    <a:lnTo>
                      <a:pt x="8297" y="51784"/>
                    </a:lnTo>
                    <a:lnTo>
                      <a:pt x="7585" y="51015"/>
                    </a:lnTo>
                    <a:lnTo>
                      <a:pt x="6888" y="50247"/>
                    </a:lnTo>
                    <a:lnTo>
                      <a:pt x="6219" y="49464"/>
                    </a:lnTo>
                    <a:lnTo>
                      <a:pt x="5579" y="48667"/>
                    </a:lnTo>
                    <a:lnTo>
                      <a:pt x="4953" y="47870"/>
                    </a:lnTo>
                    <a:lnTo>
                      <a:pt x="4369" y="47059"/>
                    </a:lnTo>
                    <a:lnTo>
                      <a:pt x="3814" y="46248"/>
                    </a:lnTo>
                    <a:lnTo>
                      <a:pt x="3558" y="45850"/>
                    </a:lnTo>
                    <a:lnTo>
                      <a:pt x="3316" y="45437"/>
                    </a:lnTo>
                    <a:lnTo>
                      <a:pt x="3075" y="45039"/>
                    </a:lnTo>
                    <a:lnTo>
                      <a:pt x="2847" y="44626"/>
                    </a:lnTo>
                    <a:lnTo>
                      <a:pt x="2633" y="44227"/>
                    </a:lnTo>
                    <a:lnTo>
                      <a:pt x="2434" y="43829"/>
                    </a:lnTo>
                    <a:lnTo>
                      <a:pt x="2249" y="43416"/>
                    </a:lnTo>
                    <a:lnTo>
                      <a:pt x="2078" y="43018"/>
                    </a:lnTo>
                    <a:lnTo>
                      <a:pt x="1908" y="42619"/>
                    </a:lnTo>
                    <a:lnTo>
                      <a:pt x="1765" y="42221"/>
                    </a:lnTo>
                    <a:lnTo>
                      <a:pt x="1637" y="41823"/>
                    </a:lnTo>
                    <a:lnTo>
                      <a:pt x="1523" y="41438"/>
                    </a:lnTo>
                    <a:lnTo>
                      <a:pt x="1424" y="41040"/>
                    </a:lnTo>
                    <a:lnTo>
                      <a:pt x="1338" y="40656"/>
                    </a:lnTo>
                    <a:lnTo>
                      <a:pt x="1282" y="40272"/>
                    </a:lnTo>
                    <a:lnTo>
                      <a:pt x="1225" y="39887"/>
                    </a:lnTo>
                    <a:lnTo>
                      <a:pt x="1210" y="39503"/>
                    </a:lnTo>
                    <a:lnTo>
                      <a:pt x="1196" y="39119"/>
                    </a:lnTo>
                    <a:lnTo>
                      <a:pt x="1196" y="3388"/>
                    </a:lnTo>
                    <a:lnTo>
                      <a:pt x="1210" y="3160"/>
                    </a:lnTo>
                    <a:lnTo>
                      <a:pt x="1239" y="2946"/>
                    </a:lnTo>
                    <a:lnTo>
                      <a:pt x="1296" y="2733"/>
                    </a:lnTo>
                    <a:lnTo>
                      <a:pt x="1367" y="2534"/>
                    </a:lnTo>
                    <a:lnTo>
                      <a:pt x="1452" y="2349"/>
                    </a:lnTo>
                    <a:lnTo>
                      <a:pt x="1566" y="2164"/>
                    </a:lnTo>
                    <a:lnTo>
                      <a:pt x="1694" y="1993"/>
                    </a:lnTo>
                    <a:lnTo>
                      <a:pt x="1837" y="1837"/>
                    </a:lnTo>
                    <a:lnTo>
                      <a:pt x="1993" y="1694"/>
                    </a:lnTo>
                    <a:lnTo>
                      <a:pt x="2164" y="1566"/>
                    </a:lnTo>
                    <a:lnTo>
                      <a:pt x="2335" y="1467"/>
                    </a:lnTo>
                    <a:lnTo>
                      <a:pt x="2534" y="1367"/>
                    </a:lnTo>
                    <a:lnTo>
                      <a:pt x="2733" y="1296"/>
                    </a:lnTo>
                    <a:lnTo>
                      <a:pt x="2946" y="1239"/>
                    </a:lnTo>
                    <a:lnTo>
                      <a:pt x="3160" y="1210"/>
                    </a:lnTo>
                    <a:lnTo>
                      <a:pt x="3388" y="1196"/>
                    </a:lnTo>
                    <a:close/>
                    <a:moveTo>
                      <a:pt x="3203" y="1"/>
                    </a:moveTo>
                    <a:lnTo>
                      <a:pt x="3032" y="15"/>
                    </a:lnTo>
                    <a:lnTo>
                      <a:pt x="2861" y="44"/>
                    </a:lnTo>
                    <a:lnTo>
                      <a:pt x="2705" y="72"/>
                    </a:lnTo>
                    <a:lnTo>
                      <a:pt x="2377" y="157"/>
                    </a:lnTo>
                    <a:lnTo>
                      <a:pt x="2064" y="271"/>
                    </a:lnTo>
                    <a:lnTo>
                      <a:pt x="1765" y="414"/>
                    </a:lnTo>
                    <a:lnTo>
                      <a:pt x="1495" y="584"/>
                    </a:lnTo>
                    <a:lnTo>
                      <a:pt x="1239" y="769"/>
                    </a:lnTo>
                    <a:lnTo>
                      <a:pt x="997" y="997"/>
                    </a:lnTo>
                    <a:lnTo>
                      <a:pt x="769" y="1239"/>
                    </a:lnTo>
                    <a:lnTo>
                      <a:pt x="584" y="1495"/>
                    </a:lnTo>
                    <a:lnTo>
                      <a:pt x="414" y="1780"/>
                    </a:lnTo>
                    <a:lnTo>
                      <a:pt x="271" y="2064"/>
                    </a:lnTo>
                    <a:lnTo>
                      <a:pt x="157" y="2377"/>
                    </a:lnTo>
                    <a:lnTo>
                      <a:pt x="72" y="2705"/>
                    </a:lnTo>
                    <a:lnTo>
                      <a:pt x="44" y="2875"/>
                    </a:lnTo>
                    <a:lnTo>
                      <a:pt x="15" y="3032"/>
                    </a:lnTo>
                    <a:lnTo>
                      <a:pt x="1" y="3217"/>
                    </a:lnTo>
                    <a:lnTo>
                      <a:pt x="1" y="3388"/>
                    </a:lnTo>
                    <a:lnTo>
                      <a:pt x="1" y="39119"/>
                    </a:lnTo>
                    <a:lnTo>
                      <a:pt x="15" y="39532"/>
                    </a:lnTo>
                    <a:lnTo>
                      <a:pt x="44" y="39930"/>
                    </a:lnTo>
                    <a:lnTo>
                      <a:pt x="86" y="40343"/>
                    </a:lnTo>
                    <a:lnTo>
                      <a:pt x="157" y="40755"/>
                    </a:lnTo>
                    <a:lnTo>
                      <a:pt x="243" y="41168"/>
                    </a:lnTo>
                    <a:lnTo>
                      <a:pt x="342" y="41581"/>
                    </a:lnTo>
                    <a:lnTo>
                      <a:pt x="456" y="42008"/>
                    </a:lnTo>
                    <a:lnTo>
                      <a:pt x="584" y="42420"/>
                    </a:lnTo>
                    <a:lnTo>
                      <a:pt x="741" y="42847"/>
                    </a:lnTo>
                    <a:lnTo>
                      <a:pt x="897" y="43274"/>
                    </a:lnTo>
                    <a:lnTo>
                      <a:pt x="1082" y="43687"/>
                    </a:lnTo>
                    <a:lnTo>
                      <a:pt x="1267" y="44114"/>
                    </a:lnTo>
                    <a:lnTo>
                      <a:pt x="1481" y="44541"/>
                    </a:lnTo>
                    <a:lnTo>
                      <a:pt x="1694" y="44967"/>
                    </a:lnTo>
                    <a:lnTo>
                      <a:pt x="1936" y="45394"/>
                    </a:lnTo>
                    <a:lnTo>
                      <a:pt x="2178" y="45821"/>
                    </a:lnTo>
                    <a:lnTo>
                      <a:pt x="2434" y="46234"/>
                    </a:lnTo>
                    <a:lnTo>
                      <a:pt x="2690" y="46661"/>
                    </a:lnTo>
                    <a:lnTo>
                      <a:pt x="2975" y="47088"/>
                    </a:lnTo>
                    <a:lnTo>
                      <a:pt x="3260" y="47515"/>
                    </a:lnTo>
                    <a:lnTo>
                      <a:pt x="3857" y="48354"/>
                    </a:lnTo>
                    <a:lnTo>
                      <a:pt x="4498" y="49194"/>
                    </a:lnTo>
                    <a:lnTo>
                      <a:pt x="5152" y="50019"/>
                    </a:lnTo>
                    <a:lnTo>
                      <a:pt x="5849" y="50830"/>
                    </a:lnTo>
                    <a:lnTo>
                      <a:pt x="6561" y="51641"/>
                    </a:lnTo>
                    <a:lnTo>
                      <a:pt x="7287" y="52438"/>
                    </a:lnTo>
                    <a:lnTo>
                      <a:pt x="8027" y="53221"/>
                    </a:lnTo>
                    <a:lnTo>
                      <a:pt x="8781" y="53975"/>
                    </a:lnTo>
                    <a:lnTo>
                      <a:pt x="9535" y="54715"/>
                    </a:lnTo>
                    <a:lnTo>
                      <a:pt x="10289" y="55441"/>
                    </a:lnTo>
                    <a:lnTo>
                      <a:pt x="11029" y="56152"/>
                    </a:lnTo>
                    <a:lnTo>
                      <a:pt x="11783" y="56821"/>
                    </a:lnTo>
                    <a:lnTo>
                      <a:pt x="12509" y="57476"/>
                    </a:lnTo>
                    <a:lnTo>
                      <a:pt x="13220" y="58102"/>
                    </a:lnTo>
                    <a:lnTo>
                      <a:pt x="14586" y="59269"/>
                    </a:lnTo>
                    <a:lnTo>
                      <a:pt x="15853" y="60307"/>
                    </a:lnTo>
                    <a:lnTo>
                      <a:pt x="16963" y="61218"/>
                    </a:lnTo>
                    <a:lnTo>
                      <a:pt x="17888" y="61958"/>
                    </a:lnTo>
                    <a:lnTo>
                      <a:pt x="18727" y="62627"/>
                    </a:lnTo>
                    <a:lnTo>
                      <a:pt x="19026" y="62869"/>
                    </a:lnTo>
                    <a:lnTo>
                      <a:pt x="19197" y="63025"/>
                    </a:lnTo>
                    <a:lnTo>
                      <a:pt x="19368" y="63196"/>
                    </a:lnTo>
                    <a:lnTo>
                      <a:pt x="19567" y="63367"/>
                    </a:lnTo>
                    <a:lnTo>
                      <a:pt x="19752" y="63509"/>
                    </a:lnTo>
                    <a:lnTo>
                      <a:pt x="19951" y="63651"/>
                    </a:lnTo>
                    <a:lnTo>
                      <a:pt x="20165" y="63779"/>
                    </a:lnTo>
                    <a:lnTo>
                      <a:pt x="20378" y="63907"/>
                    </a:lnTo>
                    <a:lnTo>
                      <a:pt x="20592" y="64007"/>
                    </a:lnTo>
                    <a:lnTo>
                      <a:pt x="20805" y="64107"/>
                    </a:lnTo>
                    <a:lnTo>
                      <a:pt x="21033" y="64206"/>
                    </a:lnTo>
                    <a:lnTo>
                      <a:pt x="21260" y="64277"/>
                    </a:lnTo>
                    <a:lnTo>
                      <a:pt x="21502" y="64349"/>
                    </a:lnTo>
                    <a:lnTo>
                      <a:pt x="21744" y="64391"/>
                    </a:lnTo>
                    <a:lnTo>
                      <a:pt x="21986" y="64434"/>
                    </a:lnTo>
                    <a:lnTo>
                      <a:pt x="22228" y="64462"/>
                    </a:lnTo>
                    <a:lnTo>
                      <a:pt x="22470" y="64491"/>
                    </a:lnTo>
                    <a:lnTo>
                      <a:pt x="22968" y="64491"/>
                    </a:lnTo>
                    <a:lnTo>
                      <a:pt x="23224" y="64462"/>
                    </a:lnTo>
                    <a:lnTo>
                      <a:pt x="23466" y="64434"/>
                    </a:lnTo>
                    <a:lnTo>
                      <a:pt x="23708" y="64391"/>
                    </a:lnTo>
                    <a:lnTo>
                      <a:pt x="23936" y="64349"/>
                    </a:lnTo>
                    <a:lnTo>
                      <a:pt x="24177" y="64277"/>
                    </a:lnTo>
                    <a:lnTo>
                      <a:pt x="24405" y="64206"/>
                    </a:lnTo>
                    <a:lnTo>
                      <a:pt x="24633" y="64121"/>
                    </a:lnTo>
                    <a:lnTo>
                      <a:pt x="24860" y="64021"/>
                    </a:lnTo>
                    <a:lnTo>
                      <a:pt x="25074" y="63907"/>
                    </a:lnTo>
                    <a:lnTo>
                      <a:pt x="25287" y="63794"/>
                    </a:lnTo>
                    <a:lnTo>
                      <a:pt x="25487" y="63651"/>
                    </a:lnTo>
                    <a:lnTo>
                      <a:pt x="25686" y="63523"/>
                    </a:lnTo>
                    <a:lnTo>
                      <a:pt x="25885" y="63367"/>
                    </a:lnTo>
                    <a:lnTo>
                      <a:pt x="26070" y="63210"/>
                    </a:lnTo>
                    <a:lnTo>
                      <a:pt x="26241" y="63039"/>
                    </a:lnTo>
                    <a:lnTo>
                      <a:pt x="26369" y="62911"/>
                    </a:lnTo>
                    <a:lnTo>
                      <a:pt x="26525" y="62769"/>
                    </a:lnTo>
                    <a:lnTo>
                      <a:pt x="26796" y="62541"/>
                    </a:lnTo>
                    <a:lnTo>
                      <a:pt x="27578" y="61901"/>
                    </a:lnTo>
                    <a:lnTo>
                      <a:pt x="28489" y="61161"/>
                    </a:lnTo>
                    <a:lnTo>
                      <a:pt x="29585" y="60265"/>
                    </a:lnTo>
                    <a:lnTo>
                      <a:pt x="30823" y="59226"/>
                    </a:lnTo>
                    <a:lnTo>
                      <a:pt x="32160" y="58059"/>
                    </a:lnTo>
                    <a:lnTo>
                      <a:pt x="32872" y="57433"/>
                    </a:lnTo>
                    <a:lnTo>
                      <a:pt x="33598" y="56778"/>
                    </a:lnTo>
                    <a:lnTo>
                      <a:pt x="34323" y="56095"/>
                    </a:lnTo>
                    <a:lnTo>
                      <a:pt x="35063" y="55398"/>
                    </a:lnTo>
                    <a:lnTo>
                      <a:pt x="35803" y="54672"/>
                    </a:lnTo>
                    <a:lnTo>
                      <a:pt x="36543" y="53932"/>
                    </a:lnTo>
                    <a:lnTo>
                      <a:pt x="37283" y="53164"/>
                    </a:lnTo>
                    <a:lnTo>
                      <a:pt x="38009" y="52395"/>
                    </a:lnTo>
                    <a:lnTo>
                      <a:pt x="38735" y="51599"/>
                    </a:lnTo>
                    <a:lnTo>
                      <a:pt x="39432" y="50802"/>
                    </a:lnTo>
                    <a:lnTo>
                      <a:pt x="40101" y="49976"/>
                    </a:lnTo>
                    <a:lnTo>
                      <a:pt x="40755" y="49151"/>
                    </a:lnTo>
                    <a:lnTo>
                      <a:pt x="41381" y="48311"/>
                    </a:lnTo>
                    <a:lnTo>
                      <a:pt x="41979" y="47472"/>
                    </a:lnTo>
                    <a:lnTo>
                      <a:pt x="42264" y="47059"/>
                    </a:lnTo>
                    <a:lnTo>
                      <a:pt x="42534" y="46632"/>
                    </a:lnTo>
                    <a:lnTo>
                      <a:pt x="42790" y="46205"/>
                    </a:lnTo>
                    <a:lnTo>
                      <a:pt x="43046" y="45793"/>
                    </a:lnTo>
                    <a:lnTo>
                      <a:pt x="43288" y="45366"/>
                    </a:lnTo>
                    <a:lnTo>
                      <a:pt x="43516" y="44939"/>
                    </a:lnTo>
                    <a:lnTo>
                      <a:pt x="43729" y="44512"/>
                    </a:lnTo>
                    <a:lnTo>
                      <a:pt x="43929" y="44099"/>
                    </a:lnTo>
                    <a:lnTo>
                      <a:pt x="44114" y="43673"/>
                    </a:lnTo>
                    <a:lnTo>
                      <a:pt x="44299" y="43246"/>
                    </a:lnTo>
                    <a:lnTo>
                      <a:pt x="44455" y="42833"/>
                    </a:lnTo>
                    <a:lnTo>
                      <a:pt x="44612" y="42406"/>
                    </a:lnTo>
                    <a:lnTo>
                      <a:pt x="44740" y="41993"/>
                    </a:lnTo>
                    <a:lnTo>
                      <a:pt x="44853" y="41566"/>
                    </a:lnTo>
                    <a:lnTo>
                      <a:pt x="44953" y="41154"/>
                    </a:lnTo>
                    <a:lnTo>
                      <a:pt x="45038" y="40741"/>
                    </a:lnTo>
                    <a:lnTo>
                      <a:pt x="45095" y="40343"/>
                    </a:lnTo>
                    <a:lnTo>
                      <a:pt x="45138" y="39930"/>
                    </a:lnTo>
                    <a:lnTo>
                      <a:pt x="45167" y="39532"/>
                    </a:lnTo>
                    <a:lnTo>
                      <a:pt x="45181" y="39119"/>
                    </a:lnTo>
                    <a:lnTo>
                      <a:pt x="45181" y="3388"/>
                    </a:lnTo>
                    <a:lnTo>
                      <a:pt x="45181" y="3217"/>
                    </a:lnTo>
                    <a:lnTo>
                      <a:pt x="45167" y="3032"/>
                    </a:lnTo>
                    <a:lnTo>
                      <a:pt x="45138" y="2875"/>
                    </a:lnTo>
                    <a:lnTo>
                      <a:pt x="45110" y="2705"/>
                    </a:lnTo>
                    <a:lnTo>
                      <a:pt x="45024" y="2377"/>
                    </a:lnTo>
                    <a:lnTo>
                      <a:pt x="44910" y="2064"/>
                    </a:lnTo>
                    <a:lnTo>
                      <a:pt x="44768" y="1780"/>
                    </a:lnTo>
                    <a:lnTo>
                      <a:pt x="44597" y="1495"/>
                    </a:lnTo>
                    <a:lnTo>
                      <a:pt x="44412" y="1239"/>
                    </a:lnTo>
                    <a:lnTo>
                      <a:pt x="44185" y="997"/>
                    </a:lnTo>
                    <a:lnTo>
                      <a:pt x="43957" y="769"/>
                    </a:lnTo>
                    <a:lnTo>
                      <a:pt x="43687" y="584"/>
                    </a:lnTo>
                    <a:lnTo>
                      <a:pt x="43416" y="414"/>
                    </a:lnTo>
                    <a:lnTo>
                      <a:pt x="43117" y="271"/>
                    </a:lnTo>
                    <a:lnTo>
                      <a:pt x="42804" y="157"/>
                    </a:lnTo>
                    <a:lnTo>
                      <a:pt x="42477" y="72"/>
                    </a:lnTo>
                    <a:lnTo>
                      <a:pt x="42321" y="44"/>
                    </a:lnTo>
                    <a:lnTo>
                      <a:pt x="42150" y="15"/>
                    </a:lnTo>
                    <a:lnTo>
                      <a:pt x="41979" y="1"/>
                    </a:lnTo>
                    <a:close/>
                  </a:path>
                </a:pathLst>
              </a:custGeom>
              <a:solidFill>
                <a:srgbClr val="2776EA">
                  <a:alpha val="25099"/>
                </a:srgbClr>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8" name="Google Shape;536;p20">
                <a:extLst>
                  <a:ext uri="{FF2B5EF4-FFF2-40B4-BE49-F238E27FC236}">
                    <a16:creationId xmlns:a16="http://schemas.microsoft.com/office/drawing/2014/main" id="{6646CAE2-F74C-4A13-9F8C-88B18F0E836F}"/>
                  </a:ext>
                </a:extLst>
              </p:cNvPr>
              <p:cNvSpPr/>
              <p:nvPr/>
            </p:nvSpPr>
            <p:spPr bwMode="auto">
              <a:xfrm>
                <a:off x="5467221" y="1578058"/>
                <a:ext cx="370793" cy="827500"/>
              </a:xfrm>
              <a:custGeom>
                <a:avLst/>
                <a:gdLst/>
                <a:ahLst/>
                <a:cxnLst/>
                <a:rect l="l" t="t" r="r" b="b"/>
                <a:pathLst>
                  <a:path w="6504" h="14515" extrusionOk="0">
                    <a:moveTo>
                      <a:pt x="840" y="0"/>
                    </a:moveTo>
                    <a:lnTo>
                      <a:pt x="1" y="854"/>
                    </a:lnTo>
                    <a:lnTo>
                      <a:pt x="5309" y="6162"/>
                    </a:lnTo>
                    <a:lnTo>
                      <a:pt x="5309" y="14515"/>
                    </a:lnTo>
                    <a:lnTo>
                      <a:pt x="6504" y="14515"/>
                    </a:lnTo>
                    <a:lnTo>
                      <a:pt x="6504" y="5664"/>
                    </a:lnTo>
                    <a:lnTo>
                      <a:pt x="840"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9" name="Google Shape;537;p20">
                <a:extLst>
                  <a:ext uri="{FF2B5EF4-FFF2-40B4-BE49-F238E27FC236}">
                    <a16:creationId xmlns:a16="http://schemas.microsoft.com/office/drawing/2014/main" id="{27F96609-24B3-41D6-BF14-3D899488C0C8}"/>
                  </a:ext>
                </a:extLst>
              </p:cNvPr>
              <p:cNvSpPr/>
              <p:nvPr/>
            </p:nvSpPr>
            <p:spPr bwMode="auto">
              <a:xfrm>
                <a:off x="5515110" y="2003936"/>
                <a:ext cx="68184" cy="401636"/>
              </a:xfrm>
              <a:custGeom>
                <a:avLst/>
                <a:gdLst/>
                <a:ahLst/>
                <a:cxnLst/>
                <a:rect l="l" t="t" r="r" b="b"/>
                <a:pathLst>
                  <a:path w="1196" h="7045" extrusionOk="0">
                    <a:moveTo>
                      <a:pt x="0" y="1"/>
                    </a:moveTo>
                    <a:lnTo>
                      <a:pt x="0" y="7045"/>
                    </a:lnTo>
                    <a:lnTo>
                      <a:pt x="1196" y="7045"/>
                    </a:lnTo>
                    <a:lnTo>
                      <a:pt x="1196"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0" name="Google Shape;538;p20">
                <a:extLst>
                  <a:ext uri="{FF2B5EF4-FFF2-40B4-BE49-F238E27FC236}">
                    <a16:creationId xmlns:a16="http://schemas.microsoft.com/office/drawing/2014/main" id="{825C51F3-9691-4CFD-A1F3-1FB8B2BB663B}"/>
                  </a:ext>
                </a:extLst>
              </p:cNvPr>
              <p:cNvSpPr/>
              <p:nvPr/>
            </p:nvSpPr>
            <p:spPr bwMode="auto">
              <a:xfrm>
                <a:off x="6160884" y="1403600"/>
                <a:ext cx="339152" cy="1001951"/>
              </a:xfrm>
              <a:custGeom>
                <a:avLst/>
                <a:gdLst/>
                <a:ahLst/>
                <a:cxnLst/>
                <a:rect l="l" t="t" r="r" b="b"/>
                <a:pathLst>
                  <a:path w="5949" h="17575" extrusionOk="0">
                    <a:moveTo>
                      <a:pt x="5109" y="1"/>
                    </a:moveTo>
                    <a:lnTo>
                      <a:pt x="0" y="5123"/>
                    </a:lnTo>
                    <a:lnTo>
                      <a:pt x="0" y="17575"/>
                    </a:lnTo>
                    <a:lnTo>
                      <a:pt x="1181" y="17575"/>
                    </a:lnTo>
                    <a:lnTo>
                      <a:pt x="1181" y="5607"/>
                    </a:lnTo>
                    <a:lnTo>
                      <a:pt x="5948" y="854"/>
                    </a:lnTo>
                    <a:lnTo>
                      <a:pt x="5109"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1" name="Google Shape;539;p20">
                <a:extLst>
                  <a:ext uri="{FF2B5EF4-FFF2-40B4-BE49-F238E27FC236}">
                    <a16:creationId xmlns:a16="http://schemas.microsoft.com/office/drawing/2014/main" id="{42542471-DF80-4F69-878E-C3E31950340F}"/>
                  </a:ext>
                </a:extLst>
              </p:cNvPr>
              <p:cNvSpPr/>
              <p:nvPr/>
            </p:nvSpPr>
            <p:spPr bwMode="auto">
              <a:xfrm>
                <a:off x="6382375" y="1620190"/>
                <a:ext cx="330201" cy="785369"/>
              </a:xfrm>
              <a:custGeom>
                <a:avLst/>
                <a:gdLst/>
                <a:ahLst/>
                <a:cxnLst/>
                <a:rect l="l" t="t" r="r" b="b"/>
                <a:pathLst>
                  <a:path w="5792" h="13776" extrusionOk="0">
                    <a:moveTo>
                      <a:pt x="4952" y="1"/>
                    </a:moveTo>
                    <a:lnTo>
                      <a:pt x="0" y="4953"/>
                    </a:lnTo>
                    <a:lnTo>
                      <a:pt x="0" y="13776"/>
                    </a:lnTo>
                    <a:lnTo>
                      <a:pt x="1195" y="13776"/>
                    </a:lnTo>
                    <a:lnTo>
                      <a:pt x="1195" y="5451"/>
                    </a:lnTo>
                    <a:lnTo>
                      <a:pt x="5792" y="855"/>
                    </a:lnTo>
                    <a:lnTo>
                      <a:pt x="4952"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2" name="Google Shape;540;p20">
                <a:extLst>
                  <a:ext uri="{FF2B5EF4-FFF2-40B4-BE49-F238E27FC236}">
                    <a16:creationId xmlns:a16="http://schemas.microsoft.com/office/drawing/2014/main" id="{7D8CA988-DEBA-4F84-A4B7-F83470EB37CC}"/>
                  </a:ext>
                </a:extLst>
              </p:cNvPr>
              <p:cNvSpPr/>
              <p:nvPr/>
            </p:nvSpPr>
            <p:spPr bwMode="auto">
              <a:xfrm>
                <a:off x="6605463" y="2003936"/>
                <a:ext cx="68184" cy="401636"/>
              </a:xfrm>
              <a:custGeom>
                <a:avLst/>
                <a:gdLst/>
                <a:ahLst/>
                <a:cxnLst/>
                <a:rect l="l" t="t" r="r" b="b"/>
                <a:pathLst>
                  <a:path w="1196" h="7045" extrusionOk="0">
                    <a:moveTo>
                      <a:pt x="0" y="1"/>
                    </a:moveTo>
                    <a:lnTo>
                      <a:pt x="0" y="7045"/>
                    </a:lnTo>
                    <a:lnTo>
                      <a:pt x="1196" y="7045"/>
                    </a:lnTo>
                    <a:lnTo>
                      <a:pt x="1196"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3" name="Google Shape;541;p20">
                <a:extLst>
                  <a:ext uri="{FF2B5EF4-FFF2-40B4-BE49-F238E27FC236}">
                    <a16:creationId xmlns:a16="http://schemas.microsoft.com/office/drawing/2014/main" id="{C7634DEB-B83B-4A2A-A51C-EBDA6648867D}"/>
                  </a:ext>
                </a:extLst>
              </p:cNvPr>
              <p:cNvSpPr/>
              <p:nvPr/>
            </p:nvSpPr>
            <p:spPr bwMode="auto">
              <a:xfrm>
                <a:off x="6580320" y="1564260"/>
                <a:ext cx="193948" cy="193948"/>
              </a:xfrm>
              <a:custGeom>
                <a:avLst/>
                <a:gdLst/>
                <a:ahLst/>
                <a:cxnLst/>
                <a:rect l="l" t="t" r="r" b="b"/>
                <a:pathLst>
                  <a:path w="3402" h="3402" extrusionOk="0">
                    <a:moveTo>
                      <a:pt x="1523" y="0"/>
                    </a:moveTo>
                    <a:lnTo>
                      <a:pt x="1352" y="29"/>
                    </a:lnTo>
                    <a:lnTo>
                      <a:pt x="1195" y="71"/>
                    </a:lnTo>
                    <a:lnTo>
                      <a:pt x="1039" y="128"/>
                    </a:lnTo>
                    <a:lnTo>
                      <a:pt x="882" y="199"/>
                    </a:lnTo>
                    <a:lnTo>
                      <a:pt x="740" y="285"/>
                    </a:lnTo>
                    <a:lnTo>
                      <a:pt x="612" y="384"/>
                    </a:lnTo>
                    <a:lnTo>
                      <a:pt x="498" y="498"/>
                    </a:lnTo>
                    <a:lnTo>
                      <a:pt x="384" y="612"/>
                    </a:lnTo>
                    <a:lnTo>
                      <a:pt x="285" y="740"/>
                    </a:lnTo>
                    <a:lnTo>
                      <a:pt x="199" y="882"/>
                    </a:lnTo>
                    <a:lnTo>
                      <a:pt x="128" y="1039"/>
                    </a:lnTo>
                    <a:lnTo>
                      <a:pt x="71" y="1195"/>
                    </a:lnTo>
                    <a:lnTo>
                      <a:pt x="29" y="1352"/>
                    </a:lnTo>
                    <a:lnTo>
                      <a:pt x="0" y="1523"/>
                    </a:lnTo>
                    <a:lnTo>
                      <a:pt x="0" y="1693"/>
                    </a:lnTo>
                    <a:lnTo>
                      <a:pt x="0" y="1878"/>
                    </a:lnTo>
                    <a:lnTo>
                      <a:pt x="29" y="2035"/>
                    </a:lnTo>
                    <a:lnTo>
                      <a:pt x="71" y="2206"/>
                    </a:lnTo>
                    <a:lnTo>
                      <a:pt x="128" y="2362"/>
                    </a:lnTo>
                    <a:lnTo>
                      <a:pt x="199" y="2505"/>
                    </a:lnTo>
                    <a:lnTo>
                      <a:pt x="285" y="2647"/>
                    </a:lnTo>
                    <a:lnTo>
                      <a:pt x="384" y="2775"/>
                    </a:lnTo>
                    <a:lnTo>
                      <a:pt x="498" y="2903"/>
                    </a:lnTo>
                    <a:lnTo>
                      <a:pt x="612" y="3017"/>
                    </a:lnTo>
                    <a:lnTo>
                      <a:pt x="740" y="3102"/>
                    </a:lnTo>
                    <a:lnTo>
                      <a:pt x="882" y="3188"/>
                    </a:lnTo>
                    <a:lnTo>
                      <a:pt x="1039" y="3259"/>
                    </a:lnTo>
                    <a:lnTo>
                      <a:pt x="1195" y="3330"/>
                    </a:lnTo>
                    <a:lnTo>
                      <a:pt x="1352" y="3358"/>
                    </a:lnTo>
                    <a:lnTo>
                      <a:pt x="1523" y="3387"/>
                    </a:lnTo>
                    <a:lnTo>
                      <a:pt x="1694" y="3401"/>
                    </a:lnTo>
                    <a:lnTo>
                      <a:pt x="1879" y="3387"/>
                    </a:lnTo>
                    <a:lnTo>
                      <a:pt x="2035" y="3358"/>
                    </a:lnTo>
                    <a:lnTo>
                      <a:pt x="2206" y="3330"/>
                    </a:lnTo>
                    <a:lnTo>
                      <a:pt x="2362" y="3259"/>
                    </a:lnTo>
                    <a:lnTo>
                      <a:pt x="2505" y="3188"/>
                    </a:lnTo>
                    <a:lnTo>
                      <a:pt x="2647" y="3102"/>
                    </a:lnTo>
                    <a:lnTo>
                      <a:pt x="2775" y="3017"/>
                    </a:lnTo>
                    <a:lnTo>
                      <a:pt x="2903" y="2903"/>
                    </a:lnTo>
                    <a:lnTo>
                      <a:pt x="3017" y="2775"/>
                    </a:lnTo>
                    <a:lnTo>
                      <a:pt x="3102" y="2647"/>
                    </a:lnTo>
                    <a:lnTo>
                      <a:pt x="3188" y="2505"/>
                    </a:lnTo>
                    <a:lnTo>
                      <a:pt x="3259" y="2362"/>
                    </a:lnTo>
                    <a:lnTo>
                      <a:pt x="3330" y="2206"/>
                    </a:lnTo>
                    <a:lnTo>
                      <a:pt x="3358" y="2035"/>
                    </a:lnTo>
                    <a:lnTo>
                      <a:pt x="3387" y="1878"/>
                    </a:lnTo>
                    <a:lnTo>
                      <a:pt x="3401" y="1693"/>
                    </a:lnTo>
                    <a:lnTo>
                      <a:pt x="3387" y="1523"/>
                    </a:lnTo>
                    <a:lnTo>
                      <a:pt x="3358" y="1352"/>
                    </a:lnTo>
                    <a:lnTo>
                      <a:pt x="3330" y="1195"/>
                    </a:lnTo>
                    <a:lnTo>
                      <a:pt x="3259" y="1039"/>
                    </a:lnTo>
                    <a:lnTo>
                      <a:pt x="3188" y="882"/>
                    </a:lnTo>
                    <a:lnTo>
                      <a:pt x="3102" y="740"/>
                    </a:lnTo>
                    <a:lnTo>
                      <a:pt x="3017" y="612"/>
                    </a:lnTo>
                    <a:lnTo>
                      <a:pt x="2903" y="498"/>
                    </a:lnTo>
                    <a:lnTo>
                      <a:pt x="2775" y="384"/>
                    </a:lnTo>
                    <a:lnTo>
                      <a:pt x="2647" y="285"/>
                    </a:lnTo>
                    <a:lnTo>
                      <a:pt x="2505" y="199"/>
                    </a:lnTo>
                    <a:lnTo>
                      <a:pt x="2362" y="128"/>
                    </a:lnTo>
                    <a:lnTo>
                      <a:pt x="2206" y="71"/>
                    </a:lnTo>
                    <a:lnTo>
                      <a:pt x="2035" y="29"/>
                    </a:lnTo>
                    <a:lnTo>
                      <a:pt x="1879"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4" name="Google Shape;542;p20">
                <a:extLst>
                  <a:ext uri="{FF2B5EF4-FFF2-40B4-BE49-F238E27FC236}">
                    <a16:creationId xmlns:a16="http://schemas.microsoft.com/office/drawing/2014/main" id="{15CF9D84-97E0-42D8-8D33-542B35DAB3B6}"/>
                  </a:ext>
                </a:extLst>
              </p:cNvPr>
              <p:cNvSpPr/>
              <p:nvPr/>
            </p:nvSpPr>
            <p:spPr bwMode="auto">
              <a:xfrm>
                <a:off x="6366127" y="1350067"/>
                <a:ext cx="193948" cy="193948"/>
              </a:xfrm>
              <a:custGeom>
                <a:avLst/>
                <a:gdLst/>
                <a:ahLst/>
                <a:cxnLst/>
                <a:rect l="l" t="t" r="r" b="b"/>
                <a:pathLst>
                  <a:path w="3402" h="3402" extrusionOk="0">
                    <a:moveTo>
                      <a:pt x="1708" y="0"/>
                    </a:moveTo>
                    <a:lnTo>
                      <a:pt x="1523" y="15"/>
                    </a:lnTo>
                    <a:lnTo>
                      <a:pt x="1352" y="29"/>
                    </a:lnTo>
                    <a:lnTo>
                      <a:pt x="1196" y="72"/>
                    </a:lnTo>
                    <a:lnTo>
                      <a:pt x="1039" y="128"/>
                    </a:lnTo>
                    <a:lnTo>
                      <a:pt x="897" y="200"/>
                    </a:lnTo>
                    <a:lnTo>
                      <a:pt x="755" y="285"/>
                    </a:lnTo>
                    <a:lnTo>
                      <a:pt x="612" y="385"/>
                    </a:lnTo>
                    <a:lnTo>
                      <a:pt x="499" y="498"/>
                    </a:lnTo>
                    <a:lnTo>
                      <a:pt x="385" y="612"/>
                    </a:lnTo>
                    <a:lnTo>
                      <a:pt x="285" y="755"/>
                    </a:lnTo>
                    <a:lnTo>
                      <a:pt x="200" y="897"/>
                    </a:lnTo>
                    <a:lnTo>
                      <a:pt x="129" y="1039"/>
                    </a:lnTo>
                    <a:lnTo>
                      <a:pt x="72" y="1196"/>
                    </a:lnTo>
                    <a:lnTo>
                      <a:pt x="29" y="1352"/>
                    </a:lnTo>
                    <a:lnTo>
                      <a:pt x="15" y="1523"/>
                    </a:lnTo>
                    <a:lnTo>
                      <a:pt x="0" y="1708"/>
                    </a:lnTo>
                    <a:lnTo>
                      <a:pt x="15" y="1879"/>
                    </a:lnTo>
                    <a:lnTo>
                      <a:pt x="29" y="2050"/>
                    </a:lnTo>
                    <a:lnTo>
                      <a:pt x="72" y="2206"/>
                    </a:lnTo>
                    <a:lnTo>
                      <a:pt x="129" y="2363"/>
                    </a:lnTo>
                    <a:lnTo>
                      <a:pt x="200" y="2519"/>
                    </a:lnTo>
                    <a:lnTo>
                      <a:pt x="285" y="2647"/>
                    </a:lnTo>
                    <a:lnTo>
                      <a:pt x="385" y="2789"/>
                    </a:lnTo>
                    <a:lnTo>
                      <a:pt x="499" y="2903"/>
                    </a:lnTo>
                    <a:lnTo>
                      <a:pt x="612" y="3017"/>
                    </a:lnTo>
                    <a:lnTo>
                      <a:pt x="755" y="3117"/>
                    </a:lnTo>
                    <a:lnTo>
                      <a:pt x="897" y="3202"/>
                    </a:lnTo>
                    <a:lnTo>
                      <a:pt x="1039" y="3273"/>
                    </a:lnTo>
                    <a:lnTo>
                      <a:pt x="1196" y="3330"/>
                    </a:lnTo>
                    <a:lnTo>
                      <a:pt x="1352" y="3373"/>
                    </a:lnTo>
                    <a:lnTo>
                      <a:pt x="1523" y="3387"/>
                    </a:lnTo>
                    <a:lnTo>
                      <a:pt x="1708" y="3401"/>
                    </a:lnTo>
                    <a:lnTo>
                      <a:pt x="1879" y="3387"/>
                    </a:lnTo>
                    <a:lnTo>
                      <a:pt x="2050" y="3373"/>
                    </a:lnTo>
                    <a:lnTo>
                      <a:pt x="2206" y="3330"/>
                    </a:lnTo>
                    <a:lnTo>
                      <a:pt x="2363" y="3273"/>
                    </a:lnTo>
                    <a:lnTo>
                      <a:pt x="2519" y="3202"/>
                    </a:lnTo>
                    <a:lnTo>
                      <a:pt x="2647" y="3117"/>
                    </a:lnTo>
                    <a:lnTo>
                      <a:pt x="2790" y="3017"/>
                    </a:lnTo>
                    <a:lnTo>
                      <a:pt x="2903" y="2903"/>
                    </a:lnTo>
                    <a:lnTo>
                      <a:pt x="3017" y="2789"/>
                    </a:lnTo>
                    <a:lnTo>
                      <a:pt x="3117" y="2647"/>
                    </a:lnTo>
                    <a:lnTo>
                      <a:pt x="3202" y="2519"/>
                    </a:lnTo>
                    <a:lnTo>
                      <a:pt x="3273" y="2363"/>
                    </a:lnTo>
                    <a:lnTo>
                      <a:pt x="3330" y="2206"/>
                    </a:lnTo>
                    <a:lnTo>
                      <a:pt x="3373" y="2050"/>
                    </a:lnTo>
                    <a:lnTo>
                      <a:pt x="3387" y="1879"/>
                    </a:lnTo>
                    <a:lnTo>
                      <a:pt x="3401" y="1708"/>
                    </a:lnTo>
                    <a:lnTo>
                      <a:pt x="3387" y="1523"/>
                    </a:lnTo>
                    <a:lnTo>
                      <a:pt x="3373" y="1352"/>
                    </a:lnTo>
                    <a:lnTo>
                      <a:pt x="3330" y="1196"/>
                    </a:lnTo>
                    <a:lnTo>
                      <a:pt x="3273" y="1039"/>
                    </a:lnTo>
                    <a:lnTo>
                      <a:pt x="3202" y="897"/>
                    </a:lnTo>
                    <a:lnTo>
                      <a:pt x="3117" y="755"/>
                    </a:lnTo>
                    <a:lnTo>
                      <a:pt x="3017" y="612"/>
                    </a:lnTo>
                    <a:lnTo>
                      <a:pt x="2903" y="498"/>
                    </a:lnTo>
                    <a:lnTo>
                      <a:pt x="2790" y="385"/>
                    </a:lnTo>
                    <a:lnTo>
                      <a:pt x="2647" y="285"/>
                    </a:lnTo>
                    <a:lnTo>
                      <a:pt x="2519" y="200"/>
                    </a:lnTo>
                    <a:lnTo>
                      <a:pt x="2363" y="128"/>
                    </a:lnTo>
                    <a:lnTo>
                      <a:pt x="2206" y="72"/>
                    </a:lnTo>
                    <a:lnTo>
                      <a:pt x="2050" y="29"/>
                    </a:lnTo>
                    <a:lnTo>
                      <a:pt x="1879" y="15"/>
                    </a:lnTo>
                    <a:lnTo>
                      <a:pt x="1708"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5" name="Google Shape;543;p20">
                <a:extLst>
                  <a:ext uri="{FF2B5EF4-FFF2-40B4-BE49-F238E27FC236}">
                    <a16:creationId xmlns:a16="http://schemas.microsoft.com/office/drawing/2014/main" id="{A4931151-6AFF-4A6E-B169-95A61F5C8D8B}"/>
                  </a:ext>
                </a:extLst>
              </p:cNvPr>
              <p:cNvSpPr/>
              <p:nvPr/>
            </p:nvSpPr>
            <p:spPr bwMode="auto">
              <a:xfrm>
                <a:off x="5416936" y="1548012"/>
                <a:ext cx="193948" cy="193948"/>
              </a:xfrm>
              <a:custGeom>
                <a:avLst/>
                <a:gdLst/>
                <a:ahLst/>
                <a:cxnLst/>
                <a:rect l="l" t="t" r="r" b="b"/>
                <a:pathLst>
                  <a:path w="3402" h="3402" extrusionOk="0">
                    <a:moveTo>
                      <a:pt x="1537" y="1"/>
                    </a:moveTo>
                    <a:lnTo>
                      <a:pt x="1367" y="29"/>
                    </a:lnTo>
                    <a:lnTo>
                      <a:pt x="1196" y="72"/>
                    </a:lnTo>
                    <a:lnTo>
                      <a:pt x="1039" y="129"/>
                    </a:lnTo>
                    <a:lnTo>
                      <a:pt x="897" y="200"/>
                    </a:lnTo>
                    <a:lnTo>
                      <a:pt x="755" y="285"/>
                    </a:lnTo>
                    <a:lnTo>
                      <a:pt x="627" y="385"/>
                    </a:lnTo>
                    <a:lnTo>
                      <a:pt x="499" y="499"/>
                    </a:lnTo>
                    <a:lnTo>
                      <a:pt x="399" y="612"/>
                    </a:lnTo>
                    <a:lnTo>
                      <a:pt x="299" y="740"/>
                    </a:lnTo>
                    <a:lnTo>
                      <a:pt x="214" y="883"/>
                    </a:lnTo>
                    <a:lnTo>
                      <a:pt x="143" y="1039"/>
                    </a:lnTo>
                    <a:lnTo>
                      <a:pt x="86" y="1196"/>
                    </a:lnTo>
                    <a:lnTo>
                      <a:pt x="43" y="1352"/>
                    </a:lnTo>
                    <a:lnTo>
                      <a:pt x="15" y="1523"/>
                    </a:lnTo>
                    <a:lnTo>
                      <a:pt x="1" y="1694"/>
                    </a:lnTo>
                    <a:lnTo>
                      <a:pt x="15" y="1865"/>
                    </a:lnTo>
                    <a:lnTo>
                      <a:pt x="43" y="2035"/>
                    </a:lnTo>
                    <a:lnTo>
                      <a:pt x="86" y="2206"/>
                    </a:lnTo>
                    <a:lnTo>
                      <a:pt x="143" y="2363"/>
                    </a:lnTo>
                    <a:lnTo>
                      <a:pt x="214" y="2505"/>
                    </a:lnTo>
                    <a:lnTo>
                      <a:pt x="299" y="2647"/>
                    </a:lnTo>
                    <a:lnTo>
                      <a:pt x="399" y="2775"/>
                    </a:lnTo>
                    <a:lnTo>
                      <a:pt x="499" y="2903"/>
                    </a:lnTo>
                    <a:lnTo>
                      <a:pt x="627" y="3003"/>
                    </a:lnTo>
                    <a:lnTo>
                      <a:pt x="755" y="3103"/>
                    </a:lnTo>
                    <a:lnTo>
                      <a:pt x="897" y="3188"/>
                    </a:lnTo>
                    <a:lnTo>
                      <a:pt x="1039" y="3259"/>
                    </a:lnTo>
                    <a:lnTo>
                      <a:pt x="1196" y="3316"/>
                    </a:lnTo>
                    <a:lnTo>
                      <a:pt x="1367" y="3359"/>
                    </a:lnTo>
                    <a:lnTo>
                      <a:pt x="1537" y="3387"/>
                    </a:lnTo>
                    <a:lnTo>
                      <a:pt x="1708" y="3401"/>
                    </a:lnTo>
                    <a:lnTo>
                      <a:pt x="1879" y="3387"/>
                    </a:lnTo>
                    <a:lnTo>
                      <a:pt x="2050" y="3359"/>
                    </a:lnTo>
                    <a:lnTo>
                      <a:pt x="2206" y="3316"/>
                    </a:lnTo>
                    <a:lnTo>
                      <a:pt x="2363" y="3259"/>
                    </a:lnTo>
                    <a:lnTo>
                      <a:pt x="2519" y="3188"/>
                    </a:lnTo>
                    <a:lnTo>
                      <a:pt x="2661" y="3103"/>
                    </a:lnTo>
                    <a:lnTo>
                      <a:pt x="2790" y="3003"/>
                    </a:lnTo>
                    <a:lnTo>
                      <a:pt x="2903" y="2903"/>
                    </a:lnTo>
                    <a:lnTo>
                      <a:pt x="3017" y="2775"/>
                    </a:lnTo>
                    <a:lnTo>
                      <a:pt x="3117" y="2647"/>
                    </a:lnTo>
                    <a:lnTo>
                      <a:pt x="3202" y="2505"/>
                    </a:lnTo>
                    <a:lnTo>
                      <a:pt x="3273" y="2363"/>
                    </a:lnTo>
                    <a:lnTo>
                      <a:pt x="3330" y="2206"/>
                    </a:lnTo>
                    <a:lnTo>
                      <a:pt x="3373" y="2035"/>
                    </a:lnTo>
                    <a:lnTo>
                      <a:pt x="3401" y="1865"/>
                    </a:lnTo>
                    <a:lnTo>
                      <a:pt x="3401" y="1694"/>
                    </a:lnTo>
                    <a:lnTo>
                      <a:pt x="3401" y="1523"/>
                    </a:lnTo>
                    <a:lnTo>
                      <a:pt x="3373" y="1352"/>
                    </a:lnTo>
                    <a:lnTo>
                      <a:pt x="3330" y="1196"/>
                    </a:lnTo>
                    <a:lnTo>
                      <a:pt x="3273" y="1039"/>
                    </a:lnTo>
                    <a:lnTo>
                      <a:pt x="3202" y="883"/>
                    </a:lnTo>
                    <a:lnTo>
                      <a:pt x="3117" y="740"/>
                    </a:lnTo>
                    <a:lnTo>
                      <a:pt x="3017" y="612"/>
                    </a:lnTo>
                    <a:lnTo>
                      <a:pt x="2903" y="499"/>
                    </a:lnTo>
                    <a:lnTo>
                      <a:pt x="2790" y="385"/>
                    </a:lnTo>
                    <a:lnTo>
                      <a:pt x="2661" y="285"/>
                    </a:lnTo>
                    <a:lnTo>
                      <a:pt x="2519" y="200"/>
                    </a:lnTo>
                    <a:lnTo>
                      <a:pt x="2363" y="129"/>
                    </a:lnTo>
                    <a:lnTo>
                      <a:pt x="2206" y="72"/>
                    </a:lnTo>
                    <a:lnTo>
                      <a:pt x="2050" y="29"/>
                    </a:lnTo>
                    <a:lnTo>
                      <a:pt x="1879"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6" name="Google Shape;544;p20">
                <a:extLst>
                  <a:ext uri="{FF2B5EF4-FFF2-40B4-BE49-F238E27FC236}">
                    <a16:creationId xmlns:a16="http://schemas.microsoft.com/office/drawing/2014/main" id="{771602BD-2E56-45DE-9D4D-9FB9A618A9E5}"/>
                  </a:ext>
                </a:extLst>
              </p:cNvPr>
              <p:cNvSpPr/>
              <p:nvPr/>
            </p:nvSpPr>
            <p:spPr bwMode="auto">
              <a:xfrm>
                <a:off x="7349411" y="2669611"/>
                <a:ext cx="827500" cy="370793"/>
              </a:xfrm>
              <a:custGeom>
                <a:avLst/>
                <a:gdLst/>
                <a:ahLst/>
                <a:cxnLst/>
                <a:rect l="l" t="t" r="r" b="b"/>
                <a:pathLst>
                  <a:path w="14515" h="6504" extrusionOk="0">
                    <a:moveTo>
                      <a:pt x="13675" y="0"/>
                    </a:moveTo>
                    <a:lnTo>
                      <a:pt x="8367" y="5308"/>
                    </a:lnTo>
                    <a:lnTo>
                      <a:pt x="0" y="5308"/>
                    </a:lnTo>
                    <a:lnTo>
                      <a:pt x="0" y="6503"/>
                    </a:lnTo>
                    <a:lnTo>
                      <a:pt x="8865" y="6503"/>
                    </a:lnTo>
                    <a:lnTo>
                      <a:pt x="14515" y="840"/>
                    </a:lnTo>
                    <a:lnTo>
                      <a:pt x="13675"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7" name="Google Shape;545;p20">
                <a:extLst>
                  <a:ext uri="{FF2B5EF4-FFF2-40B4-BE49-F238E27FC236}">
                    <a16:creationId xmlns:a16="http://schemas.microsoft.com/office/drawing/2014/main" id="{3648A3E5-5FF1-4A3B-A798-0806A861F69E}"/>
                  </a:ext>
                </a:extLst>
              </p:cNvPr>
              <p:cNvSpPr/>
              <p:nvPr/>
            </p:nvSpPr>
            <p:spPr bwMode="auto">
              <a:xfrm>
                <a:off x="7349411" y="2717444"/>
                <a:ext cx="401579" cy="68241"/>
              </a:xfrm>
              <a:custGeom>
                <a:avLst/>
                <a:gdLst/>
                <a:ahLst/>
                <a:cxnLst/>
                <a:rect l="l" t="t" r="r" b="b"/>
                <a:pathLst>
                  <a:path w="7044" h="1197" extrusionOk="0">
                    <a:moveTo>
                      <a:pt x="0" y="1"/>
                    </a:moveTo>
                    <a:lnTo>
                      <a:pt x="0" y="1196"/>
                    </a:lnTo>
                    <a:lnTo>
                      <a:pt x="7044" y="1196"/>
                    </a:lnTo>
                    <a:lnTo>
                      <a:pt x="7044"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8" name="Google Shape;546;p20">
                <a:extLst>
                  <a:ext uri="{FF2B5EF4-FFF2-40B4-BE49-F238E27FC236}">
                    <a16:creationId xmlns:a16="http://schemas.microsoft.com/office/drawing/2014/main" id="{40998582-E795-4E75-A24C-A9CEAC4BD269}"/>
                  </a:ext>
                </a:extLst>
              </p:cNvPr>
              <p:cNvSpPr/>
              <p:nvPr/>
            </p:nvSpPr>
            <p:spPr bwMode="auto">
              <a:xfrm>
                <a:off x="7349411" y="3363218"/>
                <a:ext cx="1001951" cy="339152"/>
              </a:xfrm>
              <a:custGeom>
                <a:avLst/>
                <a:gdLst/>
                <a:ahLst/>
                <a:cxnLst/>
                <a:rect l="l" t="t" r="r" b="b"/>
                <a:pathLst>
                  <a:path w="17575" h="5949" extrusionOk="0">
                    <a:moveTo>
                      <a:pt x="0" y="1"/>
                    </a:moveTo>
                    <a:lnTo>
                      <a:pt x="0" y="1182"/>
                    </a:lnTo>
                    <a:lnTo>
                      <a:pt x="11967" y="1182"/>
                    </a:lnTo>
                    <a:lnTo>
                      <a:pt x="16734" y="5949"/>
                    </a:lnTo>
                    <a:lnTo>
                      <a:pt x="17574" y="5109"/>
                    </a:lnTo>
                    <a:lnTo>
                      <a:pt x="12466"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9" name="Google Shape;547;p20">
                <a:extLst>
                  <a:ext uri="{FF2B5EF4-FFF2-40B4-BE49-F238E27FC236}">
                    <a16:creationId xmlns:a16="http://schemas.microsoft.com/office/drawing/2014/main" id="{F9696BE2-15BE-4055-8DCB-EE21BCF20A57}"/>
                  </a:ext>
                </a:extLst>
              </p:cNvPr>
              <p:cNvSpPr/>
              <p:nvPr/>
            </p:nvSpPr>
            <p:spPr bwMode="auto">
              <a:xfrm>
                <a:off x="7349411" y="3584709"/>
                <a:ext cx="785313" cy="331057"/>
              </a:xfrm>
              <a:custGeom>
                <a:avLst/>
                <a:gdLst/>
                <a:ahLst/>
                <a:cxnLst/>
                <a:rect l="l" t="t" r="r" b="b"/>
                <a:pathLst>
                  <a:path w="13775" h="5807" extrusionOk="0">
                    <a:moveTo>
                      <a:pt x="0" y="1"/>
                    </a:moveTo>
                    <a:lnTo>
                      <a:pt x="0" y="1196"/>
                    </a:lnTo>
                    <a:lnTo>
                      <a:pt x="8325" y="1196"/>
                    </a:lnTo>
                    <a:lnTo>
                      <a:pt x="12935" y="5806"/>
                    </a:lnTo>
                    <a:lnTo>
                      <a:pt x="13775" y="4953"/>
                    </a:lnTo>
                    <a:lnTo>
                      <a:pt x="8823"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0" name="Google Shape;548;p20">
                <a:extLst>
                  <a:ext uri="{FF2B5EF4-FFF2-40B4-BE49-F238E27FC236}">
                    <a16:creationId xmlns:a16="http://schemas.microsoft.com/office/drawing/2014/main" id="{AB863823-4AF2-4E09-A995-38D90C8495DB}"/>
                  </a:ext>
                </a:extLst>
              </p:cNvPr>
              <p:cNvSpPr/>
              <p:nvPr/>
            </p:nvSpPr>
            <p:spPr bwMode="auto">
              <a:xfrm>
                <a:off x="7349411" y="3807798"/>
                <a:ext cx="401579" cy="68241"/>
              </a:xfrm>
              <a:custGeom>
                <a:avLst/>
                <a:gdLst/>
                <a:ahLst/>
                <a:cxnLst/>
                <a:rect l="l" t="t" r="r" b="b"/>
                <a:pathLst>
                  <a:path w="7044" h="1197" extrusionOk="0">
                    <a:moveTo>
                      <a:pt x="0" y="1"/>
                    </a:moveTo>
                    <a:lnTo>
                      <a:pt x="0" y="1196"/>
                    </a:lnTo>
                    <a:lnTo>
                      <a:pt x="7044" y="1196"/>
                    </a:lnTo>
                    <a:lnTo>
                      <a:pt x="7044"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1" name="Google Shape;549;p20">
                <a:extLst>
                  <a:ext uri="{FF2B5EF4-FFF2-40B4-BE49-F238E27FC236}">
                    <a16:creationId xmlns:a16="http://schemas.microsoft.com/office/drawing/2014/main" id="{16AE4A39-EAF2-481D-9D2B-7F9A015D315B}"/>
                  </a:ext>
                </a:extLst>
              </p:cNvPr>
              <p:cNvSpPr/>
              <p:nvPr/>
            </p:nvSpPr>
            <p:spPr bwMode="auto">
              <a:xfrm>
                <a:off x="7997579" y="3782655"/>
                <a:ext cx="193948" cy="193948"/>
              </a:xfrm>
              <a:custGeom>
                <a:avLst/>
                <a:gdLst/>
                <a:ahLst/>
                <a:cxnLst/>
                <a:rect l="l" t="t" r="r" b="b"/>
                <a:pathLst>
                  <a:path w="3402" h="3402" extrusionOk="0">
                    <a:moveTo>
                      <a:pt x="1523" y="1"/>
                    </a:moveTo>
                    <a:lnTo>
                      <a:pt x="1353" y="29"/>
                    </a:lnTo>
                    <a:lnTo>
                      <a:pt x="1196" y="72"/>
                    </a:lnTo>
                    <a:lnTo>
                      <a:pt x="1040" y="129"/>
                    </a:lnTo>
                    <a:lnTo>
                      <a:pt x="883" y="200"/>
                    </a:lnTo>
                    <a:lnTo>
                      <a:pt x="741" y="285"/>
                    </a:lnTo>
                    <a:lnTo>
                      <a:pt x="613" y="385"/>
                    </a:lnTo>
                    <a:lnTo>
                      <a:pt x="499" y="499"/>
                    </a:lnTo>
                    <a:lnTo>
                      <a:pt x="385" y="613"/>
                    </a:lnTo>
                    <a:lnTo>
                      <a:pt x="285" y="755"/>
                    </a:lnTo>
                    <a:lnTo>
                      <a:pt x="200" y="883"/>
                    </a:lnTo>
                    <a:lnTo>
                      <a:pt x="129" y="1040"/>
                    </a:lnTo>
                    <a:lnTo>
                      <a:pt x="72" y="1196"/>
                    </a:lnTo>
                    <a:lnTo>
                      <a:pt x="29" y="1353"/>
                    </a:lnTo>
                    <a:lnTo>
                      <a:pt x="1" y="1523"/>
                    </a:lnTo>
                    <a:lnTo>
                      <a:pt x="1" y="1694"/>
                    </a:lnTo>
                    <a:lnTo>
                      <a:pt x="1" y="1879"/>
                    </a:lnTo>
                    <a:lnTo>
                      <a:pt x="29" y="2050"/>
                    </a:lnTo>
                    <a:lnTo>
                      <a:pt x="72" y="2206"/>
                    </a:lnTo>
                    <a:lnTo>
                      <a:pt x="129" y="2363"/>
                    </a:lnTo>
                    <a:lnTo>
                      <a:pt x="200" y="2505"/>
                    </a:lnTo>
                    <a:lnTo>
                      <a:pt x="285" y="2648"/>
                    </a:lnTo>
                    <a:lnTo>
                      <a:pt x="385" y="2776"/>
                    </a:lnTo>
                    <a:lnTo>
                      <a:pt x="499" y="2904"/>
                    </a:lnTo>
                    <a:lnTo>
                      <a:pt x="613" y="3017"/>
                    </a:lnTo>
                    <a:lnTo>
                      <a:pt x="741" y="3117"/>
                    </a:lnTo>
                    <a:lnTo>
                      <a:pt x="883" y="3202"/>
                    </a:lnTo>
                    <a:lnTo>
                      <a:pt x="1040" y="3274"/>
                    </a:lnTo>
                    <a:lnTo>
                      <a:pt x="1196" y="3331"/>
                    </a:lnTo>
                    <a:lnTo>
                      <a:pt x="1353" y="3373"/>
                    </a:lnTo>
                    <a:lnTo>
                      <a:pt x="1523" y="3387"/>
                    </a:lnTo>
                    <a:lnTo>
                      <a:pt x="1694" y="3402"/>
                    </a:lnTo>
                    <a:lnTo>
                      <a:pt x="1865" y="3387"/>
                    </a:lnTo>
                    <a:lnTo>
                      <a:pt x="2036" y="3373"/>
                    </a:lnTo>
                    <a:lnTo>
                      <a:pt x="2206" y="3331"/>
                    </a:lnTo>
                    <a:lnTo>
                      <a:pt x="2363" y="3274"/>
                    </a:lnTo>
                    <a:lnTo>
                      <a:pt x="2505" y="3202"/>
                    </a:lnTo>
                    <a:lnTo>
                      <a:pt x="2648" y="3117"/>
                    </a:lnTo>
                    <a:lnTo>
                      <a:pt x="2776" y="3017"/>
                    </a:lnTo>
                    <a:lnTo>
                      <a:pt x="2904" y="2904"/>
                    </a:lnTo>
                    <a:lnTo>
                      <a:pt x="3003" y="2776"/>
                    </a:lnTo>
                    <a:lnTo>
                      <a:pt x="3103" y="2648"/>
                    </a:lnTo>
                    <a:lnTo>
                      <a:pt x="3188" y="2505"/>
                    </a:lnTo>
                    <a:lnTo>
                      <a:pt x="3259" y="2363"/>
                    </a:lnTo>
                    <a:lnTo>
                      <a:pt x="3316" y="2206"/>
                    </a:lnTo>
                    <a:lnTo>
                      <a:pt x="3359" y="2050"/>
                    </a:lnTo>
                    <a:lnTo>
                      <a:pt x="3388" y="1879"/>
                    </a:lnTo>
                    <a:lnTo>
                      <a:pt x="3402" y="1694"/>
                    </a:lnTo>
                    <a:lnTo>
                      <a:pt x="3388" y="1523"/>
                    </a:lnTo>
                    <a:lnTo>
                      <a:pt x="3359" y="1353"/>
                    </a:lnTo>
                    <a:lnTo>
                      <a:pt x="3316" y="1196"/>
                    </a:lnTo>
                    <a:lnTo>
                      <a:pt x="3259" y="1040"/>
                    </a:lnTo>
                    <a:lnTo>
                      <a:pt x="3188" y="883"/>
                    </a:lnTo>
                    <a:lnTo>
                      <a:pt x="3103" y="755"/>
                    </a:lnTo>
                    <a:lnTo>
                      <a:pt x="3003" y="613"/>
                    </a:lnTo>
                    <a:lnTo>
                      <a:pt x="2904" y="499"/>
                    </a:lnTo>
                    <a:lnTo>
                      <a:pt x="2776" y="385"/>
                    </a:lnTo>
                    <a:lnTo>
                      <a:pt x="2648" y="285"/>
                    </a:lnTo>
                    <a:lnTo>
                      <a:pt x="2505" y="200"/>
                    </a:lnTo>
                    <a:lnTo>
                      <a:pt x="2363" y="129"/>
                    </a:lnTo>
                    <a:lnTo>
                      <a:pt x="2206" y="72"/>
                    </a:lnTo>
                    <a:lnTo>
                      <a:pt x="2036" y="29"/>
                    </a:lnTo>
                    <a:lnTo>
                      <a:pt x="1865"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2" name="Google Shape;550;p20">
                <a:extLst>
                  <a:ext uri="{FF2B5EF4-FFF2-40B4-BE49-F238E27FC236}">
                    <a16:creationId xmlns:a16="http://schemas.microsoft.com/office/drawing/2014/main" id="{1702C77E-8BF8-476C-BAC9-8FBAD01AD49D}"/>
                  </a:ext>
                </a:extLst>
              </p:cNvPr>
              <p:cNvSpPr/>
              <p:nvPr/>
            </p:nvSpPr>
            <p:spPr bwMode="auto">
              <a:xfrm>
                <a:off x="8210973" y="3568518"/>
                <a:ext cx="194747" cy="193891"/>
              </a:xfrm>
              <a:custGeom>
                <a:avLst/>
                <a:gdLst/>
                <a:ahLst/>
                <a:cxnLst/>
                <a:rect l="l" t="t" r="r" b="b"/>
                <a:pathLst>
                  <a:path w="3416" h="3401" extrusionOk="0">
                    <a:moveTo>
                      <a:pt x="1708" y="0"/>
                    </a:moveTo>
                    <a:lnTo>
                      <a:pt x="1537" y="14"/>
                    </a:lnTo>
                    <a:lnTo>
                      <a:pt x="1366" y="43"/>
                    </a:lnTo>
                    <a:lnTo>
                      <a:pt x="1196" y="71"/>
                    </a:lnTo>
                    <a:lnTo>
                      <a:pt x="1039" y="128"/>
                    </a:lnTo>
                    <a:lnTo>
                      <a:pt x="897" y="213"/>
                    </a:lnTo>
                    <a:lnTo>
                      <a:pt x="754" y="285"/>
                    </a:lnTo>
                    <a:lnTo>
                      <a:pt x="626" y="384"/>
                    </a:lnTo>
                    <a:lnTo>
                      <a:pt x="498" y="498"/>
                    </a:lnTo>
                    <a:lnTo>
                      <a:pt x="399" y="626"/>
                    </a:lnTo>
                    <a:lnTo>
                      <a:pt x="299" y="754"/>
                    </a:lnTo>
                    <a:lnTo>
                      <a:pt x="214" y="897"/>
                    </a:lnTo>
                    <a:lnTo>
                      <a:pt x="143" y="1039"/>
                    </a:lnTo>
                    <a:lnTo>
                      <a:pt x="86" y="1195"/>
                    </a:lnTo>
                    <a:lnTo>
                      <a:pt x="43" y="1366"/>
                    </a:lnTo>
                    <a:lnTo>
                      <a:pt x="14" y="1523"/>
                    </a:lnTo>
                    <a:lnTo>
                      <a:pt x="0" y="1708"/>
                    </a:lnTo>
                    <a:lnTo>
                      <a:pt x="14" y="1878"/>
                    </a:lnTo>
                    <a:lnTo>
                      <a:pt x="43" y="2049"/>
                    </a:lnTo>
                    <a:lnTo>
                      <a:pt x="86" y="2206"/>
                    </a:lnTo>
                    <a:lnTo>
                      <a:pt x="143" y="2362"/>
                    </a:lnTo>
                    <a:lnTo>
                      <a:pt x="214" y="2519"/>
                    </a:lnTo>
                    <a:lnTo>
                      <a:pt x="299" y="2661"/>
                    </a:lnTo>
                    <a:lnTo>
                      <a:pt x="399" y="2789"/>
                    </a:lnTo>
                    <a:lnTo>
                      <a:pt x="498" y="2903"/>
                    </a:lnTo>
                    <a:lnTo>
                      <a:pt x="626" y="3017"/>
                    </a:lnTo>
                    <a:lnTo>
                      <a:pt x="754" y="3116"/>
                    </a:lnTo>
                    <a:lnTo>
                      <a:pt x="897" y="3202"/>
                    </a:lnTo>
                    <a:lnTo>
                      <a:pt x="1039" y="3273"/>
                    </a:lnTo>
                    <a:lnTo>
                      <a:pt x="1196" y="3330"/>
                    </a:lnTo>
                    <a:lnTo>
                      <a:pt x="1366" y="3373"/>
                    </a:lnTo>
                    <a:lnTo>
                      <a:pt x="1537" y="3401"/>
                    </a:lnTo>
                    <a:lnTo>
                      <a:pt x="1879" y="3401"/>
                    </a:lnTo>
                    <a:lnTo>
                      <a:pt x="2049" y="3373"/>
                    </a:lnTo>
                    <a:lnTo>
                      <a:pt x="2220" y="3330"/>
                    </a:lnTo>
                    <a:lnTo>
                      <a:pt x="2377" y="3273"/>
                    </a:lnTo>
                    <a:lnTo>
                      <a:pt x="2519" y="3202"/>
                    </a:lnTo>
                    <a:lnTo>
                      <a:pt x="2661" y="3116"/>
                    </a:lnTo>
                    <a:lnTo>
                      <a:pt x="2789" y="3017"/>
                    </a:lnTo>
                    <a:lnTo>
                      <a:pt x="2917" y="2903"/>
                    </a:lnTo>
                    <a:lnTo>
                      <a:pt x="3017" y="2789"/>
                    </a:lnTo>
                    <a:lnTo>
                      <a:pt x="3117" y="2661"/>
                    </a:lnTo>
                    <a:lnTo>
                      <a:pt x="3202" y="2519"/>
                    </a:lnTo>
                    <a:lnTo>
                      <a:pt x="3273" y="2362"/>
                    </a:lnTo>
                    <a:lnTo>
                      <a:pt x="3330" y="2206"/>
                    </a:lnTo>
                    <a:lnTo>
                      <a:pt x="3373" y="2049"/>
                    </a:lnTo>
                    <a:lnTo>
                      <a:pt x="3401" y="1878"/>
                    </a:lnTo>
                    <a:lnTo>
                      <a:pt x="3415" y="1708"/>
                    </a:lnTo>
                    <a:lnTo>
                      <a:pt x="3401" y="1523"/>
                    </a:lnTo>
                    <a:lnTo>
                      <a:pt x="3373" y="1366"/>
                    </a:lnTo>
                    <a:lnTo>
                      <a:pt x="3330" y="1195"/>
                    </a:lnTo>
                    <a:lnTo>
                      <a:pt x="3273" y="1039"/>
                    </a:lnTo>
                    <a:lnTo>
                      <a:pt x="3202" y="897"/>
                    </a:lnTo>
                    <a:lnTo>
                      <a:pt x="3117" y="754"/>
                    </a:lnTo>
                    <a:lnTo>
                      <a:pt x="3017" y="626"/>
                    </a:lnTo>
                    <a:lnTo>
                      <a:pt x="2917" y="498"/>
                    </a:lnTo>
                    <a:lnTo>
                      <a:pt x="2789" y="384"/>
                    </a:lnTo>
                    <a:lnTo>
                      <a:pt x="2661" y="285"/>
                    </a:lnTo>
                    <a:lnTo>
                      <a:pt x="2519" y="213"/>
                    </a:lnTo>
                    <a:lnTo>
                      <a:pt x="2377" y="128"/>
                    </a:lnTo>
                    <a:lnTo>
                      <a:pt x="2220" y="71"/>
                    </a:lnTo>
                    <a:lnTo>
                      <a:pt x="2049" y="43"/>
                    </a:lnTo>
                    <a:lnTo>
                      <a:pt x="1879" y="14"/>
                    </a:lnTo>
                    <a:lnTo>
                      <a:pt x="1708"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3" name="Google Shape;551;p20">
                <a:extLst>
                  <a:ext uri="{FF2B5EF4-FFF2-40B4-BE49-F238E27FC236}">
                    <a16:creationId xmlns:a16="http://schemas.microsoft.com/office/drawing/2014/main" id="{B23CADAB-92BF-4362-A1A9-EF18DD9E2EA5}"/>
                  </a:ext>
                </a:extLst>
              </p:cNvPr>
              <p:cNvSpPr/>
              <p:nvPr/>
            </p:nvSpPr>
            <p:spPr bwMode="auto">
              <a:xfrm>
                <a:off x="8013827" y="2619326"/>
                <a:ext cx="193948" cy="194747"/>
              </a:xfrm>
              <a:custGeom>
                <a:avLst/>
                <a:gdLst/>
                <a:ahLst/>
                <a:cxnLst/>
                <a:rect l="l" t="t" r="r" b="b"/>
                <a:pathLst>
                  <a:path w="3402" h="3416" extrusionOk="0">
                    <a:moveTo>
                      <a:pt x="1694" y="0"/>
                    </a:moveTo>
                    <a:lnTo>
                      <a:pt x="1523" y="14"/>
                    </a:lnTo>
                    <a:lnTo>
                      <a:pt x="1352" y="43"/>
                    </a:lnTo>
                    <a:lnTo>
                      <a:pt x="1196" y="85"/>
                    </a:lnTo>
                    <a:lnTo>
                      <a:pt x="1039" y="142"/>
                    </a:lnTo>
                    <a:lnTo>
                      <a:pt x="883" y="213"/>
                    </a:lnTo>
                    <a:lnTo>
                      <a:pt x="755" y="299"/>
                    </a:lnTo>
                    <a:lnTo>
                      <a:pt x="612" y="398"/>
                    </a:lnTo>
                    <a:lnTo>
                      <a:pt x="498" y="498"/>
                    </a:lnTo>
                    <a:lnTo>
                      <a:pt x="385" y="626"/>
                    </a:lnTo>
                    <a:lnTo>
                      <a:pt x="285" y="754"/>
                    </a:lnTo>
                    <a:lnTo>
                      <a:pt x="200" y="897"/>
                    </a:lnTo>
                    <a:lnTo>
                      <a:pt x="128" y="1039"/>
                    </a:lnTo>
                    <a:lnTo>
                      <a:pt x="72" y="1195"/>
                    </a:lnTo>
                    <a:lnTo>
                      <a:pt x="29" y="1366"/>
                    </a:lnTo>
                    <a:lnTo>
                      <a:pt x="0" y="1537"/>
                    </a:lnTo>
                    <a:lnTo>
                      <a:pt x="0" y="1708"/>
                    </a:lnTo>
                    <a:lnTo>
                      <a:pt x="0" y="1878"/>
                    </a:lnTo>
                    <a:lnTo>
                      <a:pt x="29" y="2049"/>
                    </a:lnTo>
                    <a:lnTo>
                      <a:pt x="72" y="2220"/>
                    </a:lnTo>
                    <a:lnTo>
                      <a:pt x="128" y="2376"/>
                    </a:lnTo>
                    <a:lnTo>
                      <a:pt x="200" y="2519"/>
                    </a:lnTo>
                    <a:lnTo>
                      <a:pt x="285" y="2661"/>
                    </a:lnTo>
                    <a:lnTo>
                      <a:pt x="385" y="2789"/>
                    </a:lnTo>
                    <a:lnTo>
                      <a:pt x="498" y="2917"/>
                    </a:lnTo>
                    <a:lnTo>
                      <a:pt x="612" y="3017"/>
                    </a:lnTo>
                    <a:lnTo>
                      <a:pt x="755" y="3116"/>
                    </a:lnTo>
                    <a:lnTo>
                      <a:pt x="883" y="3202"/>
                    </a:lnTo>
                    <a:lnTo>
                      <a:pt x="1039" y="3273"/>
                    </a:lnTo>
                    <a:lnTo>
                      <a:pt x="1196" y="3330"/>
                    </a:lnTo>
                    <a:lnTo>
                      <a:pt x="1352" y="3373"/>
                    </a:lnTo>
                    <a:lnTo>
                      <a:pt x="1523" y="3401"/>
                    </a:lnTo>
                    <a:lnTo>
                      <a:pt x="1694" y="3415"/>
                    </a:lnTo>
                    <a:lnTo>
                      <a:pt x="1879" y="3401"/>
                    </a:lnTo>
                    <a:lnTo>
                      <a:pt x="2035" y="3373"/>
                    </a:lnTo>
                    <a:lnTo>
                      <a:pt x="2206" y="3330"/>
                    </a:lnTo>
                    <a:lnTo>
                      <a:pt x="2363" y="3273"/>
                    </a:lnTo>
                    <a:lnTo>
                      <a:pt x="2505" y="3202"/>
                    </a:lnTo>
                    <a:lnTo>
                      <a:pt x="2647" y="3116"/>
                    </a:lnTo>
                    <a:lnTo>
                      <a:pt x="2775" y="3017"/>
                    </a:lnTo>
                    <a:lnTo>
                      <a:pt x="2903" y="2917"/>
                    </a:lnTo>
                    <a:lnTo>
                      <a:pt x="3017" y="2789"/>
                    </a:lnTo>
                    <a:lnTo>
                      <a:pt x="3117" y="2661"/>
                    </a:lnTo>
                    <a:lnTo>
                      <a:pt x="3202" y="2519"/>
                    </a:lnTo>
                    <a:lnTo>
                      <a:pt x="3273" y="2376"/>
                    </a:lnTo>
                    <a:lnTo>
                      <a:pt x="3330" y="2220"/>
                    </a:lnTo>
                    <a:lnTo>
                      <a:pt x="3373" y="2049"/>
                    </a:lnTo>
                    <a:lnTo>
                      <a:pt x="3387" y="1878"/>
                    </a:lnTo>
                    <a:lnTo>
                      <a:pt x="3401" y="1708"/>
                    </a:lnTo>
                    <a:lnTo>
                      <a:pt x="3387" y="1537"/>
                    </a:lnTo>
                    <a:lnTo>
                      <a:pt x="3373" y="1366"/>
                    </a:lnTo>
                    <a:lnTo>
                      <a:pt x="3330" y="1195"/>
                    </a:lnTo>
                    <a:lnTo>
                      <a:pt x="3273" y="1039"/>
                    </a:lnTo>
                    <a:lnTo>
                      <a:pt x="3202" y="897"/>
                    </a:lnTo>
                    <a:lnTo>
                      <a:pt x="3117" y="754"/>
                    </a:lnTo>
                    <a:lnTo>
                      <a:pt x="3017" y="626"/>
                    </a:lnTo>
                    <a:lnTo>
                      <a:pt x="2903" y="498"/>
                    </a:lnTo>
                    <a:lnTo>
                      <a:pt x="2775" y="398"/>
                    </a:lnTo>
                    <a:lnTo>
                      <a:pt x="2647" y="299"/>
                    </a:lnTo>
                    <a:lnTo>
                      <a:pt x="2505" y="213"/>
                    </a:lnTo>
                    <a:lnTo>
                      <a:pt x="2363" y="142"/>
                    </a:lnTo>
                    <a:lnTo>
                      <a:pt x="2206" y="85"/>
                    </a:lnTo>
                    <a:lnTo>
                      <a:pt x="2035" y="43"/>
                    </a:lnTo>
                    <a:lnTo>
                      <a:pt x="1879" y="14"/>
                    </a:lnTo>
                    <a:lnTo>
                      <a:pt x="1694"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4" name="Google Shape;552;p20">
                <a:extLst>
                  <a:ext uri="{FF2B5EF4-FFF2-40B4-BE49-F238E27FC236}">
                    <a16:creationId xmlns:a16="http://schemas.microsoft.com/office/drawing/2014/main" id="{1E012167-F4A8-4753-AAD0-1BA92AB8CFF9}"/>
                  </a:ext>
                </a:extLst>
              </p:cNvPr>
              <p:cNvSpPr/>
              <p:nvPr/>
            </p:nvSpPr>
            <p:spPr bwMode="auto">
              <a:xfrm>
                <a:off x="4014273" y="3216011"/>
                <a:ext cx="827500" cy="370793"/>
              </a:xfrm>
              <a:custGeom>
                <a:avLst/>
                <a:gdLst/>
                <a:ahLst/>
                <a:cxnLst/>
                <a:rect l="l" t="t" r="r" b="b"/>
                <a:pathLst>
                  <a:path w="14515" h="6504" extrusionOk="0">
                    <a:moveTo>
                      <a:pt x="840" y="0"/>
                    </a:moveTo>
                    <a:lnTo>
                      <a:pt x="0" y="840"/>
                    </a:lnTo>
                    <a:lnTo>
                      <a:pt x="5664" y="6503"/>
                    </a:lnTo>
                    <a:lnTo>
                      <a:pt x="14515" y="6503"/>
                    </a:lnTo>
                    <a:lnTo>
                      <a:pt x="14515" y="5308"/>
                    </a:lnTo>
                    <a:lnTo>
                      <a:pt x="6147" y="5308"/>
                    </a:lnTo>
                    <a:lnTo>
                      <a:pt x="840"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5" name="Google Shape;553;p20">
                <a:extLst>
                  <a:ext uri="{FF2B5EF4-FFF2-40B4-BE49-F238E27FC236}">
                    <a16:creationId xmlns:a16="http://schemas.microsoft.com/office/drawing/2014/main" id="{EFC80473-194D-47BF-8716-CB15731DB0E4}"/>
                  </a:ext>
                </a:extLst>
              </p:cNvPr>
              <p:cNvSpPr/>
              <p:nvPr/>
            </p:nvSpPr>
            <p:spPr bwMode="auto">
              <a:xfrm>
                <a:off x="4440152" y="3263844"/>
                <a:ext cx="401636" cy="68241"/>
              </a:xfrm>
              <a:custGeom>
                <a:avLst/>
                <a:gdLst/>
                <a:ahLst/>
                <a:cxnLst/>
                <a:rect l="l" t="t" r="r" b="b"/>
                <a:pathLst>
                  <a:path w="7045" h="1197" extrusionOk="0">
                    <a:moveTo>
                      <a:pt x="1" y="1"/>
                    </a:moveTo>
                    <a:lnTo>
                      <a:pt x="1" y="1196"/>
                    </a:lnTo>
                    <a:lnTo>
                      <a:pt x="7045" y="1196"/>
                    </a:lnTo>
                    <a:lnTo>
                      <a:pt x="704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6" name="Google Shape;554;p20">
                <a:extLst>
                  <a:ext uri="{FF2B5EF4-FFF2-40B4-BE49-F238E27FC236}">
                    <a16:creationId xmlns:a16="http://schemas.microsoft.com/office/drawing/2014/main" id="{986A9DF9-B53E-4030-ACD8-AB69F40AC67E}"/>
                  </a:ext>
                </a:extLst>
              </p:cNvPr>
              <p:cNvSpPr/>
              <p:nvPr/>
            </p:nvSpPr>
            <p:spPr bwMode="auto">
              <a:xfrm>
                <a:off x="3839817" y="3909618"/>
                <a:ext cx="1001951" cy="339152"/>
              </a:xfrm>
              <a:custGeom>
                <a:avLst/>
                <a:gdLst/>
                <a:ahLst/>
                <a:cxnLst/>
                <a:rect l="l" t="t" r="r" b="b"/>
                <a:pathLst>
                  <a:path w="17575" h="5949" extrusionOk="0">
                    <a:moveTo>
                      <a:pt x="5109" y="1"/>
                    </a:moveTo>
                    <a:lnTo>
                      <a:pt x="1" y="5109"/>
                    </a:lnTo>
                    <a:lnTo>
                      <a:pt x="840" y="5949"/>
                    </a:lnTo>
                    <a:lnTo>
                      <a:pt x="5607" y="1182"/>
                    </a:lnTo>
                    <a:lnTo>
                      <a:pt x="17575" y="1182"/>
                    </a:lnTo>
                    <a:lnTo>
                      <a:pt x="1757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7" name="Google Shape;555;p20">
                <a:extLst>
                  <a:ext uri="{FF2B5EF4-FFF2-40B4-BE49-F238E27FC236}">
                    <a16:creationId xmlns:a16="http://schemas.microsoft.com/office/drawing/2014/main" id="{BD67F489-9454-43ED-833D-C8FA83D8AC4E}"/>
                  </a:ext>
                </a:extLst>
              </p:cNvPr>
              <p:cNvSpPr/>
              <p:nvPr/>
            </p:nvSpPr>
            <p:spPr bwMode="auto">
              <a:xfrm>
                <a:off x="4056405" y="4131110"/>
                <a:ext cx="785369" cy="331057"/>
              </a:xfrm>
              <a:custGeom>
                <a:avLst/>
                <a:gdLst/>
                <a:ahLst/>
                <a:cxnLst/>
                <a:rect l="l" t="t" r="r" b="b"/>
                <a:pathLst>
                  <a:path w="13776" h="5807" extrusionOk="0">
                    <a:moveTo>
                      <a:pt x="4953" y="1"/>
                    </a:moveTo>
                    <a:lnTo>
                      <a:pt x="1" y="4953"/>
                    </a:lnTo>
                    <a:lnTo>
                      <a:pt x="841" y="5806"/>
                    </a:lnTo>
                    <a:lnTo>
                      <a:pt x="5451" y="1196"/>
                    </a:lnTo>
                    <a:lnTo>
                      <a:pt x="13776" y="1196"/>
                    </a:lnTo>
                    <a:lnTo>
                      <a:pt x="13776"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8" name="Google Shape;556;p20">
                <a:extLst>
                  <a:ext uri="{FF2B5EF4-FFF2-40B4-BE49-F238E27FC236}">
                    <a16:creationId xmlns:a16="http://schemas.microsoft.com/office/drawing/2014/main" id="{7303E0DC-AE2C-4E31-8E83-C0C3FD84E94D}"/>
                  </a:ext>
                </a:extLst>
              </p:cNvPr>
              <p:cNvSpPr/>
              <p:nvPr/>
            </p:nvSpPr>
            <p:spPr bwMode="auto">
              <a:xfrm>
                <a:off x="4440152" y="4354198"/>
                <a:ext cx="401636" cy="68241"/>
              </a:xfrm>
              <a:custGeom>
                <a:avLst/>
                <a:gdLst/>
                <a:ahLst/>
                <a:cxnLst/>
                <a:rect l="l" t="t" r="r" b="b"/>
                <a:pathLst>
                  <a:path w="7045" h="1197" extrusionOk="0">
                    <a:moveTo>
                      <a:pt x="1" y="1"/>
                    </a:moveTo>
                    <a:lnTo>
                      <a:pt x="1" y="1196"/>
                    </a:lnTo>
                    <a:lnTo>
                      <a:pt x="7045" y="1196"/>
                    </a:lnTo>
                    <a:lnTo>
                      <a:pt x="704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9" name="Google Shape;557;p20">
                <a:extLst>
                  <a:ext uri="{FF2B5EF4-FFF2-40B4-BE49-F238E27FC236}">
                    <a16:creationId xmlns:a16="http://schemas.microsoft.com/office/drawing/2014/main" id="{F2BE4DC5-95F3-4E86-8366-78127EC67C6C}"/>
                  </a:ext>
                </a:extLst>
              </p:cNvPr>
              <p:cNvSpPr/>
              <p:nvPr/>
            </p:nvSpPr>
            <p:spPr bwMode="auto">
              <a:xfrm>
                <a:off x="3999621" y="4329055"/>
                <a:ext cx="194803" cy="193948"/>
              </a:xfrm>
              <a:custGeom>
                <a:avLst/>
                <a:gdLst/>
                <a:ahLst/>
                <a:cxnLst/>
                <a:rect l="l" t="t" r="r" b="b"/>
                <a:pathLst>
                  <a:path w="3417" h="3402" extrusionOk="0">
                    <a:moveTo>
                      <a:pt x="1538" y="1"/>
                    </a:moveTo>
                    <a:lnTo>
                      <a:pt x="1367" y="29"/>
                    </a:lnTo>
                    <a:lnTo>
                      <a:pt x="1196" y="72"/>
                    </a:lnTo>
                    <a:lnTo>
                      <a:pt x="1040" y="129"/>
                    </a:lnTo>
                    <a:lnTo>
                      <a:pt x="897" y="200"/>
                    </a:lnTo>
                    <a:lnTo>
                      <a:pt x="755" y="285"/>
                    </a:lnTo>
                    <a:lnTo>
                      <a:pt x="627" y="385"/>
                    </a:lnTo>
                    <a:lnTo>
                      <a:pt x="499" y="499"/>
                    </a:lnTo>
                    <a:lnTo>
                      <a:pt x="399" y="613"/>
                    </a:lnTo>
                    <a:lnTo>
                      <a:pt x="300" y="755"/>
                    </a:lnTo>
                    <a:lnTo>
                      <a:pt x="214" y="883"/>
                    </a:lnTo>
                    <a:lnTo>
                      <a:pt x="143" y="1040"/>
                    </a:lnTo>
                    <a:lnTo>
                      <a:pt x="86" y="1196"/>
                    </a:lnTo>
                    <a:lnTo>
                      <a:pt x="44" y="1353"/>
                    </a:lnTo>
                    <a:lnTo>
                      <a:pt x="15" y="1523"/>
                    </a:lnTo>
                    <a:lnTo>
                      <a:pt x="1" y="1694"/>
                    </a:lnTo>
                    <a:lnTo>
                      <a:pt x="15" y="1879"/>
                    </a:lnTo>
                    <a:lnTo>
                      <a:pt x="44" y="2050"/>
                    </a:lnTo>
                    <a:lnTo>
                      <a:pt x="86" y="2206"/>
                    </a:lnTo>
                    <a:lnTo>
                      <a:pt x="143" y="2363"/>
                    </a:lnTo>
                    <a:lnTo>
                      <a:pt x="214" y="2505"/>
                    </a:lnTo>
                    <a:lnTo>
                      <a:pt x="300" y="2648"/>
                    </a:lnTo>
                    <a:lnTo>
                      <a:pt x="399" y="2776"/>
                    </a:lnTo>
                    <a:lnTo>
                      <a:pt x="499" y="2904"/>
                    </a:lnTo>
                    <a:lnTo>
                      <a:pt x="627" y="3017"/>
                    </a:lnTo>
                    <a:lnTo>
                      <a:pt x="755" y="3117"/>
                    </a:lnTo>
                    <a:lnTo>
                      <a:pt x="897" y="3202"/>
                    </a:lnTo>
                    <a:lnTo>
                      <a:pt x="1040" y="3274"/>
                    </a:lnTo>
                    <a:lnTo>
                      <a:pt x="1196" y="3331"/>
                    </a:lnTo>
                    <a:lnTo>
                      <a:pt x="1367" y="3373"/>
                    </a:lnTo>
                    <a:lnTo>
                      <a:pt x="1538" y="3387"/>
                    </a:lnTo>
                    <a:lnTo>
                      <a:pt x="1708" y="3402"/>
                    </a:lnTo>
                    <a:lnTo>
                      <a:pt x="1879" y="3387"/>
                    </a:lnTo>
                    <a:lnTo>
                      <a:pt x="2050" y="3373"/>
                    </a:lnTo>
                    <a:lnTo>
                      <a:pt x="2221" y="3331"/>
                    </a:lnTo>
                    <a:lnTo>
                      <a:pt x="2377" y="3274"/>
                    </a:lnTo>
                    <a:lnTo>
                      <a:pt x="2520" y="3202"/>
                    </a:lnTo>
                    <a:lnTo>
                      <a:pt x="2662" y="3117"/>
                    </a:lnTo>
                    <a:lnTo>
                      <a:pt x="2790" y="3017"/>
                    </a:lnTo>
                    <a:lnTo>
                      <a:pt x="2918" y="2904"/>
                    </a:lnTo>
                    <a:lnTo>
                      <a:pt x="3018" y="2776"/>
                    </a:lnTo>
                    <a:lnTo>
                      <a:pt x="3117" y="2648"/>
                    </a:lnTo>
                    <a:lnTo>
                      <a:pt x="3203" y="2505"/>
                    </a:lnTo>
                    <a:lnTo>
                      <a:pt x="3274" y="2363"/>
                    </a:lnTo>
                    <a:lnTo>
                      <a:pt x="3331" y="2206"/>
                    </a:lnTo>
                    <a:lnTo>
                      <a:pt x="3373" y="2050"/>
                    </a:lnTo>
                    <a:lnTo>
                      <a:pt x="3402" y="1879"/>
                    </a:lnTo>
                    <a:lnTo>
                      <a:pt x="3416" y="1694"/>
                    </a:lnTo>
                    <a:lnTo>
                      <a:pt x="3402" y="1523"/>
                    </a:lnTo>
                    <a:lnTo>
                      <a:pt x="3373" y="1353"/>
                    </a:lnTo>
                    <a:lnTo>
                      <a:pt x="3331" y="1196"/>
                    </a:lnTo>
                    <a:lnTo>
                      <a:pt x="3274" y="1040"/>
                    </a:lnTo>
                    <a:lnTo>
                      <a:pt x="3203" y="883"/>
                    </a:lnTo>
                    <a:lnTo>
                      <a:pt x="3117" y="755"/>
                    </a:lnTo>
                    <a:lnTo>
                      <a:pt x="3018" y="613"/>
                    </a:lnTo>
                    <a:lnTo>
                      <a:pt x="2918" y="499"/>
                    </a:lnTo>
                    <a:lnTo>
                      <a:pt x="2790" y="385"/>
                    </a:lnTo>
                    <a:lnTo>
                      <a:pt x="2662" y="285"/>
                    </a:lnTo>
                    <a:lnTo>
                      <a:pt x="2520" y="200"/>
                    </a:lnTo>
                    <a:lnTo>
                      <a:pt x="2377" y="129"/>
                    </a:lnTo>
                    <a:lnTo>
                      <a:pt x="2221" y="72"/>
                    </a:lnTo>
                    <a:lnTo>
                      <a:pt x="2050" y="29"/>
                    </a:lnTo>
                    <a:lnTo>
                      <a:pt x="1879"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0" name="Google Shape;558;p20">
                <a:extLst>
                  <a:ext uri="{FF2B5EF4-FFF2-40B4-BE49-F238E27FC236}">
                    <a16:creationId xmlns:a16="http://schemas.microsoft.com/office/drawing/2014/main" id="{6D04DAEC-635C-4309-93E5-0D4EFBA5668B}"/>
                  </a:ext>
                </a:extLst>
              </p:cNvPr>
              <p:cNvSpPr/>
              <p:nvPr/>
            </p:nvSpPr>
            <p:spPr bwMode="auto">
              <a:xfrm>
                <a:off x="3786282" y="4114918"/>
                <a:ext cx="193948" cy="193891"/>
              </a:xfrm>
              <a:custGeom>
                <a:avLst/>
                <a:gdLst/>
                <a:ahLst/>
                <a:cxnLst/>
                <a:rect l="l" t="t" r="r" b="b"/>
                <a:pathLst>
                  <a:path w="3402" h="3401" extrusionOk="0">
                    <a:moveTo>
                      <a:pt x="1694" y="0"/>
                    </a:moveTo>
                    <a:lnTo>
                      <a:pt x="1523" y="14"/>
                    </a:lnTo>
                    <a:lnTo>
                      <a:pt x="1352" y="43"/>
                    </a:lnTo>
                    <a:lnTo>
                      <a:pt x="1196" y="71"/>
                    </a:lnTo>
                    <a:lnTo>
                      <a:pt x="1039" y="128"/>
                    </a:lnTo>
                    <a:lnTo>
                      <a:pt x="883" y="213"/>
                    </a:lnTo>
                    <a:lnTo>
                      <a:pt x="740" y="285"/>
                    </a:lnTo>
                    <a:lnTo>
                      <a:pt x="612" y="384"/>
                    </a:lnTo>
                    <a:lnTo>
                      <a:pt x="498" y="498"/>
                    </a:lnTo>
                    <a:lnTo>
                      <a:pt x="385" y="626"/>
                    </a:lnTo>
                    <a:lnTo>
                      <a:pt x="285" y="754"/>
                    </a:lnTo>
                    <a:lnTo>
                      <a:pt x="200" y="897"/>
                    </a:lnTo>
                    <a:lnTo>
                      <a:pt x="128" y="1039"/>
                    </a:lnTo>
                    <a:lnTo>
                      <a:pt x="72" y="1195"/>
                    </a:lnTo>
                    <a:lnTo>
                      <a:pt x="29" y="1366"/>
                    </a:lnTo>
                    <a:lnTo>
                      <a:pt x="0" y="1523"/>
                    </a:lnTo>
                    <a:lnTo>
                      <a:pt x="0" y="1708"/>
                    </a:lnTo>
                    <a:lnTo>
                      <a:pt x="0" y="1878"/>
                    </a:lnTo>
                    <a:lnTo>
                      <a:pt x="29" y="2049"/>
                    </a:lnTo>
                    <a:lnTo>
                      <a:pt x="72" y="2206"/>
                    </a:lnTo>
                    <a:lnTo>
                      <a:pt x="128" y="2362"/>
                    </a:lnTo>
                    <a:lnTo>
                      <a:pt x="200" y="2519"/>
                    </a:lnTo>
                    <a:lnTo>
                      <a:pt x="285" y="2661"/>
                    </a:lnTo>
                    <a:lnTo>
                      <a:pt x="385" y="2789"/>
                    </a:lnTo>
                    <a:lnTo>
                      <a:pt x="498" y="2903"/>
                    </a:lnTo>
                    <a:lnTo>
                      <a:pt x="612" y="3017"/>
                    </a:lnTo>
                    <a:lnTo>
                      <a:pt x="740" y="3116"/>
                    </a:lnTo>
                    <a:lnTo>
                      <a:pt x="883" y="3202"/>
                    </a:lnTo>
                    <a:lnTo>
                      <a:pt x="1039" y="3273"/>
                    </a:lnTo>
                    <a:lnTo>
                      <a:pt x="1196" y="3330"/>
                    </a:lnTo>
                    <a:lnTo>
                      <a:pt x="1352" y="3373"/>
                    </a:lnTo>
                    <a:lnTo>
                      <a:pt x="1523" y="3401"/>
                    </a:lnTo>
                    <a:lnTo>
                      <a:pt x="1865" y="3401"/>
                    </a:lnTo>
                    <a:lnTo>
                      <a:pt x="2035" y="3373"/>
                    </a:lnTo>
                    <a:lnTo>
                      <a:pt x="2206" y="3330"/>
                    </a:lnTo>
                    <a:lnTo>
                      <a:pt x="2363" y="3273"/>
                    </a:lnTo>
                    <a:lnTo>
                      <a:pt x="2505" y="3202"/>
                    </a:lnTo>
                    <a:lnTo>
                      <a:pt x="2647" y="3116"/>
                    </a:lnTo>
                    <a:lnTo>
                      <a:pt x="2775" y="3017"/>
                    </a:lnTo>
                    <a:lnTo>
                      <a:pt x="2903" y="2903"/>
                    </a:lnTo>
                    <a:lnTo>
                      <a:pt x="3003" y="2789"/>
                    </a:lnTo>
                    <a:lnTo>
                      <a:pt x="3103" y="2661"/>
                    </a:lnTo>
                    <a:lnTo>
                      <a:pt x="3188" y="2519"/>
                    </a:lnTo>
                    <a:lnTo>
                      <a:pt x="3259" y="2362"/>
                    </a:lnTo>
                    <a:lnTo>
                      <a:pt x="3316" y="2206"/>
                    </a:lnTo>
                    <a:lnTo>
                      <a:pt x="3359" y="2049"/>
                    </a:lnTo>
                    <a:lnTo>
                      <a:pt x="3387" y="1878"/>
                    </a:lnTo>
                    <a:lnTo>
                      <a:pt x="3401" y="1708"/>
                    </a:lnTo>
                    <a:lnTo>
                      <a:pt x="3387" y="1523"/>
                    </a:lnTo>
                    <a:lnTo>
                      <a:pt x="3359" y="1366"/>
                    </a:lnTo>
                    <a:lnTo>
                      <a:pt x="3316" y="1195"/>
                    </a:lnTo>
                    <a:lnTo>
                      <a:pt x="3259" y="1039"/>
                    </a:lnTo>
                    <a:lnTo>
                      <a:pt x="3188" y="897"/>
                    </a:lnTo>
                    <a:lnTo>
                      <a:pt x="3103" y="754"/>
                    </a:lnTo>
                    <a:lnTo>
                      <a:pt x="3003" y="626"/>
                    </a:lnTo>
                    <a:lnTo>
                      <a:pt x="2903" y="498"/>
                    </a:lnTo>
                    <a:lnTo>
                      <a:pt x="2775" y="384"/>
                    </a:lnTo>
                    <a:lnTo>
                      <a:pt x="2647" y="285"/>
                    </a:lnTo>
                    <a:lnTo>
                      <a:pt x="2505" y="213"/>
                    </a:lnTo>
                    <a:lnTo>
                      <a:pt x="2363" y="128"/>
                    </a:lnTo>
                    <a:lnTo>
                      <a:pt x="2206" y="71"/>
                    </a:lnTo>
                    <a:lnTo>
                      <a:pt x="2035" y="43"/>
                    </a:lnTo>
                    <a:lnTo>
                      <a:pt x="1865" y="14"/>
                    </a:lnTo>
                    <a:lnTo>
                      <a:pt x="1694"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1" name="Google Shape;559;p20">
                <a:extLst>
                  <a:ext uri="{FF2B5EF4-FFF2-40B4-BE49-F238E27FC236}">
                    <a16:creationId xmlns:a16="http://schemas.microsoft.com/office/drawing/2014/main" id="{C0D2740D-BA23-4445-9339-3FEC177F0996}"/>
                  </a:ext>
                </a:extLst>
              </p:cNvPr>
              <p:cNvSpPr/>
              <p:nvPr/>
            </p:nvSpPr>
            <p:spPr bwMode="auto">
              <a:xfrm>
                <a:off x="3983430" y="3165726"/>
                <a:ext cx="193948" cy="194747"/>
              </a:xfrm>
              <a:custGeom>
                <a:avLst/>
                <a:gdLst/>
                <a:ahLst/>
                <a:cxnLst/>
                <a:rect l="l" t="t" r="r" b="b"/>
                <a:pathLst>
                  <a:path w="3402" h="3416" extrusionOk="0">
                    <a:moveTo>
                      <a:pt x="1708" y="0"/>
                    </a:moveTo>
                    <a:lnTo>
                      <a:pt x="1537" y="14"/>
                    </a:lnTo>
                    <a:lnTo>
                      <a:pt x="1366" y="43"/>
                    </a:lnTo>
                    <a:lnTo>
                      <a:pt x="1196" y="85"/>
                    </a:lnTo>
                    <a:lnTo>
                      <a:pt x="1039" y="142"/>
                    </a:lnTo>
                    <a:lnTo>
                      <a:pt x="897" y="213"/>
                    </a:lnTo>
                    <a:lnTo>
                      <a:pt x="754" y="299"/>
                    </a:lnTo>
                    <a:lnTo>
                      <a:pt x="626" y="398"/>
                    </a:lnTo>
                    <a:lnTo>
                      <a:pt x="498" y="498"/>
                    </a:lnTo>
                    <a:lnTo>
                      <a:pt x="384" y="626"/>
                    </a:lnTo>
                    <a:lnTo>
                      <a:pt x="299" y="754"/>
                    </a:lnTo>
                    <a:lnTo>
                      <a:pt x="214" y="897"/>
                    </a:lnTo>
                    <a:lnTo>
                      <a:pt x="143" y="1039"/>
                    </a:lnTo>
                    <a:lnTo>
                      <a:pt x="86" y="1195"/>
                    </a:lnTo>
                    <a:lnTo>
                      <a:pt x="43" y="1366"/>
                    </a:lnTo>
                    <a:lnTo>
                      <a:pt x="15" y="1537"/>
                    </a:lnTo>
                    <a:lnTo>
                      <a:pt x="0" y="1708"/>
                    </a:lnTo>
                    <a:lnTo>
                      <a:pt x="15" y="1878"/>
                    </a:lnTo>
                    <a:lnTo>
                      <a:pt x="43" y="2049"/>
                    </a:lnTo>
                    <a:lnTo>
                      <a:pt x="86" y="2220"/>
                    </a:lnTo>
                    <a:lnTo>
                      <a:pt x="143" y="2376"/>
                    </a:lnTo>
                    <a:lnTo>
                      <a:pt x="214" y="2519"/>
                    </a:lnTo>
                    <a:lnTo>
                      <a:pt x="299" y="2661"/>
                    </a:lnTo>
                    <a:lnTo>
                      <a:pt x="384" y="2789"/>
                    </a:lnTo>
                    <a:lnTo>
                      <a:pt x="498" y="2917"/>
                    </a:lnTo>
                    <a:lnTo>
                      <a:pt x="626" y="3017"/>
                    </a:lnTo>
                    <a:lnTo>
                      <a:pt x="754" y="3116"/>
                    </a:lnTo>
                    <a:lnTo>
                      <a:pt x="897" y="3202"/>
                    </a:lnTo>
                    <a:lnTo>
                      <a:pt x="1039" y="3273"/>
                    </a:lnTo>
                    <a:lnTo>
                      <a:pt x="1196" y="3330"/>
                    </a:lnTo>
                    <a:lnTo>
                      <a:pt x="1366" y="3373"/>
                    </a:lnTo>
                    <a:lnTo>
                      <a:pt x="1537" y="3401"/>
                    </a:lnTo>
                    <a:lnTo>
                      <a:pt x="1708" y="3415"/>
                    </a:lnTo>
                    <a:lnTo>
                      <a:pt x="1879" y="3401"/>
                    </a:lnTo>
                    <a:lnTo>
                      <a:pt x="2049" y="3373"/>
                    </a:lnTo>
                    <a:lnTo>
                      <a:pt x="2206" y="3330"/>
                    </a:lnTo>
                    <a:lnTo>
                      <a:pt x="2362" y="3273"/>
                    </a:lnTo>
                    <a:lnTo>
                      <a:pt x="2519" y="3202"/>
                    </a:lnTo>
                    <a:lnTo>
                      <a:pt x="2661" y="3116"/>
                    </a:lnTo>
                    <a:lnTo>
                      <a:pt x="2789" y="3017"/>
                    </a:lnTo>
                    <a:lnTo>
                      <a:pt x="2903" y="2917"/>
                    </a:lnTo>
                    <a:lnTo>
                      <a:pt x="3017" y="2789"/>
                    </a:lnTo>
                    <a:lnTo>
                      <a:pt x="3117" y="2661"/>
                    </a:lnTo>
                    <a:lnTo>
                      <a:pt x="3202" y="2519"/>
                    </a:lnTo>
                    <a:lnTo>
                      <a:pt x="3273" y="2376"/>
                    </a:lnTo>
                    <a:lnTo>
                      <a:pt x="3330" y="2220"/>
                    </a:lnTo>
                    <a:lnTo>
                      <a:pt x="3373" y="2049"/>
                    </a:lnTo>
                    <a:lnTo>
                      <a:pt x="3401" y="1878"/>
                    </a:lnTo>
                    <a:lnTo>
                      <a:pt x="3401" y="1708"/>
                    </a:lnTo>
                    <a:lnTo>
                      <a:pt x="3401" y="1537"/>
                    </a:lnTo>
                    <a:lnTo>
                      <a:pt x="3373" y="1366"/>
                    </a:lnTo>
                    <a:lnTo>
                      <a:pt x="3330" y="1195"/>
                    </a:lnTo>
                    <a:lnTo>
                      <a:pt x="3273" y="1039"/>
                    </a:lnTo>
                    <a:lnTo>
                      <a:pt x="3202" y="897"/>
                    </a:lnTo>
                    <a:lnTo>
                      <a:pt x="3117" y="754"/>
                    </a:lnTo>
                    <a:lnTo>
                      <a:pt x="3017" y="626"/>
                    </a:lnTo>
                    <a:lnTo>
                      <a:pt x="2903" y="498"/>
                    </a:lnTo>
                    <a:lnTo>
                      <a:pt x="2789" y="398"/>
                    </a:lnTo>
                    <a:lnTo>
                      <a:pt x="2661" y="299"/>
                    </a:lnTo>
                    <a:lnTo>
                      <a:pt x="2519" y="213"/>
                    </a:lnTo>
                    <a:lnTo>
                      <a:pt x="2362" y="142"/>
                    </a:lnTo>
                    <a:lnTo>
                      <a:pt x="2206" y="85"/>
                    </a:lnTo>
                    <a:lnTo>
                      <a:pt x="2049" y="43"/>
                    </a:lnTo>
                    <a:lnTo>
                      <a:pt x="1879" y="14"/>
                    </a:lnTo>
                    <a:lnTo>
                      <a:pt x="1708"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2" name="Google Shape;560;p20">
                <a:extLst>
                  <a:ext uri="{FF2B5EF4-FFF2-40B4-BE49-F238E27FC236}">
                    <a16:creationId xmlns:a16="http://schemas.microsoft.com/office/drawing/2014/main" id="{836B93AE-BF30-437D-9B84-7E7816AF88A6}"/>
                  </a:ext>
                </a:extLst>
              </p:cNvPr>
              <p:cNvSpPr/>
              <p:nvPr/>
            </p:nvSpPr>
            <p:spPr bwMode="auto">
              <a:xfrm>
                <a:off x="5348702" y="1573496"/>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73" name="Google Shape;561;p20">
                <a:extLst>
                  <a:ext uri="{FF2B5EF4-FFF2-40B4-BE49-F238E27FC236}">
                    <a16:creationId xmlns:a16="http://schemas.microsoft.com/office/drawing/2014/main" id="{BAED7B54-E333-440F-9788-C556EE51EAB8}"/>
                  </a:ext>
                </a:extLst>
              </p:cNvPr>
              <p:cNvSpPr/>
              <p:nvPr/>
            </p:nvSpPr>
            <p:spPr bwMode="auto">
              <a:xfrm>
                <a:off x="5572413" y="4603301"/>
                <a:ext cx="1046400" cy="1046400"/>
              </a:xfrm>
              <a:prstGeom prst="ellipse">
                <a:avLst/>
              </a:prstGeom>
              <a:solidFill>
                <a:schemeClr val="accent6"/>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grpSp>
            <p:nvGrpSpPr>
              <p:cNvPr id="74" name="Google Shape;562;p20">
                <a:extLst>
                  <a:ext uri="{FF2B5EF4-FFF2-40B4-BE49-F238E27FC236}">
                    <a16:creationId xmlns:a16="http://schemas.microsoft.com/office/drawing/2014/main" id="{AA35A950-36A3-4D02-B172-2BC28A6655FA}"/>
                  </a:ext>
                </a:extLst>
              </p:cNvPr>
              <p:cNvGrpSpPr/>
              <p:nvPr/>
            </p:nvGrpSpPr>
            <p:grpSpPr bwMode="auto">
              <a:xfrm>
                <a:off x="5778262" y="4811510"/>
                <a:ext cx="629523" cy="629483"/>
                <a:chOff x="-44512325" y="3176075"/>
                <a:chExt cx="300899" cy="300899"/>
              </a:xfrm>
            </p:grpSpPr>
            <p:sp>
              <p:nvSpPr>
                <p:cNvPr id="75" name="Google Shape;563;p20">
                  <a:extLst>
                    <a:ext uri="{FF2B5EF4-FFF2-40B4-BE49-F238E27FC236}">
                      <a16:creationId xmlns:a16="http://schemas.microsoft.com/office/drawing/2014/main" id="{C20F3A7B-D0D0-44CB-9C1B-F58243748211}"/>
                    </a:ext>
                  </a:extLst>
                </p:cNvPr>
                <p:cNvSpPr/>
                <p:nvPr/>
              </p:nvSpPr>
              <p:spPr bwMode="auto">
                <a:xfrm>
                  <a:off x="-44512325" y="3176075"/>
                  <a:ext cx="300899" cy="300899"/>
                </a:xfrm>
                <a:custGeom>
                  <a:avLst/>
                  <a:gdLst/>
                  <a:ahLst/>
                  <a:cxnLst/>
                  <a:rect l="l" t="t" r="r" b="b"/>
                  <a:pathLst>
                    <a:path w="12036" h="12036" extrusionOk="0">
                      <a:moveTo>
                        <a:pt x="3246" y="2868"/>
                      </a:moveTo>
                      <a:cubicBezTo>
                        <a:pt x="3435" y="2868"/>
                        <a:pt x="3592" y="3025"/>
                        <a:pt x="3592" y="3246"/>
                      </a:cubicBezTo>
                      <a:cubicBezTo>
                        <a:pt x="3592" y="3435"/>
                        <a:pt x="3435" y="3592"/>
                        <a:pt x="3246" y="3592"/>
                      </a:cubicBezTo>
                      <a:cubicBezTo>
                        <a:pt x="3057" y="3592"/>
                        <a:pt x="2899" y="3435"/>
                        <a:pt x="2899" y="3246"/>
                      </a:cubicBezTo>
                      <a:cubicBezTo>
                        <a:pt x="2899" y="3025"/>
                        <a:pt x="3057" y="2868"/>
                        <a:pt x="3246" y="2868"/>
                      </a:cubicBezTo>
                      <a:close/>
                      <a:moveTo>
                        <a:pt x="8854" y="2868"/>
                      </a:moveTo>
                      <a:cubicBezTo>
                        <a:pt x="9043" y="2868"/>
                        <a:pt x="9200" y="3025"/>
                        <a:pt x="9200" y="3246"/>
                      </a:cubicBezTo>
                      <a:cubicBezTo>
                        <a:pt x="9200" y="3435"/>
                        <a:pt x="9043" y="3592"/>
                        <a:pt x="8854" y="3592"/>
                      </a:cubicBezTo>
                      <a:cubicBezTo>
                        <a:pt x="8665" y="3592"/>
                        <a:pt x="8507" y="3435"/>
                        <a:pt x="8507" y="3246"/>
                      </a:cubicBezTo>
                      <a:cubicBezTo>
                        <a:pt x="8507" y="3025"/>
                        <a:pt x="8665" y="2868"/>
                        <a:pt x="8854" y="2868"/>
                      </a:cubicBezTo>
                      <a:close/>
                      <a:moveTo>
                        <a:pt x="6774" y="3277"/>
                      </a:moveTo>
                      <a:cubicBezTo>
                        <a:pt x="6963" y="3277"/>
                        <a:pt x="7121" y="3435"/>
                        <a:pt x="7121" y="3624"/>
                      </a:cubicBezTo>
                      <a:lnTo>
                        <a:pt x="7121" y="3876"/>
                      </a:lnTo>
                      <a:cubicBezTo>
                        <a:pt x="7247" y="3907"/>
                        <a:pt x="7341" y="3970"/>
                        <a:pt x="7467" y="4065"/>
                      </a:cubicBezTo>
                      <a:lnTo>
                        <a:pt x="7656" y="3939"/>
                      </a:lnTo>
                      <a:cubicBezTo>
                        <a:pt x="7706" y="3919"/>
                        <a:pt x="7766" y="3908"/>
                        <a:pt x="7825" y="3908"/>
                      </a:cubicBezTo>
                      <a:cubicBezTo>
                        <a:pt x="7955" y="3908"/>
                        <a:pt x="8086" y="3957"/>
                        <a:pt x="8129" y="4065"/>
                      </a:cubicBezTo>
                      <a:lnTo>
                        <a:pt x="8854" y="5294"/>
                      </a:lnTo>
                      <a:cubicBezTo>
                        <a:pt x="8917" y="5451"/>
                        <a:pt x="8885" y="5672"/>
                        <a:pt x="8728" y="5735"/>
                      </a:cubicBezTo>
                      <a:lnTo>
                        <a:pt x="8539" y="5861"/>
                      </a:lnTo>
                      <a:lnTo>
                        <a:pt x="8539" y="6270"/>
                      </a:lnTo>
                      <a:lnTo>
                        <a:pt x="8728" y="6396"/>
                      </a:lnTo>
                      <a:cubicBezTo>
                        <a:pt x="8885" y="6459"/>
                        <a:pt x="8980" y="6711"/>
                        <a:pt x="8854" y="6869"/>
                      </a:cubicBezTo>
                      <a:lnTo>
                        <a:pt x="8129" y="8066"/>
                      </a:lnTo>
                      <a:cubicBezTo>
                        <a:pt x="8043" y="8174"/>
                        <a:pt x="7927" y="8222"/>
                        <a:pt x="7812" y="8222"/>
                      </a:cubicBezTo>
                      <a:cubicBezTo>
                        <a:pt x="7759" y="8222"/>
                        <a:pt x="7706" y="8212"/>
                        <a:pt x="7656" y="8192"/>
                      </a:cubicBezTo>
                      <a:lnTo>
                        <a:pt x="7467" y="8066"/>
                      </a:lnTo>
                      <a:cubicBezTo>
                        <a:pt x="7341" y="8160"/>
                        <a:pt x="7215" y="8223"/>
                        <a:pt x="7121" y="8255"/>
                      </a:cubicBezTo>
                      <a:lnTo>
                        <a:pt x="7121" y="8507"/>
                      </a:lnTo>
                      <a:cubicBezTo>
                        <a:pt x="7121" y="8696"/>
                        <a:pt x="6963" y="8854"/>
                        <a:pt x="6774" y="8854"/>
                      </a:cubicBezTo>
                      <a:lnTo>
                        <a:pt x="5357" y="8854"/>
                      </a:lnTo>
                      <a:cubicBezTo>
                        <a:pt x="5136" y="8854"/>
                        <a:pt x="4978" y="8696"/>
                        <a:pt x="4978" y="8507"/>
                      </a:cubicBezTo>
                      <a:lnTo>
                        <a:pt x="4978" y="8255"/>
                      </a:lnTo>
                      <a:cubicBezTo>
                        <a:pt x="4884" y="8223"/>
                        <a:pt x="4758" y="8160"/>
                        <a:pt x="4632" y="8066"/>
                      </a:cubicBezTo>
                      <a:lnTo>
                        <a:pt x="4443" y="8192"/>
                      </a:lnTo>
                      <a:cubicBezTo>
                        <a:pt x="4393" y="8212"/>
                        <a:pt x="4334" y="8222"/>
                        <a:pt x="4274" y="8222"/>
                      </a:cubicBezTo>
                      <a:cubicBezTo>
                        <a:pt x="4145" y="8222"/>
                        <a:pt x="4013" y="8174"/>
                        <a:pt x="3970" y="8066"/>
                      </a:cubicBezTo>
                      <a:lnTo>
                        <a:pt x="3246" y="6869"/>
                      </a:lnTo>
                      <a:cubicBezTo>
                        <a:pt x="3183" y="6680"/>
                        <a:pt x="3214" y="6459"/>
                        <a:pt x="3372" y="6396"/>
                      </a:cubicBezTo>
                      <a:lnTo>
                        <a:pt x="3561" y="6270"/>
                      </a:lnTo>
                      <a:lnTo>
                        <a:pt x="3561" y="5861"/>
                      </a:lnTo>
                      <a:lnTo>
                        <a:pt x="3372" y="5735"/>
                      </a:lnTo>
                      <a:cubicBezTo>
                        <a:pt x="3214" y="5672"/>
                        <a:pt x="3151" y="5420"/>
                        <a:pt x="3246" y="5294"/>
                      </a:cubicBezTo>
                      <a:lnTo>
                        <a:pt x="3970" y="4065"/>
                      </a:lnTo>
                      <a:cubicBezTo>
                        <a:pt x="4013" y="3958"/>
                        <a:pt x="4142" y="3880"/>
                        <a:pt x="4270" y="3880"/>
                      </a:cubicBezTo>
                      <a:cubicBezTo>
                        <a:pt x="4331" y="3880"/>
                        <a:pt x="4392" y="3898"/>
                        <a:pt x="4443" y="3939"/>
                      </a:cubicBezTo>
                      <a:lnTo>
                        <a:pt x="4632" y="4065"/>
                      </a:lnTo>
                      <a:cubicBezTo>
                        <a:pt x="4758" y="3970"/>
                        <a:pt x="4884" y="3907"/>
                        <a:pt x="4978" y="3876"/>
                      </a:cubicBezTo>
                      <a:lnTo>
                        <a:pt x="4978" y="3624"/>
                      </a:lnTo>
                      <a:cubicBezTo>
                        <a:pt x="4978" y="3435"/>
                        <a:pt x="5136" y="3277"/>
                        <a:pt x="5357" y="3277"/>
                      </a:cubicBezTo>
                      <a:close/>
                      <a:moveTo>
                        <a:pt x="3246" y="8475"/>
                      </a:moveTo>
                      <a:cubicBezTo>
                        <a:pt x="3435" y="8475"/>
                        <a:pt x="3592" y="8633"/>
                        <a:pt x="3592" y="8822"/>
                      </a:cubicBezTo>
                      <a:cubicBezTo>
                        <a:pt x="3592" y="9043"/>
                        <a:pt x="3435" y="9169"/>
                        <a:pt x="3246" y="9169"/>
                      </a:cubicBezTo>
                      <a:cubicBezTo>
                        <a:pt x="3057" y="9169"/>
                        <a:pt x="2899" y="9011"/>
                        <a:pt x="2899" y="8822"/>
                      </a:cubicBezTo>
                      <a:cubicBezTo>
                        <a:pt x="2899" y="8633"/>
                        <a:pt x="3057" y="8475"/>
                        <a:pt x="3246" y="8475"/>
                      </a:cubicBezTo>
                      <a:close/>
                      <a:moveTo>
                        <a:pt x="8854" y="8475"/>
                      </a:moveTo>
                      <a:cubicBezTo>
                        <a:pt x="9043" y="8475"/>
                        <a:pt x="9200" y="8633"/>
                        <a:pt x="9200" y="8822"/>
                      </a:cubicBezTo>
                      <a:cubicBezTo>
                        <a:pt x="9200" y="9043"/>
                        <a:pt x="9043" y="9169"/>
                        <a:pt x="8854" y="9169"/>
                      </a:cubicBezTo>
                      <a:cubicBezTo>
                        <a:pt x="8665" y="9169"/>
                        <a:pt x="8507" y="9011"/>
                        <a:pt x="8507" y="8822"/>
                      </a:cubicBezTo>
                      <a:cubicBezTo>
                        <a:pt x="8507" y="8633"/>
                        <a:pt x="8665" y="8475"/>
                        <a:pt x="8854" y="8475"/>
                      </a:cubicBezTo>
                      <a:close/>
                      <a:moveTo>
                        <a:pt x="3183" y="1"/>
                      </a:moveTo>
                      <a:cubicBezTo>
                        <a:pt x="2994" y="1"/>
                        <a:pt x="2836" y="158"/>
                        <a:pt x="2836" y="347"/>
                      </a:cubicBezTo>
                      <a:lnTo>
                        <a:pt x="2836" y="1418"/>
                      </a:lnTo>
                      <a:lnTo>
                        <a:pt x="2458" y="1418"/>
                      </a:lnTo>
                      <a:cubicBezTo>
                        <a:pt x="1891" y="1418"/>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1"/>
                        <a:pt x="1" y="4600"/>
                      </a:cubicBezTo>
                      <a:cubicBezTo>
                        <a:pt x="1" y="4821"/>
                        <a:pt x="158" y="4978"/>
                        <a:pt x="347" y="4978"/>
                      </a:cubicBezTo>
                      <a:lnTo>
                        <a:pt x="1418" y="4978"/>
                      </a:lnTo>
                      <a:lnTo>
                        <a:pt x="1418" y="5672"/>
                      </a:lnTo>
                      <a:lnTo>
                        <a:pt x="347" y="5672"/>
                      </a:lnTo>
                      <a:cubicBezTo>
                        <a:pt x="158" y="5672"/>
                        <a:pt x="1" y="5829"/>
                        <a:pt x="1" y="6018"/>
                      </a:cubicBezTo>
                      <a:cubicBezTo>
                        <a:pt x="1" y="6239"/>
                        <a:pt x="158" y="6396"/>
                        <a:pt x="347" y="6396"/>
                      </a:cubicBezTo>
                      <a:lnTo>
                        <a:pt x="1418" y="6396"/>
                      </a:lnTo>
                      <a:lnTo>
                        <a:pt x="1418" y="7089"/>
                      </a:lnTo>
                      <a:lnTo>
                        <a:pt x="347" y="7089"/>
                      </a:lnTo>
                      <a:cubicBezTo>
                        <a:pt x="158" y="7089"/>
                        <a:pt x="1" y="7247"/>
                        <a:pt x="1" y="7436"/>
                      </a:cubicBezTo>
                      <a:cubicBezTo>
                        <a:pt x="1" y="7656"/>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18"/>
                        <a:pt x="2458" y="10618"/>
                      </a:cubicBezTo>
                      <a:lnTo>
                        <a:pt x="2836" y="10618"/>
                      </a:lnTo>
                      <a:lnTo>
                        <a:pt x="2836" y="11689"/>
                      </a:lnTo>
                      <a:cubicBezTo>
                        <a:pt x="2836" y="11878"/>
                        <a:pt x="2994" y="12036"/>
                        <a:pt x="3183" y="12036"/>
                      </a:cubicBezTo>
                      <a:cubicBezTo>
                        <a:pt x="3372" y="12036"/>
                        <a:pt x="3529" y="11878"/>
                        <a:pt x="3529" y="11689"/>
                      </a:cubicBezTo>
                      <a:lnTo>
                        <a:pt x="3529" y="10618"/>
                      </a:lnTo>
                      <a:lnTo>
                        <a:pt x="4254" y="10618"/>
                      </a:lnTo>
                      <a:lnTo>
                        <a:pt x="4254" y="11689"/>
                      </a:lnTo>
                      <a:cubicBezTo>
                        <a:pt x="4254" y="11878"/>
                        <a:pt x="4411" y="12036"/>
                        <a:pt x="4600" y="12036"/>
                      </a:cubicBezTo>
                      <a:cubicBezTo>
                        <a:pt x="4789" y="12036"/>
                        <a:pt x="4947" y="11878"/>
                        <a:pt x="4947" y="11689"/>
                      </a:cubicBezTo>
                      <a:lnTo>
                        <a:pt x="4947" y="10618"/>
                      </a:lnTo>
                      <a:lnTo>
                        <a:pt x="5672" y="10618"/>
                      </a:lnTo>
                      <a:lnTo>
                        <a:pt x="5672" y="11689"/>
                      </a:lnTo>
                      <a:cubicBezTo>
                        <a:pt x="5672" y="11878"/>
                        <a:pt x="5829" y="12036"/>
                        <a:pt x="6018" y="12036"/>
                      </a:cubicBezTo>
                      <a:cubicBezTo>
                        <a:pt x="6207" y="12036"/>
                        <a:pt x="6365" y="11878"/>
                        <a:pt x="6365" y="11689"/>
                      </a:cubicBezTo>
                      <a:lnTo>
                        <a:pt x="6365" y="10618"/>
                      </a:lnTo>
                      <a:lnTo>
                        <a:pt x="7089" y="10618"/>
                      </a:lnTo>
                      <a:lnTo>
                        <a:pt x="7089" y="11689"/>
                      </a:lnTo>
                      <a:cubicBezTo>
                        <a:pt x="7089" y="11878"/>
                        <a:pt x="7247" y="12036"/>
                        <a:pt x="7436" y="12036"/>
                      </a:cubicBezTo>
                      <a:cubicBezTo>
                        <a:pt x="7625" y="12036"/>
                        <a:pt x="7782" y="11878"/>
                        <a:pt x="7782" y="11689"/>
                      </a:cubicBezTo>
                      <a:lnTo>
                        <a:pt x="7782" y="10618"/>
                      </a:lnTo>
                      <a:lnTo>
                        <a:pt x="8507" y="10618"/>
                      </a:lnTo>
                      <a:lnTo>
                        <a:pt x="8507" y="11689"/>
                      </a:lnTo>
                      <a:cubicBezTo>
                        <a:pt x="8507" y="11878"/>
                        <a:pt x="8665" y="12036"/>
                        <a:pt x="8854" y="12036"/>
                      </a:cubicBezTo>
                      <a:cubicBezTo>
                        <a:pt x="9043" y="12036"/>
                        <a:pt x="9200" y="11878"/>
                        <a:pt x="9200" y="11689"/>
                      </a:cubicBezTo>
                      <a:lnTo>
                        <a:pt x="9200" y="10618"/>
                      </a:lnTo>
                      <a:lnTo>
                        <a:pt x="9547" y="10618"/>
                      </a:lnTo>
                      <a:cubicBezTo>
                        <a:pt x="10145" y="10618"/>
                        <a:pt x="10618" y="10177"/>
                        <a:pt x="10618" y="9578"/>
                      </a:cubicBezTo>
                      <a:lnTo>
                        <a:pt x="10618" y="9232"/>
                      </a:lnTo>
                      <a:lnTo>
                        <a:pt x="11689" y="9232"/>
                      </a:lnTo>
                      <a:cubicBezTo>
                        <a:pt x="11878" y="9232"/>
                        <a:pt x="12036" y="9074"/>
                        <a:pt x="12036" y="8854"/>
                      </a:cubicBezTo>
                      <a:cubicBezTo>
                        <a:pt x="12036" y="8665"/>
                        <a:pt x="11878" y="8507"/>
                        <a:pt x="11689" y="8507"/>
                      </a:cubicBezTo>
                      <a:lnTo>
                        <a:pt x="10618" y="8507"/>
                      </a:lnTo>
                      <a:lnTo>
                        <a:pt x="10618" y="7814"/>
                      </a:lnTo>
                      <a:lnTo>
                        <a:pt x="11689" y="7814"/>
                      </a:lnTo>
                      <a:cubicBezTo>
                        <a:pt x="11878" y="7814"/>
                        <a:pt x="12036" y="7656"/>
                        <a:pt x="12036" y="7436"/>
                      </a:cubicBezTo>
                      <a:cubicBezTo>
                        <a:pt x="12036" y="7247"/>
                        <a:pt x="11878" y="7089"/>
                        <a:pt x="11689" y="7089"/>
                      </a:cubicBezTo>
                      <a:lnTo>
                        <a:pt x="10618" y="7089"/>
                      </a:lnTo>
                      <a:lnTo>
                        <a:pt x="10618" y="6396"/>
                      </a:lnTo>
                      <a:lnTo>
                        <a:pt x="11689" y="6396"/>
                      </a:lnTo>
                      <a:cubicBezTo>
                        <a:pt x="11878" y="6396"/>
                        <a:pt x="12036" y="6239"/>
                        <a:pt x="12036" y="6018"/>
                      </a:cubicBezTo>
                      <a:cubicBezTo>
                        <a:pt x="12036" y="5829"/>
                        <a:pt x="11878" y="5672"/>
                        <a:pt x="11689" y="5672"/>
                      </a:cubicBezTo>
                      <a:lnTo>
                        <a:pt x="10618" y="5672"/>
                      </a:lnTo>
                      <a:lnTo>
                        <a:pt x="10618" y="4978"/>
                      </a:lnTo>
                      <a:lnTo>
                        <a:pt x="11689" y="4978"/>
                      </a:lnTo>
                      <a:cubicBezTo>
                        <a:pt x="11878" y="4978"/>
                        <a:pt x="12036" y="4821"/>
                        <a:pt x="12036" y="4600"/>
                      </a:cubicBezTo>
                      <a:cubicBezTo>
                        <a:pt x="12036" y="4411"/>
                        <a:pt x="11878" y="4254"/>
                        <a:pt x="11689" y="4254"/>
                      </a:cubicBezTo>
                      <a:lnTo>
                        <a:pt x="10618" y="4254"/>
                      </a:lnTo>
                      <a:lnTo>
                        <a:pt x="10618" y="3529"/>
                      </a:lnTo>
                      <a:lnTo>
                        <a:pt x="11689" y="3529"/>
                      </a:lnTo>
                      <a:cubicBezTo>
                        <a:pt x="11878" y="3529"/>
                        <a:pt x="12036" y="3372"/>
                        <a:pt x="12036" y="3183"/>
                      </a:cubicBezTo>
                      <a:cubicBezTo>
                        <a:pt x="12036" y="2994"/>
                        <a:pt x="11878" y="2836"/>
                        <a:pt x="11689" y="2836"/>
                      </a:cubicBezTo>
                      <a:lnTo>
                        <a:pt x="10618" y="2836"/>
                      </a:lnTo>
                      <a:lnTo>
                        <a:pt x="10618" y="2490"/>
                      </a:lnTo>
                      <a:cubicBezTo>
                        <a:pt x="10618" y="1891"/>
                        <a:pt x="10145" y="1418"/>
                        <a:pt x="9547" y="1418"/>
                      </a:cubicBezTo>
                      <a:lnTo>
                        <a:pt x="9200" y="1418"/>
                      </a:lnTo>
                      <a:lnTo>
                        <a:pt x="9200" y="347"/>
                      </a:lnTo>
                      <a:cubicBezTo>
                        <a:pt x="9200" y="158"/>
                        <a:pt x="9043" y="1"/>
                        <a:pt x="8854" y="1"/>
                      </a:cubicBezTo>
                      <a:cubicBezTo>
                        <a:pt x="8665" y="1"/>
                        <a:pt x="8507" y="158"/>
                        <a:pt x="8507" y="347"/>
                      </a:cubicBezTo>
                      <a:lnTo>
                        <a:pt x="8507" y="1418"/>
                      </a:lnTo>
                      <a:lnTo>
                        <a:pt x="7782" y="1418"/>
                      </a:lnTo>
                      <a:lnTo>
                        <a:pt x="7782" y="347"/>
                      </a:lnTo>
                      <a:cubicBezTo>
                        <a:pt x="7782" y="158"/>
                        <a:pt x="7625" y="1"/>
                        <a:pt x="7436" y="1"/>
                      </a:cubicBezTo>
                      <a:cubicBezTo>
                        <a:pt x="7247" y="1"/>
                        <a:pt x="7089" y="158"/>
                        <a:pt x="7089" y="347"/>
                      </a:cubicBezTo>
                      <a:lnTo>
                        <a:pt x="7089" y="1418"/>
                      </a:lnTo>
                      <a:lnTo>
                        <a:pt x="6365" y="1418"/>
                      </a:lnTo>
                      <a:lnTo>
                        <a:pt x="6365" y="347"/>
                      </a:lnTo>
                      <a:cubicBezTo>
                        <a:pt x="6365" y="158"/>
                        <a:pt x="6207" y="1"/>
                        <a:pt x="6018" y="1"/>
                      </a:cubicBezTo>
                      <a:cubicBezTo>
                        <a:pt x="5829" y="1"/>
                        <a:pt x="5672" y="158"/>
                        <a:pt x="5672" y="347"/>
                      </a:cubicBezTo>
                      <a:lnTo>
                        <a:pt x="5672" y="1418"/>
                      </a:lnTo>
                      <a:lnTo>
                        <a:pt x="4947" y="1418"/>
                      </a:lnTo>
                      <a:lnTo>
                        <a:pt x="4947" y="347"/>
                      </a:lnTo>
                      <a:cubicBezTo>
                        <a:pt x="4947" y="158"/>
                        <a:pt x="4789" y="1"/>
                        <a:pt x="4600" y="1"/>
                      </a:cubicBezTo>
                      <a:cubicBezTo>
                        <a:pt x="4411" y="1"/>
                        <a:pt x="4254" y="158"/>
                        <a:pt x="4254" y="347"/>
                      </a:cubicBezTo>
                      <a:lnTo>
                        <a:pt x="4254" y="1418"/>
                      </a:lnTo>
                      <a:lnTo>
                        <a:pt x="3529" y="1418"/>
                      </a:lnTo>
                      <a:lnTo>
                        <a:pt x="3529" y="347"/>
                      </a:lnTo>
                      <a:cubicBezTo>
                        <a:pt x="3529" y="158"/>
                        <a:pt x="3372" y="1"/>
                        <a:pt x="3183" y="1"/>
                      </a:cubicBez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6" name="Google Shape;564;p20">
                  <a:extLst>
                    <a:ext uri="{FF2B5EF4-FFF2-40B4-BE49-F238E27FC236}">
                      <a16:creationId xmlns:a16="http://schemas.microsoft.com/office/drawing/2014/main" id="{224F4F93-519D-4EC3-9458-990347E237BA}"/>
                    </a:ext>
                  </a:extLst>
                </p:cNvPr>
                <p:cNvSpPr/>
                <p:nvPr/>
              </p:nvSpPr>
              <p:spPr bwMode="auto">
                <a:xfrm>
                  <a:off x="-44369750" y="3317850"/>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7" name="Google Shape;565;p20">
                  <a:extLst>
                    <a:ext uri="{FF2B5EF4-FFF2-40B4-BE49-F238E27FC236}">
                      <a16:creationId xmlns:a16="http://schemas.microsoft.com/office/drawing/2014/main" id="{EFF8B533-0331-442F-B0B9-745B37F8F097}"/>
                    </a:ext>
                  </a:extLst>
                </p:cNvPr>
                <p:cNvSpPr/>
                <p:nvPr/>
              </p:nvSpPr>
              <p:spPr bwMode="auto">
                <a:xfrm>
                  <a:off x="-44411500" y="3275325"/>
                  <a:ext cx="100825" cy="102400"/>
                </a:xfrm>
                <a:custGeom>
                  <a:avLst/>
                  <a:gdLst/>
                  <a:ahLst/>
                  <a:cxnLst/>
                  <a:rect l="l" t="t" r="r" b="b"/>
                  <a:pathLst>
                    <a:path w="4033" h="4096" extrusionOk="0">
                      <a:moveTo>
                        <a:pt x="2017" y="1008"/>
                      </a:moveTo>
                      <a:cubicBezTo>
                        <a:pt x="2615" y="1008"/>
                        <a:pt x="3088" y="1481"/>
                        <a:pt x="3088" y="2048"/>
                      </a:cubicBezTo>
                      <a:cubicBezTo>
                        <a:pt x="3088" y="2647"/>
                        <a:pt x="2615" y="3119"/>
                        <a:pt x="2017" y="3119"/>
                      </a:cubicBezTo>
                      <a:cubicBezTo>
                        <a:pt x="1418" y="3119"/>
                        <a:pt x="945" y="2647"/>
                        <a:pt x="945" y="2048"/>
                      </a:cubicBezTo>
                      <a:cubicBezTo>
                        <a:pt x="945" y="1481"/>
                        <a:pt x="1418" y="1008"/>
                        <a:pt x="2017" y="1008"/>
                      </a:cubicBezTo>
                      <a:close/>
                      <a:moveTo>
                        <a:pt x="1670" y="0"/>
                      </a:moveTo>
                      <a:lnTo>
                        <a:pt x="1670" y="126"/>
                      </a:lnTo>
                      <a:cubicBezTo>
                        <a:pt x="1670" y="284"/>
                        <a:pt x="1576" y="410"/>
                        <a:pt x="1418" y="441"/>
                      </a:cubicBezTo>
                      <a:cubicBezTo>
                        <a:pt x="1229" y="536"/>
                        <a:pt x="1040" y="630"/>
                        <a:pt x="882" y="756"/>
                      </a:cubicBezTo>
                      <a:cubicBezTo>
                        <a:pt x="809" y="811"/>
                        <a:pt x="725" y="845"/>
                        <a:pt x="643" y="845"/>
                      </a:cubicBezTo>
                      <a:cubicBezTo>
                        <a:pt x="584" y="845"/>
                        <a:pt x="526" y="828"/>
                        <a:pt x="473" y="788"/>
                      </a:cubicBezTo>
                      <a:lnTo>
                        <a:pt x="347" y="725"/>
                      </a:lnTo>
                      <a:lnTo>
                        <a:pt x="0" y="1324"/>
                      </a:lnTo>
                      <a:lnTo>
                        <a:pt x="126" y="1387"/>
                      </a:lnTo>
                      <a:cubicBezTo>
                        <a:pt x="252" y="1481"/>
                        <a:pt x="315" y="1639"/>
                        <a:pt x="284" y="1733"/>
                      </a:cubicBezTo>
                      <a:cubicBezTo>
                        <a:pt x="252" y="1985"/>
                        <a:pt x="252" y="2143"/>
                        <a:pt x="284" y="2363"/>
                      </a:cubicBezTo>
                      <a:cubicBezTo>
                        <a:pt x="315" y="2521"/>
                        <a:pt x="252" y="2647"/>
                        <a:pt x="126" y="2741"/>
                      </a:cubicBezTo>
                      <a:lnTo>
                        <a:pt x="0" y="2804"/>
                      </a:lnTo>
                      <a:lnTo>
                        <a:pt x="347" y="3403"/>
                      </a:lnTo>
                      <a:lnTo>
                        <a:pt x="473" y="3308"/>
                      </a:lnTo>
                      <a:cubicBezTo>
                        <a:pt x="518" y="3286"/>
                        <a:pt x="566" y="3276"/>
                        <a:pt x="616" y="3276"/>
                      </a:cubicBezTo>
                      <a:cubicBezTo>
                        <a:pt x="707" y="3276"/>
                        <a:pt x="801" y="3310"/>
                        <a:pt x="882" y="3371"/>
                      </a:cubicBezTo>
                      <a:cubicBezTo>
                        <a:pt x="1040" y="3529"/>
                        <a:pt x="1229" y="3592"/>
                        <a:pt x="1418" y="3686"/>
                      </a:cubicBezTo>
                      <a:cubicBezTo>
                        <a:pt x="1576" y="3718"/>
                        <a:pt x="1670" y="3875"/>
                        <a:pt x="1670" y="4001"/>
                      </a:cubicBezTo>
                      <a:lnTo>
                        <a:pt x="1670" y="4096"/>
                      </a:lnTo>
                      <a:lnTo>
                        <a:pt x="2363" y="4096"/>
                      </a:lnTo>
                      <a:lnTo>
                        <a:pt x="2363" y="4001"/>
                      </a:lnTo>
                      <a:cubicBezTo>
                        <a:pt x="2363" y="3844"/>
                        <a:pt x="2458" y="3718"/>
                        <a:pt x="2615" y="3686"/>
                      </a:cubicBezTo>
                      <a:cubicBezTo>
                        <a:pt x="2804" y="3592"/>
                        <a:pt x="2993" y="3466"/>
                        <a:pt x="3151" y="3371"/>
                      </a:cubicBezTo>
                      <a:cubicBezTo>
                        <a:pt x="3232" y="3310"/>
                        <a:pt x="3327" y="3276"/>
                        <a:pt x="3417" y="3276"/>
                      </a:cubicBezTo>
                      <a:cubicBezTo>
                        <a:pt x="3467" y="3276"/>
                        <a:pt x="3516" y="3286"/>
                        <a:pt x="3560" y="3308"/>
                      </a:cubicBezTo>
                      <a:lnTo>
                        <a:pt x="3686" y="3403"/>
                      </a:lnTo>
                      <a:lnTo>
                        <a:pt x="4033" y="2804"/>
                      </a:lnTo>
                      <a:lnTo>
                        <a:pt x="3907" y="2741"/>
                      </a:lnTo>
                      <a:cubicBezTo>
                        <a:pt x="3781" y="2647"/>
                        <a:pt x="3718" y="2489"/>
                        <a:pt x="3749" y="2363"/>
                      </a:cubicBezTo>
                      <a:cubicBezTo>
                        <a:pt x="3781" y="2143"/>
                        <a:pt x="3781" y="1985"/>
                        <a:pt x="3749" y="1733"/>
                      </a:cubicBezTo>
                      <a:cubicBezTo>
                        <a:pt x="3718" y="1576"/>
                        <a:pt x="3781" y="1481"/>
                        <a:pt x="3907" y="1387"/>
                      </a:cubicBezTo>
                      <a:lnTo>
                        <a:pt x="4033" y="1324"/>
                      </a:lnTo>
                      <a:lnTo>
                        <a:pt x="3686" y="725"/>
                      </a:lnTo>
                      <a:lnTo>
                        <a:pt x="3560" y="788"/>
                      </a:lnTo>
                      <a:cubicBezTo>
                        <a:pt x="3502" y="832"/>
                        <a:pt x="3437" y="855"/>
                        <a:pt x="3371" y="855"/>
                      </a:cubicBezTo>
                      <a:cubicBezTo>
                        <a:pt x="3295" y="855"/>
                        <a:pt x="3218" y="824"/>
                        <a:pt x="3151" y="756"/>
                      </a:cubicBezTo>
                      <a:cubicBezTo>
                        <a:pt x="2993" y="599"/>
                        <a:pt x="2804" y="536"/>
                        <a:pt x="2615" y="441"/>
                      </a:cubicBezTo>
                      <a:cubicBezTo>
                        <a:pt x="2458" y="410"/>
                        <a:pt x="2363" y="252"/>
                        <a:pt x="2363" y="126"/>
                      </a:cubicBezTo>
                      <a:lnTo>
                        <a:pt x="2363" y="0"/>
                      </a:ln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grpSp>
        </p:grpSp>
        <p:grpSp>
          <p:nvGrpSpPr>
            <p:cNvPr id="17" name="Google Shape;526;p20">
              <a:extLst>
                <a:ext uri="{FF2B5EF4-FFF2-40B4-BE49-F238E27FC236}">
                  <a16:creationId xmlns:a16="http://schemas.microsoft.com/office/drawing/2014/main" id="{C2781B88-B0D6-4128-A406-FF138C898966}"/>
                </a:ext>
              </a:extLst>
            </p:cNvPr>
            <p:cNvGrpSpPr/>
            <p:nvPr/>
          </p:nvGrpSpPr>
          <p:grpSpPr bwMode="auto">
            <a:xfrm>
              <a:off x="5226443" y="3045255"/>
              <a:ext cx="2030498" cy="1285605"/>
              <a:chOff x="3645513" y="2018909"/>
              <a:chExt cx="1734599" cy="1080291"/>
            </a:xfrm>
          </p:grpSpPr>
          <p:sp>
            <p:nvSpPr>
              <p:cNvPr id="18" name="Google Shape;527;p20">
                <a:extLst>
                  <a:ext uri="{FF2B5EF4-FFF2-40B4-BE49-F238E27FC236}">
                    <a16:creationId xmlns:a16="http://schemas.microsoft.com/office/drawing/2014/main" id="{61A16B22-F574-4CE9-AEA0-B47C2AEFF791}"/>
                  </a:ext>
                </a:extLst>
              </p:cNvPr>
              <p:cNvSpPr txBox="1"/>
              <p:nvPr/>
            </p:nvSpPr>
            <p:spPr bwMode="auto">
              <a:xfrm>
                <a:off x="3645513" y="2018909"/>
                <a:ext cx="1734599" cy="278100"/>
              </a:xfrm>
              <a:prstGeom prst="rect">
                <a:avLst/>
              </a:prstGeom>
              <a:noFill/>
              <a:ln>
                <a:noFill/>
              </a:ln>
            </p:spPr>
            <p:txBody>
              <a:bodyPr spcFirstLastPara="1" wrap="square" lIns="121900" tIns="121900" rIns="121900" bIns="121900" anchor="ctr" anchorCtr="0">
                <a:noAutofit/>
              </a:bodyPr>
              <a:lstStyle/>
              <a:p>
                <a:pPr algn="ctr" defTabSz="1219110">
                  <a:buClr>
                    <a:srgbClr val="000000"/>
                  </a:buClr>
                  <a:defRPr/>
                </a:pPr>
                <a:r>
                  <a:rPr lang="en" sz="2400" b="1" kern="0" dirty="0">
                    <a:solidFill>
                      <a:srgbClr val="000000"/>
                    </a:solidFill>
                    <a:latin typeface="Fira Sans Extra Condensed"/>
                    <a:ea typeface="Fira Sans Extra Condensed"/>
                    <a:cs typeface="Fira Sans Extra Condensed"/>
                    <a:sym typeface="Arial"/>
                  </a:rPr>
                  <a:t>AlphaPEM</a:t>
                </a:r>
                <a:endParaRPr sz="2400" b="1" kern="0" dirty="0">
                  <a:solidFill>
                    <a:srgbClr val="000000"/>
                  </a:solidFill>
                  <a:latin typeface="Fira Sans Extra Condensed"/>
                  <a:ea typeface="Fira Sans Extra Condensed"/>
                  <a:cs typeface="Fira Sans Extra Condensed"/>
                  <a:sym typeface="Arial"/>
                </a:endParaRPr>
              </a:p>
            </p:txBody>
          </p:sp>
          <p:sp>
            <p:nvSpPr>
              <p:cNvPr id="19" name="Google Shape;528;p20">
                <a:extLst>
                  <a:ext uri="{FF2B5EF4-FFF2-40B4-BE49-F238E27FC236}">
                    <a16:creationId xmlns:a16="http://schemas.microsoft.com/office/drawing/2014/main" id="{EC323155-EA70-4C71-9483-BA225BDF4862}"/>
                  </a:ext>
                </a:extLst>
              </p:cNvPr>
              <p:cNvSpPr txBox="1"/>
              <p:nvPr/>
            </p:nvSpPr>
            <p:spPr bwMode="auto">
              <a:xfrm>
                <a:off x="3809200" y="2398700"/>
                <a:ext cx="1524600" cy="700500"/>
              </a:xfrm>
              <a:prstGeom prst="rect">
                <a:avLst/>
              </a:prstGeom>
              <a:noFill/>
              <a:ln>
                <a:noFill/>
              </a:ln>
            </p:spPr>
            <p:txBody>
              <a:bodyPr spcFirstLastPara="1" wrap="square" lIns="121900" tIns="121900" rIns="121900" bIns="121900" anchor="ctr" anchorCtr="0">
                <a:noAutofit/>
              </a:bodyPr>
              <a:lstStyle/>
              <a:p>
                <a:pPr algn="ctr" defTabSz="1219110">
                  <a:buClr>
                    <a:srgbClr val="000000"/>
                  </a:buClr>
                  <a:defRPr/>
                </a:pPr>
                <a:r>
                  <a:rPr lang="en" sz="1851" kern="0" dirty="0">
                    <a:solidFill>
                      <a:srgbClr val="000000"/>
                    </a:solidFill>
                    <a:latin typeface="Roboto"/>
                    <a:ea typeface="Roboto"/>
                    <a:cs typeface="Roboto"/>
                    <a:sym typeface="Arial"/>
                  </a:rPr>
                  <a:t>Black-box, complex simulator</a:t>
                </a:r>
                <a:endParaRPr sz="1851" kern="0" dirty="0">
                  <a:solidFill>
                    <a:srgbClr val="000000"/>
                  </a:solidFill>
                  <a:latin typeface="Roboto"/>
                  <a:ea typeface="Roboto"/>
                  <a:cs typeface="Roboto"/>
                  <a:sym typeface="Arial"/>
                </a:endParaRPr>
              </a:p>
            </p:txBody>
          </p:sp>
        </p:grpSp>
      </p:grpSp>
    </p:spTree>
    <p:extLst>
      <p:ext uri="{BB962C8B-B14F-4D97-AF65-F5344CB8AC3E}">
        <p14:creationId xmlns:p14="http://schemas.microsoft.com/office/powerpoint/2010/main" val="445415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3D9FF288-4F08-B94B-A629-4B913F124109}"/>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6</a:t>
            </a:fld>
            <a:endParaRPr lang="es-ES_tradnl" sz="1600" b="1" dirty="0">
              <a:solidFill>
                <a:schemeClr val="bg1"/>
              </a:solidFill>
            </a:endParaRPr>
          </a:p>
        </p:txBody>
      </p:sp>
      <p:sp>
        <p:nvSpPr>
          <p:cNvPr id="6" name="CuadroTexto 5">
            <a:extLst>
              <a:ext uri="{FF2B5EF4-FFF2-40B4-BE49-F238E27FC236}">
                <a16:creationId xmlns:a16="http://schemas.microsoft.com/office/drawing/2014/main" id="{5B84CADB-FAF3-FEE2-8FC4-85E1CF994F27}"/>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IRD|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7" name="Rectángulo redondeado 6">
            <a:extLst>
              <a:ext uri="{FF2B5EF4-FFF2-40B4-BE49-F238E27FC236}">
                <a16:creationId xmlns:a16="http://schemas.microsoft.com/office/drawing/2014/main" id="{0DE603D7-C9A2-8468-5C31-B4FB5FD22C45}"/>
              </a:ext>
            </a:extLst>
          </p:cNvPr>
          <p:cNvSpPr/>
          <p:nvPr/>
        </p:nvSpPr>
        <p:spPr>
          <a:xfrm>
            <a:off x="1709854" y="334535"/>
            <a:ext cx="3301416"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Introduction</a:t>
            </a:r>
            <a:r>
              <a:rPr lang="es-ES_tradnl" dirty="0"/>
              <a:t> and </a:t>
            </a:r>
            <a:r>
              <a:rPr lang="es-ES_tradnl" dirty="0" err="1"/>
              <a:t>motivation</a:t>
            </a:r>
            <a:r>
              <a:rPr lang="es-ES_tradnl" dirty="0"/>
              <a:t> </a:t>
            </a:r>
          </a:p>
        </p:txBody>
      </p:sp>
      <p:sp>
        <p:nvSpPr>
          <p:cNvPr id="9" name="CuadroTexto 8">
            <a:extLst>
              <a:ext uri="{FF2B5EF4-FFF2-40B4-BE49-F238E27FC236}">
                <a16:creationId xmlns:a16="http://schemas.microsoft.com/office/drawing/2014/main" id="{E5B6307F-64A9-41B3-A134-9CEF322921A0}"/>
              </a:ext>
            </a:extLst>
          </p:cNvPr>
          <p:cNvSpPr txBox="1"/>
          <p:nvPr/>
        </p:nvSpPr>
        <p:spPr>
          <a:xfrm>
            <a:off x="1490400" y="1450800"/>
            <a:ext cx="5465817" cy="5010346"/>
          </a:xfrm>
          <a:prstGeom prst="rect">
            <a:avLst/>
          </a:prstGeom>
          <a:noFill/>
        </p:spPr>
        <p:txBody>
          <a:bodyPr wrap="square" rtlCol="0">
            <a:spAutoFit/>
          </a:bodyPr>
          <a:lstStyle/>
          <a:p>
            <a:pPr>
              <a:lnSpc>
                <a:spcPct val="150000"/>
              </a:lnSpc>
            </a:pPr>
            <a:r>
              <a:rPr lang="es-ES_tradnl" sz="2800" b="1" dirty="0" err="1">
                <a:latin typeface="Source Sans Pro" panose="020B0503030403020204" pitchFamily="34" charset="0"/>
                <a:ea typeface="Source Sans Pro" panose="020B0503030403020204" pitchFamily="34" charset="0"/>
              </a:rPr>
              <a:t>Goals</a:t>
            </a:r>
            <a:r>
              <a:rPr lang="es-ES_tradnl" sz="2800" b="1" dirty="0">
                <a:latin typeface="Source Sans Pro" panose="020B0503030403020204" pitchFamily="34" charset="0"/>
                <a:ea typeface="Source Sans Pro" panose="020B0503030403020204" pitchFamily="34" charset="0"/>
              </a:rPr>
              <a:t> </a:t>
            </a:r>
          </a:p>
          <a:p>
            <a:pPr lvl="1"/>
            <a:r>
              <a:rPr lang="en-US" sz="2000" dirty="0"/>
              <a:t>Conduct a </a:t>
            </a:r>
            <a:r>
              <a:rPr lang="en-US" sz="2000" i="1" dirty="0">
                <a:solidFill>
                  <a:srgbClr val="8879F5"/>
                </a:solidFill>
              </a:rPr>
              <a:t>sensitivity analysis (SA) </a:t>
            </a:r>
            <a:r>
              <a:rPr lang="en-US" sz="2000" dirty="0"/>
              <a:t>on the</a:t>
            </a:r>
            <a:r>
              <a:rPr lang="en-US" sz="2000" dirty="0">
                <a:solidFill>
                  <a:srgbClr val="008B2E"/>
                </a:solidFill>
              </a:rPr>
              <a:t> </a:t>
            </a:r>
            <a:r>
              <a:rPr lang="en-US" sz="2000" dirty="0" err="1">
                <a:solidFill>
                  <a:srgbClr val="008B2E"/>
                </a:solidFill>
              </a:rPr>
              <a:t>AlphaPEM</a:t>
            </a:r>
            <a:r>
              <a:rPr lang="en-US" sz="2000" dirty="0">
                <a:solidFill>
                  <a:srgbClr val="008B2E"/>
                </a:solidFill>
              </a:rPr>
              <a:t> </a:t>
            </a:r>
            <a:r>
              <a:rPr lang="en-US" sz="2000" dirty="0"/>
              <a:t>model to identify  and quantify the influence of the input features on the performance of PEM fuel cells.</a:t>
            </a:r>
          </a:p>
          <a:p>
            <a:pPr lvl="1"/>
            <a:endParaRPr lang="en-US" sz="2000" dirty="0"/>
          </a:p>
          <a:p>
            <a:pPr lvl="1"/>
            <a:endParaRPr lang="en-US" sz="2000" dirty="0"/>
          </a:p>
          <a:p>
            <a:pPr lvl="1"/>
            <a:r>
              <a:rPr lang="en-US" sz="2000" dirty="0"/>
              <a:t>Using the features from the SA develop </a:t>
            </a:r>
            <a:r>
              <a:rPr kumimoji="0" lang="es-CO" altLang="es-CO" sz="2000" b="0" i="0" u="none" strike="noStrike" cap="none" normalizeH="0" baseline="0" dirty="0" err="1">
                <a:ln>
                  <a:noFill/>
                </a:ln>
                <a:solidFill>
                  <a:srgbClr val="000000"/>
                </a:solidFill>
                <a:effectLst/>
                <a:latin typeface="Arial" panose="020B0604020202020204" pitchFamily="34" charset="0"/>
                <a:cs typeface="Arial" panose="020B0604020202020204" pitchFamily="34" charset="0"/>
              </a:rPr>
              <a:t>an</a:t>
            </a:r>
            <a:r>
              <a:rPr kumimoji="0" lang="es-CO" altLang="es-CO" sz="2000" b="0" i="0" u="none" strike="noStrike" cap="none" normalizeH="0" baseline="0" dirty="0">
                <a:ln>
                  <a:noFill/>
                </a:ln>
                <a:solidFill>
                  <a:srgbClr val="000000"/>
                </a:solidFill>
                <a:effectLst/>
                <a:latin typeface="Arial" panose="020B0604020202020204" pitchFamily="34" charset="0"/>
                <a:cs typeface="Arial" panose="020B0604020202020204" pitchFamily="34" charset="0"/>
              </a:rPr>
              <a:t> </a:t>
            </a:r>
            <a:r>
              <a:rPr lang="es-CO" altLang="es-CO" sz="2000" dirty="0"/>
              <a:t>interpretable and </a:t>
            </a:r>
            <a:r>
              <a:rPr lang="es-CO" altLang="es-CO" sz="2000" u="sng" dirty="0" err="1"/>
              <a:t>analytically</a:t>
            </a:r>
            <a:r>
              <a:rPr lang="en-US" sz="2000" u="sng" dirty="0"/>
              <a:t> closed-form</a:t>
            </a:r>
            <a:r>
              <a:rPr lang="en-US" sz="2000" dirty="0"/>
              <a:t> </a:t>
            </a:r>
            <a:r>
              <a:rPr lang="en-US" sz="2000" i="1" dirty="0">
                <a:solidFill>
                  <a:srgbClr val="8879F5"/>
                </a:solidFill>
              </a:rPr>
              <a:t>surrogate model </a:t>
            </a:r>
            <a:r>
              <a:rPr lang="en-US" sz="2000" dirty="0"/>
              <a:t>that captures key behaviors of the </a:t>
            </a:r>
            <a:r>
              <a:rPr lang="en-US" sz="2000" dirty="0" err="1">
                <a:solidFill>
                  <a:srgbClr val="008B2E"/>
                </a:solidFill>
              </a:rPr>
              <a:t>AlphaPEM</a:t>
            </a:r>
            <a:r>
              <a:rPr lang="en-US" sz="2000" dirty="0"/>
              <a:t> model while maintaining accuracy, with a focus on interpretability and computational efficiency.</a:t>
            </a:r>
          </a:p>
          <a:p>
            <a:pPr lvl="1">
              <a:lnSpc>
                <a:spcPct val="150000"/>
              </a:lnSpc>
            </a:pPr>
            <a:endParaRPr lang="es-ES_tradnl" sz="2800" dirty="0">
              <a:latin typeface="Source Sans Pro" panose="020B0503030403020204" pitchFamily="34" charset="0"/>
              <a:ea typeface="Source Sans Pro" panose="020B0503030403020204" pitchFamily="34" charset="0"/>
            </a:endParaRPr>
          </a:p>
        </p:txBody>
      </p:sp>
      <p:sp>
        <p:nvSpPr>
          <p:cNvPr id="10" name="Elipse 9">
            <a:extLst>
              <a:ext uri="{FF2B5EF4-FFF2-40B4-BE49-F238E27FC236}">
                <a16:creationId xmlns:a16="http://schemas.microsoft.com/office/drawing/2014/main" id="{9CAB338A-9C40-421F-93EA-14654B4BA716}"/>
              </a:ext>
            </a:extLst>
          </p:cNvPr>
          <p:cNvSpPr>
            <a:spLocks noChangeAspect="1"/>
          </p:cNvSpPr>
          <p:nvPr/>
        </p:nvSpPr>
        <p:spPr>
          <a:xfrm>
            <a:off x="1635484" y="2264963"/>
            <a:ext cx="325238" cy="324000"/>
          </a:xfrm>
          <a:prstGeom prst="ellipse">
            <a:avLst/>
          </a:prstGeom>
          <a:solidFill>
            <a:srgbClr val="008B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1600" b="1" dirty="0">
                <a:solidFill>
                  <a:schemeClr val="bg1"/>
                </a:solidFill>
                <a:latin typeface="Source Sans Pro" panose="020B0503030403020204" pitchFamily="34" charset="0"/>
                <a:ea typeface="Source Sans Pro" panose="020B0503030403020204" pitchFamily="34" charset="0"/>
              </a:rPr>
              <a:t>1</a:t>
            </a:r>
            <a:endParaRPr lang="es-CO" sz="1600" b="1" dirty="0">
              <a:solidFill>
                <a:schemeClr val="bg1"/>
              </a:solidFill>
              <a:latin typeface="Source Sans Pro" panose="020B0503030403020204" pitchFamily="34" charset="0"/>
              <a:ea typeface="Source Sans Pro" panose="020B0503030403020204" pitchFamily="34" charset="0"/>
            </a:endParaRPr>
          </a:p>
        </p:txBody>
      </p:sp>
      <p:sp>
        <p:nvSpPr>
          <p:cNvPr id="11" name="Elipse 10">
            <a:extLst>
              <a:ext uri="{FF2B5EF4-FFF2-40B4-BE49-F238E27FC236}">
                <a16:creationId xmlns:a16="http://schemas.microsoft.com/office/drawing/2014/main" id="{518A86AA-A3CF-41FE-B71F-C7980663318F}"/>
              </a:ext>
            </a:extLst>
          </p:cNvPr>
          <p:cNvSpPr>
            <a:spLocks noChangeAspect="1"/>
          </p:cNvSpPr>
          <p:nvPr/>
        </p:nvSpPr>
        <p:spPr>
          <a:xfrm>
            <a:off x="1572593" y="4019007"/>
            <a:ext cx="325238" cy="324000"/>
          </a:xfrm>
          <a:prstGeom prst="ellipse">
            <a:avLst/>
          </a:prstGeom>
          <a:solidFill>
            <a:srgbClr val="008B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1600" b="1" dirty="0">
                <a:solidFill>
                  <a:schemeClr val="bg1"/>
                </a:solidFill>
                <a:latin typeface="Source Sans Pro" panose="020B0503030403020204" pitchFamily="34" charset="0"/>
                <a:ea typeface="Source Sans Pro" panose="020B0503030403020204" pitchFamily="34" charset="0"/>
              </a:rPr>
              <a:t>2</a:t>
            </a:r>
            <a:endParaRPr lang="es-CO" sz="1600" b="1" dirty="0">
              <a:solidFill>
                <a:schemeClr val="bg1"/>
              </a:solidFill>
              <a:latin typeface="Source Sans Pro" panose="020B0503030403020204" pitchFamily="34" charset="0"/>
              <a:ea typeface="Source Sans Pro" panose="020B0503030403020204" pitchFamily="34" charset="0"/>
            </a:endParaRPr>
          </a:p>
        </p:txBody>
      </p:sp>
      <p:grpSp>
        <p:nvGrpSpPr>
          <p:cNvPr id="38" name="Grupo 37">
            <a:extLst>
              <a:ext uri="{FF2B5EF4-FFF2-40B4-BE49-F238E27FC236}">
                <a16:creationId xmlns:a16="http://schemas.microsoft.com/office/drawing/2014/main" id="{D2E8C553-C495-4F37-92CF-51CF804E79D5}"/>
              </a:ext>
            </a:extLst>
          </p:cNvPr>
          <p:cNvGrpSpPr>
            <a:grpSpLocks noChangeAspect="1"/>
          </p:cNvGrpSpPr>
          <p:nvPr/>
        </p:nvGrpSpPr>
        <p:grpSpPr>
          <a:xfrm>
            <a:off x="-2066038" y="7415697"/>
            <a:ext cx="5101559" cy="3600000"/>
            <a:chOff x="7396516" y="2023187"/>
            <a:chExt cx="4795484" cy="3384013"/>
          </a:xfrm>
        </p:grpSpPr>
        <p:cxnSp>
          <p:nvCxnSpPr>
            <p:cNvPr id="36" name="Conector recto 35">
              <a:extLst>
                <a:ext uri="{FF2B5EF4-FFF2-40B4-BE49-F238E27FC236}">
                  <a16:creationId xmlns:a16="http://schemas.microsoft.com/office/drawing/2014/main" id="{71830FFD-A4FD-4C54-9D29-6BBC1A7D4E38}"/>
                </a:ext>
              </a:extLst>
            </p:cNvPr>
            <p:cNvCxnSpPr>
              <a:cxnSpLocks/>
            </p:cNvCxnSpPr>
            <p:nvPr/>
          </p:nvCxnSpPr>
          <p:spPr>
            <a:xfrm>
              <a:off x="11191752" y="3869483"/>
              <a:ext cx="544377" cy="931168"/>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cxnSp>
          <p:nvCxnSpPr>
            <p:cNvPr id="34" name="Conector recto 33">
              <a:extLst>
                <a:ext uri="{FF2B5EF4-FFF2-40B4-BE49-F238E27FC236}">
                  <a16:creationId xmlns:a16="http://schemas.microsoft.com/office/drawing/2014/main" id="{DD42AAD5-947D-4540-BC96-28033C8488C4}"/>
                </a:ext>
              </a:extLst>
            </p:cNvPr>
            <p:cNvCxnSpPr>
              <a:cxnSpLocks/>
            </p:cNvCxnSpPr>
            <p:nvPr/>
          </p:nvCxnSpPr>
          <p:spPr>
            <a:xfrm flipH="1">
              <a:off x="10443236" y="3919623"/>
              <a:ext cx="526469" cy="959819"/>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cxnSp>
          <p:nvCxnSpPr>
            <p:cNvPr id="30" name="Conector recto 29">
              <a:extLst>
                <a:ext uri="{FF2B5EF4-FFF2-40B4-BE49-F238E27FC236}">
                  <a16:creationId xmlns:a16="http://schemas.microsoft.com/office/drawing/2014/main" id="{3EE9A91F-4A6B-4EA8-87A8-96E08A545C66}"/>
                </a:ext>
              </a:extLst>
            </p:cNvPr>
            <p:cNvCxnSpPr>
              <a:cxnSpLocks/>
            </p:cNvCxnSpPr>
            <p:nvPr/>
          </p:nvCxnSpPr>
          <p:spPr>
            <a:xfrm>
              <a:off x="8648948" y="3826506"/>
              <a:ext cx="605259" cy="1106657"/>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17" name="Elipse 16">
              <a:extLst>
                <a:ext uri="{FF2B5EF4-FFF2-40B4-BE49-F238E27FC236}">
                  <a16:creationId xmlns:a16="http://schemas.microsoft.com/office/drawing/2014/main" id="{8C4DE680-64AA-4E47-A997-B86D583EAB45}"/>
                </a:ext>
              </a:extLst>
            </p:cNvPr>
            <p:cNvSpPr>
              <a:spLocks noChangeAspect="1"/>
            </p:cNvSpPr>
            <p:nvPr/>
          </p:nvSpPr>
          <p:spPr>
            <a:xfrm>
              <a:off x="9001796" y="4687200"/>
              <a:ext cx="721360" cy="720000"/>
            </a:xfrm>
            <a:prstGeom prst="ellips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9" name="Elipse 18">
              <a:extLst>
                <a:ext uri="{FF2B5EF4-FFF2-40B4-BE49-F238E27FC236}">
                  <a16:creationId xmlns:a16="http://schemas.microsoft.com/office/drawing/2014/main" id="{7D2C86BA-5A6D-4DA2-A374-7342E8952DAC}"/>
                </a:ext>
              </a:extLst>
            </p:cNvPr>
            <p:cNvSpPr>
              <a:spLocks noChangeAspect="1"/>
            </p:cNvSpPr>
            <p:nvPr/>
          </p:nvSpPr>
          <p:spPr>
            <a:xfrm>
              <a:off x="9980240" y="4660880"/>
              <a:ext cx="721360" cy="720000"/>
            </a:xfrm>
            <a:prstGeom prst="ellips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1" name="Elipse 20">
              <a:extLst>
                <a:ext uri="{FF2B5EF4-FFF2-40B4-BE49-F238E27FC236}">
                  <a16:creationId xmlns:a16="http://schemas.microsoft.com/office/drawing/2014/main" id="{E33FDA46-E8BC-47BD-B325-381AE487C167}"/>
                </a:ext>
              </a:extLst>
            </p:cNvPr>
            <p:cNvSpPr>
              <a:spLocks noChangeAspect="1"/>
            </p:cNvSpPr>
            <p:nvPr/>
          </p:nvSpPr>
          <p:spPr>
            <a:xfrm>
              <a:off x="11470640" y="4660880"/>
              <a:ext cx="721360" cy="72000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14" name="Conector recto 13">
              <a:extLst>
                <a:ext uri="{FF2B5EF4-FFF2-40B4-BE49-F238E27FC236}">
                  <a16:creationId xmlns:a16="http://schemas.microsoft.com/office/drawing/2014/main" id="{5A139C3F-EE4D-4480-93BD-A3022AF07968}"/>
                </a:ext>
              </a:extLst>
            </p:cNvPr>
            <p:cNvCxnSpPr>
              <a:cxnSpLocks/>
            </p:cNvCxnSpPr>
            <p:nvPr/>
          </p:nvCxnSpPr>
          <p:spPr>
            <a:xfrm>
              <a:off x="9855211" y="2508546"/>
              <a:ext cx="0" cy="1104197"/>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cxnSp>
          <p:nvCxnSpPr>
            <p:cNvPr id="23" name="Conector recto 22">
              <a:extLst>
                <a:ext uri="{FF2B5EF4-FFF2-40B4-BE49-F238E27FC236}">
                  <a16:creationId xmlns:a16="http://schemas.microsoft.com/office/drawing/2014/main" id="{6FC3FBE1-BB97-4E39-8997-BDE6A51EEFD3}"/>
                </a:ext>
              </a:extLst>
            </p:cNvPr>
            <p:cNvCxnSpPr>
              <a:cxnSpLocks/>
              <a:stCxn id="12" idx="3"/>
            </p:cNvCxnSpPr>
            <p:nvPr/>
          </p:nvCxnSpPr>
          <p:spPr>
            <a:xfrm flipH="1">
              <a:off x="8595226" y="2637745"/>
              <a:ext cx="1004946" cy="1049085"/>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cxnSp>
          <p:nvCxnSpPr>
            <p:cNvPr id="26" name="Conector recto 25">
              <a:extLst>
                <a:ext uri="{FF2B5EF4-FFF2-40B4-BE49-F238E27FC236}">
                  <a16:creationId xmlns:a16="http://schemas.microsoft.com/office/drawing/2014/main" id="{19AC88E3-6203-4C76-B0F1-B8A63D4D41E5}"/>
                </a:ext>
              </a:extLst>
            </p:cNvPr>
            <p:cNvCxnSpPr>
              <a:cxnSpLocks/>
            </p:cNvCxnSpPr>
            <p:nvPr/>
          </p:nvCxnSpPr>
          <p:spPr>
            <a:xfrm flipH="1">
              <a:off x="7818060" y="3984088"/>
              <a:ext cx="594515" cy="895353"/>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cxnSp>
          <p:nvCxnSpPr>
            <p:cNvPr id="32" name="Conector recto 31">
              <a:extLst>
                <a:ext uri="{FF2B5EF4-FFF2-40B4-BE49-F238E27FC236}">
                  <a16:creationId xmlns:a16="http://schemas.microsoft.com/office/drawing/2014/main" id="{DB6B334D-4FC0-478D-8A2C-11ED4E291316}"/>
                </a:ext>
              </a:extLst>
            </p:cNvPr>
            <p:cNvCxnSpPr>
              <a:cxnSpLocks/>
            </p:cNvCxnSpPr>
            <p:nvPr/>
          </p:nvCxnSpPr>
          <p:spPr>
            <a:xfrm>
              <a:off x="10038536" y="2534866"/>
              <a:ext cx="931169" cy="1077877"/>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12" name="Elipse 11">
              <a:extLst>
                <a:ext uri="{FF2B5EF4-FFF2-40B4-BE49-F238E27FC236}">
                  <a16:creationId xmlns:a16="http://schemas.microsoft.com/office/drawing/2014/main" id="{C56F2428-72BA-409A-8B49-6F6244348288}"/>
                </a:ext>
              </a:extLst>
            </p:cNvPr>
            <p:cNvSpPr>
              <a:spLocks noChangeAspect="1"/>
            </p:cNvSpPr>
            <p:nvPr/>
          </p:nvSpPr>
          <p:spPr>
            <a:xfrm>
              <a:off x="9494532" y="2023187"/>
              <a:ext cx="721360" cy="72000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8" name="Elipse 17">
              <a:extLst>
                <a:ext uri="{FF2B5EF4-FFF2-40B4-BE49-F238E27FC236}">
                  <a16:creationId xmlns:a16="http://schemas.microsoft.com/office/drawing/2014/main" id="{54A27ED1-D4F8-41E8-8DF0-7AF0BE6D6C52}"/>
                </a:ext>
              </a:extLst>
            </p:cNvPr>
            <p:cNvSpPr>
              <a:spLocks noChangeAspect="1"/>
            </p:cNvSpPr>
            <p:nvPr/>
          </p:nvSpPr>
          <p:spPr>
            <a:xfrm>
              <a:off x="9494531" y="3394814"/>
              <a:ext cx="721360" cy="720000"/>
            </a:xfrm>
            <a:prstGeom prst="ellips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0" name="Elipse 19">
              <a:extLst>
                <a:ext uri="{FF2B5EF4-FFF2-40B4-BE49-F238E27FC236}">
                  <a16:creationId xmlns:a16="http://schemas.microsoft.com/office/drawing/2014/main" id="{F7D76E06-6E69-40A0-9532-AD538922A889}"/>
                </a:ext>
              </a:extLst>
            </p:cNvPr>
            <p:cNvSpPr>
              <a:spLocks noChangeAspect="1"/>
            </p:cNvSpPr>
            <p:nvPr/>
          </p:nvSpPr>
          <p:spPr>
            <a:xfrm>
              <a:off x="10739164" y="3403600"/>
              <a:ext cx="721360" cy="72000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6" name="Elipse 15">
              <a:extLst>
                <a:ext uri="{FF2B5EF4-FFF2-40B4-BE49-F238E27FC236}">
                  <a16:creationId xmlns:a16="http://schemas.microsoft.com/office/drawing/2014/main" id="{B0F787CD-6A4F-401A-AD49-545EF024455D}"/>
                </a:ext>
              </a:extLst>
            </p:cNvPr>
            <p:cNvSpPr>
              <a:spLocks noChangeAspect="1"/>
            </p:cNvSpPr>
            <p:nvPr/>
          </p:nvSpPr>
          <p:spPr>
            <a:xfrm>
              <a:off x="7396516" y="4687200"/>
              <a:ext cx="721360" cy="720000"/>
            </a:xfrm>
            <a:prstGeom prst="ellips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5" name="Elipse 14">
              <a:extLst>
                <a:ext uri="{FF2B5EF4-FFF2-40B4-BE49-F238E27FC236}">
                  <a16:creationId xmlns:a16="http://schemas.microsoft.com/office/drawing/2014/main" id="{32640E7A-84DA-4082-A41C-C4CFE958D488}"/>
                </a:ext>
              </a:extLst>
            </p:cNvPr>
            <p:cNvSpPr>
              <a:spLocks noChangeAspect="1"/>
            </p:cNvSpPr>
            <p:nvPr/>
          </p:nvSpPr>
          <p:spPr>
            <a:xfrm>
              <a:off x="8161038" y="3403600"/>
              <a:ext cx="721360" cy="720000"/>
            </a:xfrm>
            <a:prstGeom prst="ellips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sp>
        <p:nvSpPr>
          <p:cNvPr id="86" name="Google Shape;57;p15">
            <a:extLst>
              <a:ext uri="{FF2B5EF4-FFF2-40B4-BE49-F238E27FC236}">
                <a16:creationId xmlns:a16="http://schemas.microsoft.com/office/drawing/2014/main" id="{6DD557E8-2B14-4DD8-AFC1-EE30B84C68B8}"/>
              </a:ext>
            </a:extLst>
          </p:cNvPr>
          <p:cNvSpPr/>
          <p:nvPr/>
        </p:nvSpPr>
        <p:spPr>
          <a:xfrm>
            <a:off x="10094985" y="-93532"/>
            <a:ext cx="46774" cy="7200000"/>
          </a:xfrm>
          <a:custGeom>
            <a:avLst/>
            <a:gdLst/>
            <a:ahLst/>
            <a:cxnLst/>
            <a:rect l="l" t="t" r="r" b="b"/>
            <a:pathLst>
              <a:path w="1513" h="166415" extrusionOk="0">
                <a:moveTo>
                  <a:pt x="751" y="1"/>
                </a:moveTo>
                <a:cubicBezTo>
                  <a:pt x="346" y="1"/>
                  <a:pt x="1" y="334"/>
                  <a:pt x="1" y="751"/>
                </a:cubicBezTo>
                <a:lnTo>
                  <a:pt x="1" y="165664"/>
                </a:lnTo>
                <a:cubicBezTo>
                  <a:pt x="1" y="166081"/>
                  <a:pt x="334" y="166414"/>
                  <a:pt x="751" y="166414"/>
                </a:cubicBezTo>
                <a:cubicBezTo>
                  <a:pt x="1167" y="166414"/>
                  <a:pt x="1513" y="166081"/>
                  <a:pt x="1513" y="165664"/>
                </a:cubicBezTo>
                <a:lnTo>
                  <a:pt x="1513" y="751"/>
                </a:lnTo>
                <a:cubicBezTo>
                  <a:pt x="1513" y="334"/>
                  <a:pt x="1167" y="1"/>
                  <a:pt x="751" y="1"/>
                </a:cubicBezTo>
                <a:close/>
              </a:path>
            </a:pathLst>
          </a:cu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grpSp>
        <p:nvGrpSpPr>
          <p:cNvPr id="105" name="Google Shape;76;p15">
            <a:extLst>
              <a:ext uri="{FF2B5EF4-FFF2-40B4-BE49-F238E27FC236}">
                <a16:creationId xmlns:a16="http://schemas.microsoft.com/office/drawing/2014/main" id="{4714D741-6C84-4583-BC99-9227BFCDFCE8}"/>
              </a:ext>
            </a:extLst>
          </p:cNvPr>
          <p:cNvGrpSpPr/>
          <p:nvPr/>
        </p:nvGrpSpPr>
        <p:grpSpPr>
          <a:xfrm>
            <a:off x="10002241" y="2499978"/>
            <a:ext cx="2078594" cy="979497"/>
            <a:chOff x="2723278" y="1150750"/>
            <a:chExt cx="2078594" cy="979497"/>
          </a:xfrm>
        </p:grpSpPr>
        <p:sp>
          <p:nvSpPr>
            <p:cNvPr id="106" name="Google Shape;77;p15">
              <a:extLst>
                <a:ext uri="{FF2B5EF4-FFF2-40B4-BE49-F238E27FC236}">
                  <a16:creationId xmlns:a16="http://schemas.microsoft.com/office/drawing/2014/main" id="{E8EF713B-C2CD-4CB7-8C9B-ABA6F948077C}"/>
                </a:ext>
              </a:extLst>
            </p:cNvPr>
            <p:cNvSpPr/>
            <p:nvPr/>
          </p:nvSpPr>
          <p:spPr>
            <a:xfrm>
              <a:off x="2723278" y="1169328"/>
              <a:ext cx="1980694" cy="960919"/>
            </a:xfrm>
            <a:custGeom>
              <a:avLst/>
              <a:gdLst/>
              <a:ahLst/>
              <a:cxnLst/>
              <a:rect l="l" t="t" r="r" b="b"/>
              <a:pathLst>
                <a:path w="51793" h="25127" extrusionOk="0">
                  <a:moveTo>
                    <a:pt x="18228" y="1"/>
                  </a:moveTo>
                  <a:cubicBezTo>
                    <a:pt x="16310" y="1"/>
                    <a:pt x="14715" y="1511"/>
                    <a:pt x="14657" y="3432"/>
                  </a:cubicBezTo>
                  <a:lnTo>
                    <a:pt x="14348" y="12588"/>
                  </a:lnTo>
                  <a:cubicBezTo>
                    <a:pt x="14312" y="13697"/>
                    <a:pt x="13396" y="14565"/>
                    <a:pt x="12283" y="14565"/>
                  </a:cubicBezTo>
                  <a:cubicBezTo>
                    <a:pt x="12261" y="14565"/>
                    <a:pt x="12239" y="14565"/>
                    <a:pt x="12216" y="14564"/>
                  </a:cubicBezTo>
                  <a:lnTo>
                    <a:pt x="8871" y="14457"/>
                  </a:lnTo>
                  <a:cubicBezTo>
                    <a:pt x="8121" y="14433"/>
                    <a:pt x="7466" y="14005"/>
                    <a:pt x="7132" y="13397"/>
                  </a:cubicBezTo>
                  <a:cubicBezTo>
                    <a:pt x="6501" y="12302"/>
                    <a:pt x="5334" y="11540"/>
                    <a:pt x="3965" y="11492"/>
                  </a:cubicBezTo>
                  <a:cubicBezTo>
                    <a:pt x="3921" y="11491"/>
                    <a:pt x="3877" y="11490"/>
                    <a:pt x="3833" y="11490"/>
                  </a:cubicBezTo>
                  <a:cubicBezTo>
                    <a:pt x="1808" y="11490"/>
                    <a:pt x="130" y="13084"/>
                    <a:pt x="60" y="15100"/>
                  </a:cubicBezTo>
                  <a:cubicBezTo>
                    <a:pt x="0" y="17160"/>
                    <a:pt x="1632" y="18886"/>
                    <a:pt x="3715" y="18958"/>
                  </a:cubicBezTo>
                  <a:cubicBezTo>
                    <a:pt x="3750" y="18959"/>
                    <a:pt x="3784" y="18959"/>
                    <a:pt x="3818" y="18959"/>
                  </a:cubicBezTo>
                  <a:cubicBezTo>
                    <a:pt x="5145" y="18959"/>
                    <a:pt x="6317" y="18288"/>
                    <a:pt x="7001" y="17267"/>
                  </a:cubicBezTo>
                  <a:cubicBezTo>
                    <a:pt x="7371" y="16690"/>
                    <a:pt x="8020" y="16325"/>
                    <a:pt x="8743" y="16325"/>
                  </a:cubicBezTo>
                  <a:cubicBezTo>
                    <a:pt x="8765" y="16325"/>
                    <a:pt x="8788" y="16326"/>
                    <a:pt x="8811" y="16326"/>
                  </a:cubicBezTo>
                  <a:lnTo>
                    <a:pt x="12157" y="16434"/>
                  </a:lnTo>
                  <a:cubicBezTo>
                    <a:pt x="13300" y="16469"/>
                    <a:pt x="14193" y="17410"/>
                    <a:pt x="14157" y="18541"/>
                  </a:cubicBezTo>
                  <a:lnTo>
                    <a:pt x="14097" y="20470"/>
                  </a:lnTo>
                  <a:cubicBezTo>
                    <a:pt x="14026" y="22434"/>
                    <a:pt x="15586" y="24077"/>
                    <a:pt x="17562" y="24137"/>
                  </a:cubicBezTo>
                  <a:lnTo>
                    <a:pt x="47459" y="25125"/>
                  </a:lnTo>
                  <a:cubicBezTo>
                    <a:pt x="47496" y="25126"/>
                    <a:pt x="47533" y="25127"/>
                    <a:pt x="47570" y="25127"/>
                  </a:cubicBezTo>
                  <a:cubicBezTo>
                    <a:pt x="49509" y="25127"/>
                    <a:pt x="51103" y="23612"/>
                    <a:pt x="51174" y="21696"/>
                  </a:cubicBezTo>
                  <a:lnTo>
                    <a:pt x="51733" y="4646"/>
                  </a:lnTo>
                  <a:cubicBezTo>
                    <a:pt x="51793" y="2694"/>
                    <a:pt x="50245" y="1051"/>
                    <a:pt x="48257" y="979"/>
                  </a:cubicBezTo>
                  <a:lnTo>
                    <a:pt x="18360" y="3"/>
                  </a:lnTo>
                  <a:cubicBezTo>
                    <a:pt x="18316" y="1"/>
                    <a:pt x="18271" y="1"/>
                    <a:pt x="18228" y="1"/>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07" name="Google Shape;78;p15">
              <a:extLst>
                <a:ext uri="{FF2B5EF4-FFF2-40B4-BE49-F238E27FC236}">
                  <a16:creationId xmlns:a16="http://schemas.microsoft.com/office/drawing/2014/main" id="{6DC8C964-4458-46C4-939F-8CF7EC1D3409}"/>
                </a:ext>
              </a:extLst>
            </p:cNvPr>
            <p:cNvSpPr/>
            <p:nvPr/>
          </p:nvSpPr>
          <p:spPr>
            <a:xfrm>
              <a:off x="4624272" y="1406505"/>
              <a:ext cx="177598" cy="256316"/>
            </a:xfrm>
            <a:custGeom>
              <a:avLst/>
              <a:gdLst/>
              <a:ahLst/>
              <a:cxnLst/>
              <a:rect l="l" t="t" r="r" b="b"/>
              <a:pathLst>
                <a:path w="4644" h="6026" extrusionOk="0">
                  <a:moveTo>
                    <a:pt x="0" y="1"/>
                  </a:moveTo>
                  <a:lnTo>
                    <a:pt x="0" y="6025"/>
                  </a:lnTo>
                  <a:lnTo>
                    <a:pt x="1643" y="6025"/>
                  </a:lnTo>
                  <a:cubicBezTo>
                    <a:pt x="3298" y="6025"/>
                    <a:pt x="4643" y="4668"/>
                    <a:pt x="4643" y="3013"/>
                  </a:cubicBezTo>
                  <a:cubicBezTo>
                    <a:pt x="4643" y="2179"/>
                    <a:pt x="4310" y="1429"/>
                    <a:pt x="3762" y="894"/>
                  </a:cubicBezTo>
                  <a:cubicBezTo>
                    <a:pt x="3215" y="346"/>
                    <a:pt x="2465" y="1"/>
                    <a:pt x="1643" y="1"/>
                  </a:cubicBezTo>
                  <a:close/>
                </a:path>
              </a:pathLst>
            </a:custGeom>
            <a:solidFill>
              <a:srgbClr val="20C33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08" name="Google Shape;79;p15">
              <a:extLst>
                <a:ext uri="{FF2B5EF4-FFF2-40B4-BE49-F238E27FC236}">
                  <a16:creationId xmlns:a16="http://schemas.microsoft.com/office/drawing/2014/main" id="{891E867C-34C5-4059-B98F-4C9909A5F9FA}"/>
                </a:ext>
              </a:extLst>
            </p:cNvPr>
            <p:cNvSpPr/>
            <p:nvPr/>
          </p:nvSpPr>
          <p:spPr>
            <a:xfrm>
              <a:off x="2725573" y="1151201"/>
              <a:ext cx="1939698" cy="923901"/>
            </a:xfrm>
            <a:custGeom>
              <a:avLst/>
              <a:gdLst/>
              <a:ahLst/>
              <a:cxnLst/>
              <a:rect l="l" t="t" r="r" b="b"/>
              <a:pathLst>
                <a:path w="50721" h="24159" extrusionOk="0">
                  <a:moveTo>
                    <a:pt x="17597" y="1"/>
                  </a:moveTo>
                  <a:cubicBezTo>
                    <a:pt x="15633" y="1"/>
                    <a:pt x="14037" y="1596"/>
                    <a:pt x="14037" y="3561"/>
                  </a:cubicBezTo>
                  <a:lnTo>
                    <a:pt x="14037" y="12717"/>
                  </a:lnTo>
                  <a:cubicBezTo>
                    <a:pt x="14037" y="13848"/>
                    <a:pt x="13121" y="14764"/>
                    <a:pt x="11990" y="14764"/>
                  </a:cubicBezTo>
                  <a:lnTo>
                    <a:pt x="8692" y="14764"/>
                  </a:lnTo>
                  <a:cubicBezTo>
                    <a:pt x="7941" y="14764"/>
                    <a:pt x="7287" y="14360"/>
                    <a:pt x="6929" y="13764"/>
                  </a:cubicBezTo>
                  <a:cubicBezTo>
                    <a:pt x="6275" y="12681"/>
                    <a:pt x="5084" y="11966"/>
                    <a:pt x="3739" y="11966"/>
                  </a:cubicBezTo>
                  <a:cubicBezTo>
                    <a:pt x="1679" y="11966"/>
                    <a:pt x="0" y="13633"/>
                    <a:pt x="0" y="15693"/>
                  </a:cubicBezTo>
                  <a:cubicBezTo>
                    <a:pt x="0" y="17753"/>
                    <a:pt x="1679" y="19432"/>
                    <a:pt x="3739" y="19432"/>
                  </a:cubicBezTo>
                  <a:cubicBezTo>
                    <a:pt x="5084" y="19432"/>
                    <a:pt x="6275" y="18705"/>
                    <a:pt x="6929" y="17634"/>
                  </a:cubicBezTo>
                  <a:cubicBezTo>
                    <a:pt x="7287" y="17027"/>
                    <a:pt x="7941" y="16634"/>
                    <a:pt x="8692" y="16634"/>
                  </a:cubicBezTo>
                  <a:lnTo>
                    <a:pt x="11990" y="16634"/>
                  </a:lnTo>
                  <a:cubicBezTo>
                    <a:pt x="13121" y="16634"/>
                    <a:pt x="14037" y="17539"/>
                    <a:pt x="14037" y="18670"/>
                  </a:cubicBezTo>
                  <a:lnTo>
                    <a:pt x="14037" y="20598"/>
                  </a:lnTo>
                  <a:cubicBezTo>
                    <a:pt x="14037" y="22563"/>
                    <a:pt x="15633" y="24158"/>
                    <a:pt x="17597" y="24158"/>
                  </a:cubicBezTo>
                  <a:lnTo>
                    <a:pt x="47173" y="24158"/>
                  </a:lnTo>
                  <a:cubicBezTo>
                    <a:pt x="49137" y="24158"/>
                    <a:pt x="50721" y="22563"/>
                    <a:pt x="50721" y="20598"/>
                  </a:cubicBezTo>
                  <a:lnTo>
                    <a:pt x="50721" y="3561"/>
                  </a:lnTo>
                  <a:cubicBezTo>
                    <a:pt x="50721" y="1596"/>
                    <a:pt x="49137" y="1"/>
                    <a:pt x="47173" y="1"/>
                  </a:cubicBezTo>
                  <a:close/>
                </a:path>
              </a:pathLst>
            </a:custGeom>
            <a:solidFill>
              <a:srgbClr val="FDFDFD"/>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09" name="Google Shape;80;p15">
              <a:extLst>
                <a:ext uri="{FF2B5EF4-FFF2-40B4-BE49-F238E27FC236}">
                  <a16:creationId xmlns:a16="http://schemas.microsoft.com/office/drawing/2014/main" id="{95F1889E-7907-4030-8EEE-ECA4D5ED5889}"/>
                </a:ext>
              </a:extLst>
            </p:cNvPr>
            <p:cNvSpPr/>
            <p:nvPr/>
          </p:nvSpPr>
          <p:spPr>
            <a:xfrm>
              <a:off x="2752419" y="1635195"/>
              <a:ext cx="232247" cy="232285"/>
            </a:xfrm>
            <a:custGeom>
              <a:avLst/>
              <a:gdLst/>
              <a:ahLst/>
              <a:cxnLst/>
              <a:rect l="l" t="t" r="r" b="b"/>
              <a:pathLst>
                <a:path w="6073" h="6074" extrusionOk="0">
                  <a:moveTo>
                    <a:pt x="3037" y="1"/>
                  </a:moveTo>
                  <a:cubicBezTo>
                    <a:pt x="1358" y="1"/>
                    <a:pt x="0" y="1358"/>
                    <a:pt x="0" y="3037"/>
                  </a:cubicBezTo>
                  <a:cubicBezTo>
                    <a:pt x="0" y="4716"/>
                    <a:pt x="1358" y="6073"/>
                    <a:pt x="3037" y="6073"/>
                  </a:cubicBezTo>
                  <a:cubicBezTo>
                    <a:pt x="4715" y="6073"/>
                    <a:pt x="6073" y="4716"/>
                    <a:pt x="6073" y="3037"/>
                  </a:cubicBezTo>
                  <a:cubicBezTo>
                    <a:pt x="6073" y="1358"/>
                    <a:pt x="4715" y="1"/>
                    <a:pt x="3037" y="1"/>
                  </a:cubicBezTo>
                  <a:close/>
                </a:path>
              </a:pathLst>
            </a:custGeom>
            <a:solidFill>
              <a:srgbClr val="69E78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0" name="Google Shape;81;p15">
              <a:extLst>
                <a:ext uri="{FF2B5EF4-FFF2-40B4-BE49-F238E27FC236}">
                  <a16:creationId xmlns:a16="http://schemas.microsoft.com/office/drawing/2014/main" id="{5C971AAA-9DC3-4039-9F17-6418C4E42CE7}"/>
                </a:ext>
              </a:extLst>
            </p:cNvPr>
            <p:cNvSpPr/>
            <p:nvPr/>
          </p:nvSpPr>
          <p:spPr>
            <a:xfrm>
              <a:off x="3195458" y="1181162"/>
              <a:ext cx="1606414" cy="368736"/>
            </a:xfrm>
            <a:custGeom>
              <a:avLst/>
              <a:gdLst/>
              <a:ahLst/>
              <a:cxnLst/>
              <a:rect l="l" t="t" r="r" b="b"/>
              <a:pathLst>
                <a:path w="42006" h="8669" extrusionOk="0">
                  <a:moveTo>
                    <a:pt x="3001" y="0"/>
                  </a:moveTo>
                  <a:cubicBezTo>
                    <a:pt x="1465" y="0"/>
                    <a:pt x="191" y="1155"/>
                    <a:pt x="12" y="2655"/>
                  </a:cubicBezTo>
                  <a:cubicBezTo>
                    <a:pt x="0" y="2775"/>
                    <a:pt x="0" y="2894"/>
                    <a:pt x="0" y="3013"/>
                  </a:cubicBezTo>
                  <a:cubicBezTo>
                    <a:pt x="0" y="4668"/>
                    <a:pt x="1346" y="6013"/>
                    <a:pt x="3001" y="6013"/>
                  </a:cubicBezTo>
                  <a:lnTo>
                    <a:pt x="39005" y="6013"/>
                  </a:lnTo>
                  <a:cubicBezTo>
                    <a:pt x="39827" y="6013"/>
                    <a:pt x="40589" y="6358"/>
                    <a:pt x="41124" y="6894"/>
                  </a:cubicBezTo>
                  <a:cubicBezTo>
                    <a:pt x="41589" y="7358"/>
                    <a:pt x="41898" y="7978"/>
                    <a:pt x="41982" y="8668"/>
                  </a:cubicBezTo>
                  <a:lnTo>
                    <a:pt x="42005" y="8311"/>
                  </a:lnTo>
                  <a:lnTo>
                    <a:pt x="42005" y="3013"/>
                  </a:lnTo>
                  <a:cubicBezTo>
                    <a:pt x="42005" y="2179"/>
                    <a:pt x="41672" y="1429"/>
                    <a:pt x="41124" y="881"/>
                  </a:cubicBezTo>
                  <a:cubicBezTo>
                    <a:pt x="40589" y="346"/>
                    <a:pt x="39827" y="0"/>
                    <a:pt x="39005" y="0"/>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1" name="Google Shape;82;p15">
              <a:extLst>
                <a:ext uri="{FF2B5EF4-FFF2-40B4-BE49-F238E27FC236}">
                  <a16:creationId xmlns:a16="http://schemas.microsoft.com/office/drawing/2014/main" id="{C9F0DFBC-C641-4D92-BC71-2B615AB7D0D0}"/>
                </a:ext>
              </a:extLst>
            </p:cNvPr>
            <p:cNvSpPr/>
            <p:nvPr/>
          </p:nvSpPr>
          <p:spPr>
            <a:xfrm>
              <a:off x="3195458" y="1150750"/>
              <a:ext cx="1606414" cy="383921"/>
            </a:xfrm>
            <a:custGeom>
              <a:avLst/>
              <a:gdLst/>
              <a:ahLst/>
              <a:cxnLst/>
              <a:rect l="l" t="t" r="r" b="b"/>
              <a:pathLst>
                <a:path w="42006" h="9026" extrusionOk="0">
                  <a:moveTo>
                    <a:pt x="3001" y="1"/>
                  </a:moveTo>
                  <a:cubicBezTo>
                    <a:pt x="1346" y="1"/>
                    <a:pt x="0" y="1346"/>
                    <a:pt x="0" y="3013"/>
                  </a:cubicBezTo>
                  <a:cubicBezTo>
                    <a:pt x="0" y="4668"/>
                    <a:pt x="1346" y="6014"/>
                    <a:pt x="3001" y="6014"/>
                  </a:cubicBezTo>
                  <a:lnTo>
                    <a:pt x="39005" y="6014"/>
                  </a:lnTo>
                  <a:cubicBezTo>
                    <a:pt x="39827" y="6014"/>
                    <a:pt x="40577" y="6359"/>
                    <a:pt x="41124" y="6907"/>
                  </a:cubicBezTo>
                  <a:cubicBezTo>
                    <a:pt x="41672" y="7442"/>
                    <a:pt x="42005" y="8192"/>
                    <a:pt x="42005" y="9026"/>
                  </a:cubicBezTo>
                  <a:lnTo>
                    <a:pt x="42005" y="3013"/>
                  </a:lnTo>
                  <a:cubicBezTo>
                    <a:pt x="42005" y="2180"/>
                    <a:pt x="41672" y="1430"/>
                    <a:pt x="41124" y="882"/>
                  </a:cubicBezTo>
                  <a:cubicBezTo>
                    <a:pt x="40577" y="346"/>
                    <a:pt x="39827" y="1"/>
                    <a:pt x="39005" y="1"/>
                  </a:cubicBezTo>
                  <a:close/>
                </a:path>
              </a:pathLst>
            </a:custGeom>
            <a:solidFill>
              <a:srgbClr val="69E78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2" name="Google Shape;83;p15">
              <a:extLst>
                <a:ext uri="{FF2B5EF4-FFF2-40B4-BE49-F238E27FC236}">
                  <a16:creationId xmlns:a16="http://schemas.microsoft.com/office/drawing/2014/main" id="{EA1CECF7-D481-4C83-A7A9-F85EB7310D4C}"/>
                </a:ext>
              </a:extLst>
            </p:cNvPr>
            <p:cNvSpPr txBox="1"/>
            <p:nvPr/>
          </p:nvSpPr>
          <p:spPr>
            <a:xfrm>
              <a:off x="3265722" y="1475500"/>
              <a:ext cx="1390200" cy="534900"/>
            </a:xfrm>
            <a:prstGeom prst="rect">
              <a:avLst/>
            </a:prstGeom>
            <a:noFill/>
            <a:ln>
              <a:noFill/>
            </a:ln>
          </p:spPr>
          <p:txBody>
            <a:bodyPr spcFirstLastPara="1" wrap="square" lIns="91425" tIns="91425" rIns="91425" bIns="91425" anchor="ctr" anchorCtr="0">
              <a:noAutofit/>
            </a:bodyPr>
            <a:lstStyle/>
            <a:p>
              <a:pPr algn="ctr"/>
              <a:r>
                <a:rPr lang="en" sz="1400" dirty="0">
                  <a:sym typeface="Roboto"/>
                </a:rPr>
                <a:t>- Sobol analysis</a:t>
              </a:r>
            </a:p>
            <a:p>
              <a:pPr algn="ctr"/>
              <a:r>
                <a:rPr lang="en" sz="1400" dirty="0">
                  <a:sym typeface="Roboto"/>
                </a:rPr>
                <a:t>- TreeSHAP</a:t>
              </a:r>
              <a:endParaRPr sz="1400" dirty="0">
                <a:sym typeface="Roboto"/>
              </a:endParaRPr>
            </a:p>
          </p:txBody>
        </p:sp>
        <p:sp>
          <p:nvSpPr>
            <p:cNvPr id="113" name="Google Shape;84;p15">
              <a:extLst>
                <a:ext uri="{FF2B5EF4-FFF2-40B4-BE49-F238E27FC236}">
                  <a16:creationId xmlns:a16="http://schemas.microsoft.com/office/drawing/2014/main" id="{77419ECF-69A6-43B9-9367-F75A478BFA75}"/>
                </a:ext>
              </a:extLst>
            </p:cNvPr>
            <p:cNvSpPr txBox="1"/>
            <p:nvPr/>
          </p:nvSpPr>
          <p:spPr>
            <a:xfrm>
              <a:off x="3195450" y="1150750"/>
              <a:ext cx="1469700" cy="255900"/>
            </a:xfrm>
            <a:prstGeom prst="rect">
              <a:avLst/>
            </a:prstGeom>
            <a:noFill/>
            <a:ln>
              <a:noFill/>
            </a:ln>
          </p:spPr>
          <p:txBody>
            <a:bodyPr spcFirstLastPara="1" wrap="square" lIns="91425" tIns="91425" rIns="91425" bIns="91425" anchor="ctr" anchorCtr="0">
              <a:noAutofit/>
            </a:bodyPr>
            <a:lstStyle/>
            <a:p>
              <a:pPr algn="ctr"/>
              <a:r>
                <a:rPr lang="en" sz="1100" b="1" dirty="0">
                  <a:solidFill>
                    <a:schemeClr val="bg1"/>
                  </a:solidFill>
                  <a:latin typeface="Source Sans Pro" panose="020B0503030403020204" pitchFamily="34" charset="0"/>
                  <a:ea typeface="Source Sans Pro" panose="020B0503030403020204" pitchFamily="34" charset="0"/>
                  <a:sym typeface="Fira Sans Extra Condensed Medium"/>
                </a:rPr>
                <a:t>Sensitivity Analysis</a:t>
              </a:r>
              <a:endParaRPr sz="1100" b="1" dirty="0">
                <a:solidFill>
                  <a:schemeClr val="bg1"/>
                </a:solidFill>
                <a:latin typeface="Source Sans Pro" panose="020B0503030403020204" pitchFamily="34" charset="0"/>
                <a:ea typeface="Source Sans Pro" panose="020B0503030403020204" pitchFamily="34" charset="0"/>
                <a:sym typeface="Fira Sans Extra Condensed Medium"/>
              </a:endParaRPr>
            </a:p>
          </p:txBody>
        </p:sp>
      </p:grpSp>
      <p:grpSp>
        <p:nvGrpSpPr>
          <p:cNvPr id="114" name="Google Shape;85;p15">
            <a:extLst>
              <a:ext uri="{FF2B5EF4-FFF2-40B4-BE49-F238E27FC236}">
                <a16:creationId xmlns:a16="http://schemas.microsoft.com/office/drawing/2014/main" id="{2201D2E5-DEAF-43B8-962B-7BDBECF6F0EB}"/>
              </a:ext>
            </a:extLst>
          </p:cNvPr>
          <p:cNvGrpSpPr/>
          <p:nvPr/>
        </p:nvGrpSpPr>
        <p:grpSpPr>
          <a:xfrm>
            <a:off x="8183660" y="1457239"/>
            <a:ext cx="2079971" cy="979046"/>
            <a:chOff x="933838" y="532900"/>
            <a:chExt cx="2079971" cy="979046"/>
          </a:xfrm>
        </p:grpSpPr>
        <p:sp>
          <p:nvSpPr>
            <p:cNvPr id="115" name="Google Shape;86;p15">
              <a:extLst>
                <a:ext uri="{FF2B5EF4-FFF2-40B4-BE49-F238E27FC236}">
                  <a16:creationId xmlns:a16="http://schemas.microsoft.com/office/drawing/2014/main" id="{2D45320F-3416-4018-94D6-71980784B420}"/>
                </a:ext>
              </a:extLst>
            </p:cNvPr>
            <p:cNvSpPr/>
            <p:nvPr/>
          </p:nvSpPr>
          <p:spPr>
            <a:xfrm>
              <a:off x="1033115" y="551027"/>
              <a:ext cx="1980694" cy="960919"/>
            </a:xfrm>
            <a:custGeom>
              <a:avLst/>
              <a:gdLst/>
              <a:ahLst/>
              <a:cxnLst/>
              <a:rect l="l" t="t" r="r" b="b"/>
              <a:pathLst>
                <a:path w="51793" h="25127" extrusionOk="0">
                  <a:moveTo>
                    <a:pt x="33544" y="1"/>
                  </a:moveTo>
                  <a:cubicBezTo>
                    <a:pt x="33507" y="1"/>
                    <a:pt x="33470" y="1"/>
                    <a:pt x="33433" y="2"/>
                  </a:cubicBezTo>
                  <a:lnTo>
                    <a:pt x="3537" y="990"/>
                  </a:lnTo>
                  <a:cubicBezTo>
                    <a:pt x="1548" y="1050"/>
                    <a:pt x="0" y="2693"/>
                    <a:pt x="60" y="4658"/>
                  </a:cubicBezTo>
                  <a:lnTo>
                    <a:pt x="620" y="21695"/>
                  </a:lnTo>
                  <a:cubicBezTo>
                    <a:pt x="690" y="23611"/>
                    <a:pt x="2284" y="25126"/>
                    <a:pt x="4211" y="25126"/>
                  </a:cubicBezTo>
                  <a:cubicBezTo>
                    <a:pt x="4248" y="25126"/>
                    <a:pt x="4285" y="25126"/>
                    <a:pt x="4322" y="25124"/>
                  </a:cubicBezTo>
                  <a:lnTo>
                    <a:pt x="34231" y="24136"/>
                  </a:lnTo>
                  <a:cubicBezTo>
                    <a:pt x="36207" y="24077"/>
                    <a:pt x="37767" y="22434"/>
                    <a:pt x="37696" y="20469"/>
                  </a:cubicBezTo>
                  <a:lnTo>
                    <a:pt x="37636" y="18540"/>
                  </a:lnTo>
                  <a:cubicBezTo>
                    <a:pt x="37600" y="17409"/>
                    <a:pt x="38493" y="16469"/>
                    <a:pt x="39636" y="16433"/>
                  </a:cubicBezTo>
                  <a:lnTo>
                    <a:pt x="42982" y="16326"/>
                  </a:lnTo>
                  <a:cubicBezTo>
                    <a:pt x="43004" y="16325"/>
                    <a:pt x="43026" y="16325"/>
                    <a:pt x="43049" y="16325"/>
                  </a:cubicBezTo>
                  <a:cubicBezTo>
                    <a:pt x="43772" y="16325"/>
                    <a:pt x="44422" y="16700"/>
                    <a:pt x="44792" y="17266"/>
                  </a:cubicBezTo>
                  <a:cubicBezTo>
                    <a:pt x="45460" y="18291"/>
                    <a:pt x="46628" y="18959"/>
                    <a:pt x="47943" y="18959"/>
                  </a:cubicBezTo>
                  <a:cubicBezTo>
                    <a:pt x="47988" y="18959"/>
                    <a:pt x="48033" y="18959"/>
                    <a:pt x="48078" y="18957"/>
                  </a:cubicBezTo>
                  <a:cubicBezTo>
                    <a:pt x="50162" y="18886"/>
                    <a:pt x="51793" y="17159"/>
                    <a:pt x="51721" y="15099"/>
                  </a:cubicBezTo>
                  <a:cubicBezTo>
                    <a:pt x="51663" y="13077"/>
                    <a:pt x="49974" y="11490"/>
                    <a:pt x="47940" y="11490"/>
                  </a:cubicBezTo>
                  <a:cubicBezTo>
                    <a:pt x="47903" y="11490"/>
                    <a:pt x="47865" y="11491"/>
                    <a:pt x="47828" y="11492"/>
                  </a:cubicBezTo>
                  <a:cubicBezTo>
                    <a:pt x="46459" y="11539"/>
                    <a:pt x="45292" y="12301"/>
                    <a:pt x="44661" y="13397"/>
                  </a:cubicBezTo>
                  <a:cubicBezTo>
                    <a:pt x="44327" y="14004"/>
                    <a:pt x="43673" y="14433"/>
                    <a:pt x="42911" y="14456"/>
                  </a:cubicBezTo>
                  <a:lnTo>
                    <a:pt x="39577" y="14575"/>
                  </a:lnTo>
                  <a:cubicBezTo>
                    <a:pt x="39555" y="14576"/>
                    <a:pt x="39533" y="14577"/>
                    <a:pt x="39511" y="14577"/>
                  </a:cubicBezTo>
                  <a:cubicBezTo>
                    <a:pt x="38397" y="14577"/>
                    <a:pt x="37480" y="13697"/>
                    <a:pt x="37434" y="12599"/>
                  </a:cubicBezTo>
                  <a:lnTo>
                    <a:pt x="37136" y="3431"/>
                  </a:lnTo>
                  <a:cubicBezTo>
                    <a:pt x="37078" y="1515"/>
                    <a:pt x="35472" y="1"/>
                    <a:pt x="33544" y="1"/>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6" name="Google Shape;87;p15">
              <a:extLst>
                <a:ext uri="{FF2B5EF4-FFF2-40B4-BE49-F238E27FC236}">
                  <a16:creationId xmlns:a16="http://schemas.microsoft.com/office/drawing/2014/main" id="{BDA0101D-5554-46D6-8962-B391E05395DF}"/>
                </a:ext>
              </a:extLst>
            </p:cNvPr>
            <p:cNvSpPr/>
            <p:nvPr/>
          </p:nvSpPr>
          <p:spPr>
            <a:xfrm>
              <a:off x="933838" y="788897"/>
              <a:ext cx="177598" cy="256076"/>
            </a:xfrm>
            <a:custGeom>
              <a:avLst/>
              <a:gdLst/>
              <a:ahLst/>
              <a:cxnLst/>
              <a:rect l="l" t="t" r="r" b="b"/>
              <a:pathLst>
                <a:path w="4644" h="6014" extrusionOk="0">
                  <a:moveTo>
                    <a:pt x="3001" y="1"/>
                  </a:moveTo>
                  <a:cubicBezTo>
                    <a:pt x="2168" y="1"/>
                    <a:pt x="1417" y="334"/>
                    <a:pt x="882" y="882"/>
                  </a:cubicBezTo>
                  <a:cubicBezTo>
                    <a:pt x="334" y="1418"/>
                    <a:pt x="1" y="2180"/>
                    <a:pt x="1" y="3001"/>
                  </a:cubicBezTo>
                  <a:cubicBezTo>
                    <a:pt x="1" y="4668"/>
                    <a:pt x="1346" y="6014"/>
                    <a:pt x="3001" y="6014"/>
                  </a:cubicBezTo>
                  <a:lnTo>
                    <a:pt x="4644" y="6014"/>
                  </a:lnTo>
                  <a:lnTo>
                    <a:pt x="4644" y="1"/>
                  </a:lnTo>
                  <a:close/>
                </a:path>
              </a:pathLst>
            </a:custGeom>
            <a:solidFill>
              <a:srgbClr val="EB7D1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7" name="Google Shape;88;p15">
              <a:extLst>
                <a:ext uri="{FF2B5EF4-FFF2-40B4-BE49-F238E27FC236}">
                  <a16:creationId xmlns:a16="http://schemas.microsoft.com/office/drawing/2014/main" id="{7CB20802-978F-41AD-9269-259B526D0425}"/>
                </a:ext>
              </a:extLst>
            </p:cNvPr>
            <p:cNvSpPr/>
            <p:nvPr/>
          </p:nvSpPr>
          <p:spPr>
            <a:xfrm>
              <a:off x="1071816" y="532900"/>
              <a:ext cx="1939277" cy="923862"/>
            </a:xfrm>
            <a:custGeom>
              <a:avLst/>
              <a:gdLst/>
              <a:ahLst/>
              <a:cxnLst/>
              <a:rect l="l" t="t" r="r" b="b"/>
              <a:pathLst>
                <a:path w="50710" h="24158" extrusionOk="0">
                  <a:moveTo>
                    <a:pt x="3549" y="0"/>
                  </a:moveTo>
                  <a:cubicBezTo>
                    <a:pt x="1584" y="0"/>
                    <a:pt x="1" y="1595"/>
                    <a:pt x="1" y="3560"/>
                  </a:cubicBezTo>
                  <a:lnTo>
                    <a:pt x="1" y="20610"/>
                  </a:lnTo>
                  <a:cubicBezTo>
                    <a:pt x="1" y="22562"/>
                    <a:pt x="1584" y="24158"/>
                    <a:pt x="3549" y="24158"/>
                  </a:cubicBezTo>
                  <a:lnTo>
                    <a:pt x="33124" y="24158"/>
                  </a:lnTo>
                  <a:cubicBezTo>
                    <a:pt x="35088" y="24158"/>
                    <a:pt x="36684" y="22562"/>
                    <a:pt x="36684" y="20610"/>
                  </a:cubicBezTo>
                  <a:lnTo>
                    <a:pt x="36684" y="18669"/>
                  </a:lnTo>
                  <a:cubicBezTo>
                    <a:pt x="36684" y="17550"/>
                    <a:pt x="37600" y="16633"/>
                    <a:pt x="38720" y="16633"/>
                  </a:cubicBezTo>
                  <a:lnTo>
                    <a:pt x="42030" y="16633"/>
                  </a:lnTo>
                  <a:cubicBezTo>
                    <a:pt x="42780" y="16633"/>
                    <a:pt x="43435" y="17038"/>
                    <a:pt x="43792" y="17633"/>
                  </a:cubicBezTo>
                  <a:cubicBezTo>
                    <a:pt x="44447" y="18705"/>
                    <a:pt x="45625" y="19431"/>
                    <a:pt x="46983" y="19431"/>
                  </a:cubicBezTo>
                  <a:cubicBezTo>
                    <a:pt x="49042" y="19431"/>
                    <a:pt x="50709" y="17752"/>
                    <a:pt x="50709" y="15692"/>
                  </a:cubicBezTo>
                  <a:cubicBezTo>
                    <a:pt x="50709" y="13633"/>
                    <a:pt x="49042" y="11966"/>
                    <a:pt x="46983" y="11966"/>
                  </a:cubicBezTo>
                  <a:cubicBezTo>
                    <a:pt x="45625" y="11966"/>
                    <a:pt x="44447" y="12692"/>
                    <a:pt x="43792" y="13764"/>
                  </a:cubicBezTo>
                  <a:cubicBezTo>
                    <a:pt x="43435" y="14359"/>
                    <a:pt x="42780" y="14764"/>
                    <a:pt x="42030" y="14764"/>
                  </a:cubicBezTo>
                  <a:lnTo>
                    <a:pt x="38720" y="14764"/>
                  </a:lnTo>
                  <a:cubicBezTo>
                    <a:pt x="37600" y="14764"/>
                    <a:pt x="36684" y="13847"/>
                    <a:pt x="36684" y="12728"/>
                  </a:cubicBezTo>
                  <a:lnTo>
                    <a:pt x="36684" y="3560"/>
                  </a:lnTo>
                  <a:cubicBezTo>
                    <a:pt x="36684" y="1595"/>
                    <a:pt x="35088" y="0"/>
                    <a:pt x="33124" y="0"/>
                  </a:cubicBezTo>
                  <a:close/>
                </a:path>
              </a:pathLst>
            </a:custGeom>
            <a:solidFill>
              <a:srgbClr val="FDFDFD"/>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8" name="Google Shape;89;p15">
              <a:extLst>
                <a:ext uri="{FF2B5EF4-FFF2-40B4-BE49-F238E27FC236}">
                  <a16:creationId xmlns:a16="http://schemas.microsoft.com/office/drawing/2014/main" id="{404C4F71-166D-428E-968E-5709107F800A}"/>
                </a:ext>
              </a:extLst>
            </p:cNvPr>
            <p:cNvSpPr/>
            <p:nvPr/>
          </p:nvSpPr>
          <p:spPr>
            <a:xfrm>
              <a:off x="2752419" y="1016894"/>
              <a:ext cx="232247" cy="232706"/>
            </a:xfrm>
            <a:custGeom>
              <a:avLst/>
              <a:gdLst/>
              <a:ahLst/>
              <a:cxnLst/>
              <a:rect l="l" t="t" r="r" b="b"/>
              <a:pathLst>
                <a:path w="6073" h="6085" extrusionOk="0">
                  <a:moveTo>
                    <a:pt x="3037" y="0"/>
                  </a:moveTo>
                  <a:cubicBezTo>
                    <a:pt x="1358" y="0"/>
                    <a:pt x="0" y="1370"/>
                    <a:pt x="0" y="3036"/>
                  </a:cubicBezTo>
                  <a:cubicBezTo>
                    <a:pt x="0" y="4715"/>
                    <a:pt x="1358" y="6084"/>
                    <a:pt x="3037" y="6084"/>
                  </a:cubicBezTo>
                  <a:cubicBezTo>
                    <a:pt x="4715" y="6084"/>
                    <a:pt x="6073" y="4715"/>
                    <a:pt x="6073" y="3036"/>
                  </a:cubicBezTo>
                  <a:cubicBezTo>
                    <a:pt x="6073" y="1370"/>
                    <a:pt x="4715" y="0"/>
                    <a:pt x="3037" y="0"/>
                  </a:cubicBezTo>
                  <a:close/>
                </a:path>
              </a:pathLst>
            </a:custGeom>
            <a:solidFill>
              <a:srgbClr val="FCBD2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9" name="Google Shape;90;p15">
              <a:extLst>
                <a:ext uri="{FF2B5EF4-FFF2-40B4-BE49-F238E27FC236}">
                  <a16:creationId xmlns:a16="http://schemas.microsoft.com/office/drawing/2014/main" id="{4C95642E-136E-4053-862C-F226CEE75951}"/>
                </a:ext>
              </a:extLst>
            </p:cNvPr>
            <p:cNvSpPr/>
            <p:nvPr/>
          </p:nvSpPr>
          <p:spPr>
            <a:xfrm>
              <a:off x="935214" y="562799"/>
              <a:ext cx="1606414" cy="369126"/>
            </a:xfrm>
            <a:custGeom>
              <a:avLst/>
              <a:gdLst/>
              <a:ahLst/>
              <a:cxnLst/>
              <a:rect l="l" t="t" r="r" b="b"/>
              <a:pathLst>
                <a:path w="42006" h="8669" extrusionOk="0">
                  <a:moveTo>
                    <a:pt x="3001" y="1"/>
                  </a:moveTo>
                  <a:cubicBezTo>
                    <a:pt x="2168" y="1"/>
                    <a:pt x="1417" y="346"/>
                    <a:pt x="882" y="882"/>
                  </a:cubicBezTo>
                  <a:cubicBezTo>
                    <a:pt x="334" y="1429"/>
                    <a:pt x="1" y="2180"/>
                    <a:pt x="1" y="3013"/>
                  </a:cubicBezTo>
                  <a:lnTo>
                    <a:pt x="1" y="8311"/>
                  </a:lnTo>
                  <a:lnTo>
                    <a:pt x="24" y="8668"/>
                  </a:lnTo>
                  <a:cubicBezTo>
                    <a:pt x="108" y="7978"/>
                    <a:pt x="417" y="7371"/>
                    <a:pt x="882" y="6894"/>
                  </a:cubicBezTo>
                  <a:cubicBezTo>
                    <a:pt x="1417" y="6359"/>
                    <a:pt x="2168" y="6013"/>
                    <a:pt x="3001" y="6013"/>
                  </a:cubicBezTo>
                  <a:lnTo>
                    <a:pt x="39006" y="6013"/>
                  </a:lnTo>
                  <a:cubicBezTo>
                    <a:pt x="40660" y="6013"/>
                    <a:pt x="42006" y="4668"/>
                    <a:pt x="42006" y="3013"/>
                  </a:cubicBezTo>
                  <a:cubicBezTo>
                    <a:pt x="42006" y="2894"/>
                    <a:pt x="42006" y="2775"/>
                    <a:pt x="41982" y="2656"/>
                  </a:cubicBezTo>
                  <a:cubicBezTo>
                    <a:pt x="41815" y="1168"/>
                    <a:pt x="40541" y="1"/>
                    <a:pt x="39006" y="1"/>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0" name="Google Shape;91;p15">
              <a:extLst>
                <a:ext uri="{FF2B5EF4-FFF2-40B4-BE49-F238E27FC236}">
                  <a16:creationId xmlns:a16="http://schemas.microsoft.com/office/drawing/2014/main" id="{B238878A-CC96-42DA-9ECC-256BA35DAAF5}"/>
                </a:ext>
              </a:extLst>
            </p:cNvPr>
            <p:cNvSpPr/>
            <p:nvPr/>
          </p:nvSpPr>
          <p:spPr>
            <a:xfrm>
              <a:off x="935214" y="532909"/>
              <a:ext cx="1606414" cy="383816"/>
            </a:xfrm>
            <a:custGeom>
              <a:avLst/>
              <a:gdLst/>
              <a:ahLst/>
              <a:cxnLst/>
              <a:rect l="l" t="t" r="r" b="b"/>
              <a:pathLst>
                <a:path w="42006" h="9014" extrusionOk="0">
                  <a:moveTo>
                    <a:pt x="3001" y="0"/>
                  </a:moveTo>
                  <a:cubicBezTo>
                    <a:pt x="2168" y="0"/>
                    <a:pt x="1417" y="334"/>
                    <a:pt x="882" y="881"/>
                  </a:cubicBezTo>
                  <a:cubicBezTo>
                    <a:pt x="334" y="1417"/>
                    <a:pt x="1" y="2167"/>
                    <a:pt x="1" y="3001"/>
                  </a:cubicBezTo>
                  <a:lnTo>
                    <a:pt x="1" y="9013"/>
                  </a:lnTo>
                  <a:cubicBezTo>
                    <a:pt x="1" y="8192"/>
                    <a:pt x="334" y="7430"/>
                    <a:pt x="882" y="6894"/>
                  </a:cubicBezTo>
                  <a:cubicBezTo>
                    <a:pt x="1417" y="6346"/>
                    <a:pt x="2168" y="6013"/>
                    <a:pt x="3001" y="6013"/>
                  </a:cubicBezTo>
                  <a:lnTo>
                    <a:pt x="39006" y="6013"/>
                  </a:lnTo>
                  <a:cubicBezTo>
                    <a:pt x="40660" y="6013"/>
                    <a:pt x="42006" y="4667"/>
                    <a:pt x="42006" y="3001"/>
                  </a:cubicBezTo>
                  <a:cubicBezTo>
                    <a:pt x="42006" y="1346"/>
                    <a:pt x="40660" y="0"/>
                    <a:pt x="39006" y="0"/>
                  </a:cubicBezTo>
                  <a:close/>
                </a:path>
              </a:pathLst>
            </a:custGeom>
            <a:solidFill>
              <a:srgbClr val="FCBD2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Fira Sans Extra Condensed"/>
                <a:ea typeface="Fira Sans Extra Condensed"/>
                <a:cs typeface="Fira Sans Extra Condensed"/>
                <a:sym typeface="Fira Sans Extra Condensed"/>
              </a:endParaRPr>
            </a:p>
          </p:txBody>
        </p:sp>
        <p:sp>
          <p:nvSpPr>
            <p:cNvPr id="121" name="Google Shape;92;p15">
              <a:extLst>
                <a:ext uri="{FF2B5EF4-FFF2-40B4-BE49-F238E27FC236}">
                  <a16:creationId xmlns:a16="http://schemas.microsoft.com/office/drawing/2014/main" id="{31A92F4D-3F21-4A1D-91FA-EE76C44A42DB}"/>
                </a:ext>
              </a:extLst>
            </p:cNvPr>
            <p:cNvSpPr txBox="1"/>
            <p:nvPr/>
          </p:nvSpPr>
          <p:spPr>
            <a:xfrm>
              <a:off x="1081172" y="857225"/>
              <a:ext cx="1390200" cy="534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s-CO" sz="1200" dirty="0"/>
                <a:t>Interpretable Regional Descriptors</a:t>
              </a:r>
              <a:endParaRPr sz="1200" dirty="0">
                <a:sym typeface="Roboto"/>
              </a:endParaRPr>
            </a:p>
          </p:txBody>
        </p:sp>
        <p:sp>
          <p:nvSpPr>
            <p:cNvPr id="122" name="Google Shape;93;p15">
              <a:extLst>
                <a:ext uri="{FF2B5EF4-FFF2-40B4-BE49-F238E27FC236}">
                  <a16:creationId xmlns:a16="http://schemas.microsoft.com/office/drawing/2014/main" id="{AE5F2A0D-50E6-45B9-A7AB-72EFBAEC1E71}"/>
                </a:ext>
              </a:extLst>
            </p:cNvPr>
            <p:cNvSpPr txBox="1"/>
            <p:nvPr/>
          </p:nvSpPr>
          <p:spPr>
            <a:xfrm>
              <a:off x="1071825" y="532900"/>
              <a:ext cx="1469700" cy="255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dirty="0">
                  <a:solidFill>
                    <a:schemeClr val="bg1"/>
                  </a:solidFill>
                  <a:latin typeface="Source Sans Pro" panose="020B0503030403020204" pitchFamily="34" charset="0"/>
                  <a:ea typeface="Source Sans Pro" panose="020B0503030403020204" pitchFamily="34" charset="0"/>
                  <a:sym typeface="Fira Sans Extra Condensed Medium"/>
                </a:rPr>
                <a:t>IRD</a:t>
              </a:r>
              <a:endParaRPr b="1" dirty="0">
                <a:solidFill>
                  <a:schemeClr val="bg1"/>
                </a:solidFill>
                <a:latin typeface="Source Sans Pro" panose="020B0503030403020204" pitchFamily="34" charset="0"/>
                <a:ea typeface="Source Sans Pro" panose="020B0503030403020204" pitchFamily="34" charset="0"/>
                <a:sym typeface="Fira Sans Extra Condensed Medium"/>
              </a:endParaRPr>
            </a:p>
          </p:txBody>
        </p:sp>
      </p:grpSp>
      <p:grpSp>
        <p:nvGrpSpPr>
          <p:cNvPr id="123" name="Google Shape;94;p15">
            <a:extLst>
              <a:ext uri="{FF2B5EF4-FFF2-40B4-BE49-F238E27FC236}">
                <a16:creationId xmlns:a16="http://schemas.microsoft.com/office/drawing/2014/main" id="{C01F74D7-8FA8-4515-A00E-9E380E14CD29}"/>
              </a:ext>
            </a:extLst>
          </p:cNvPr>
          <p:cNvGrpSpPr/>
          <p:nvPr/>
        </p:nvGrpSpPr>
        <p:grpSpPr>
          <a:xfrm>
            <a:off x="8154517" y="3634959"/>
            <a:ext cx="2079971" cy="979077"/>
            <a:chOff x="933838" y="1769089"/>
            <a:chExt cx="2079971" cy="979077"/>
          </a:xfrm>
        </p:grpSpPr>
        <p:sp>
          <p:nvSpPr>
            <p:cNvPr id="124" name="Google Shape;95;p15">
              <a:extLst>
                <a:ext uri="{FF2B5EF4-FFF2-40B4-BE49-F238E27FC236}">
                  <a16:creationId xmlns:a16="http://schemas.microsoft.com/office/drawing/2014/main" id="{1ABD0030-A84A-4C52-96B4-1372721B1D46}"/>
                </a:ext>
              </a:extLst>
            </p:cNvPr>
            <p:cNvSpPr/>
            <p:nvPr/>
          </p:nvSpPr>
          <p:spPr>
            <a:xfrm>
              <a:off x="1033115" y="1787667"/>
              <a:ext cx="1980694" cy="960499"/>
            </a:xfrm>
            <a:custGeom>
              <a:avLst/>
              <a:gdLst/>
              <a:ahLst/>
              <a:cxnLst/>
              <a:rect l="l" t="t" r="r" b="b"/>
              <a:pathLst>
                <a:path w="51793" h="25116" extrusionOk="0">
                  <a:moveTo>
                    <a:pt x="33566" y="0"/>
                  </a:moveTo>
                  <a:cubicBezTo>
                    <a:pt x="33522" y="0"/>
                    <a:pt x="33478" y="1"/>
                    <a:pt x="33433" y="3"/>
                  </a:cubicBezTo>
                  <a:lnTo>
                    <a:pt x="3537" y="979"/>
                  </a:lnTo>
                  <a:cubicBezTo>
                    <a:pt x="1548" y="1050"/>
                    <a:pt x="0" y="2693"/>
                    <a:pt x="60" y="4646"/>
                  </a:cubicBezTo>
                  <a:lnTo>
                    <a:pt x="620" y="21684"/>
                  </a:lnTo>
                  <a:cubicBezTo>
                    <a:pt x="689" y="23604"/>
                    <a:pt x="2273" y="25115"/>
                    <a:pt x="4190" y="25115"/>
                  </a:cubicBezTo>
                  <a:cubicBezTo>
                    <a:pt x="4234" y="25115"/>
                    <a:pt x="4278" y="25114"/>
                    <a:pt x="4322" y="25113"/>
                  </a:cubicBezTo>
                  <a:lnTo>
                    <a:pt x="34231" y="24136"/>
                  </a:lnTo>
                  <a:cubicBezTo>
                    <a:pt x="36207" y="24065"/>
                    <a:pt x="37767" y="22422"/>
                    <a:pt x="37696" y="20469"/>
                  </a:cubicBezTo>
                  <a:lnTo>
                    <a:pt x="37636" y="18541"/>
                  </a:lnTo>
                  <a:cubicBezTo>
                    <a:pt x="37600" y="17409"/>
                    <a:pt x="38493" y="16469"/>
                    <a:pt x="39636" y="16433"/>
                  </a:cubicBezTo>
                  <a:lnTo>
                    <a:pt x="42982" y="16314"/>
                  </a:lnTo>
                  <a:cubicBezTo>
                    <a:pt x="43004" y="16313"/>
                    <a:pt x="43026" y="16313"/>
                    <a:pt x="43048" y="16313"/>
                  </a:cubicBezTo>
                  <a:cubicBezTo>
                    <a:pt x="43772" y="16313"/>
                    <a:pt x="44422" y="16689"/>
                    <a:pt x="44792" y="17267"/>
                  </a:cubicBezTo>
                  <a:cubicBezTo>
                    <a:pt x="45460" y="18280"/>
                    <a:pt x="46628" y="18948"/>
                    <a:pt x="47943" y="18948"/>
                  </a:cubicBezTo>
                  <a:cubicBezTo>
                    <a:pt x="47988" y="18948"/>
                    <a:pt x="48033" y="18947"/>
                    <a:pt x="48078" y="18945"/>
                  </a:cubicBezTo>
                  <a:cubicBezTo>
                    <a:pt x="50162" y="18886"/>
                    <a:pt x="51793" y="17159"/>
                    <a:pt x="51721" y="15100"/>
                  </a:cubicBezTo>
                  <a:cubicBezTo>
                    <a:pt x="51663" y="13084"/>
                    <a:pt x="49985" y="11490"/>
                    <a:pt x="47961" y="11490"/>
                  </a:cubicBezTo>
                  <a:cubicBezTo>
                    <a:pt x="47916" y="11490"/>
                    <a:pt x="47872" y="11491"/>
                    <a:pt x="47828" y="11492"/>
                  </a:cubicBezTo>
                  <a:cubicBezTo>
                    <a:pt x="46459" y="11540"/>
                    <a:pt x="45292" y="12290"/>
                    <a:pt x="44661" y="13397"/>
                  </a:cubicBezTo>
                  <a:cubicBezTo>
                    <a:pt x="44327" y="14004"/>
                    <a:pt x="43673" y="14433"/>
                    <a:pt x="42911" y="14457"/>
                  </a:cubicBezTo>
                  <a:lnTo>
                    <a:pt x="39577" y="14564"/>
                  </a:lnTo>
                  <a:cubicBezTo>
                    <a:pt x="39554" y="14565"/>
                    <a:pt x="39532" y="14565"/>
                    <a:pt x="39510" y="14565"/>
                  </a:cubicBezTo>
                  <a:cubicBezTo>
                    <a:pt x="38397" y="14565"/>
                    <a:pt x="37480" y="13696"/>
                    <a:pt x="37434" y="12587"/>
                  </a:cubicBezTo>
                  <a:lnTo>
                    <a:pt x="37136" y="3432"/>
                  </a:lnTo>
                  <a:cubicBezTo>
                    <a:pt x="37078" y="1511"/>
                    <a:pt x="35484" y="0"/>
                    <a:pt x="33566" y="0"/>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5" name="Google Shape;96;p15">
              <a:extLst>
                <a:ext uri="{FF2B5EF4-FFF2-40B4-BE49-F238E27FC236}">
                  <a16:creationId xmlns:a16="http://schemas.microsoft.com/office/drawing/2014/main" id="{6ABB6795-D1B1-475A-BB50-C039216B9426}"/>
                </a:ext>
              </a:extLst>
            </p:cNvPr>
            <p:cNvSpPr/>
            <p:nvPr/>
          </p:nvSpPr>
          <p:spPr>
            <a:xfrm>
              <a:off x="933838" y="2025120"/>
              <a:ext cx="177598" cy="256034"/>
            </a:xfrm>
            <a:custGeom>
              <a:avLst/>
              <a:gdLst/>
              <a:ahLst/>
              <a:cxnLst/>
              <a:rect l="l" t="t" r="r" b="b"/>
              <a:pathLst>
                <a:path w="4644" h="6013" extrusionOk="0">
                  <a:moveTo>
                    <a:pt x="3001" y="0"/>
                  </a:moveTo>
                  <a:cubicBezTo>
                    <a:pt x="2168" y="0"/>
                    <a:pt x="1417" y="346"/>
                    <a:pt x="882" y="881"/>
                  </a:cubicBezTo>
                  <a:cubicBezTo>
                    <a:pt x="334" y="1429"/>
                    <a:pt x="1" y="2179"/>
                    <a:pt x="1" y="3013"/>
                  </a:cubicBezTo>
                  <a:cubicBezTo>
                    <a:pt x="1" y="4668"/>
                    <a:pt x="1346" y="6013"/>
                    <a:pt x="3001" y="6013"/>
                  </a:cubicBezTo>
                  <a:lnTo>
                    <a:pt x="4644" y="6013"/>
                  </a:lnTo>
                  <a:lnTo>
                    <a:pt x="4644" y="0"/>
                  </a:lnTo>
                  <a:close/>
                </a:path>
              </a:pathLst>
            </a:custGeom>
            <a:solidFill>
              <a:srgbClr val="6350F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6" name="Google Shape;97;p15">
              <a:extLst>
                <a:ext uri="{FF2B5EF4-FFF2-40B4-BE49-F238E27FC236}">
                  <a16:creationId xmlns:a16="http://schemas.microsoft.com/office/drawing/2014/main" id="{8E6C42C2-D5AD-474D-BBC9-FB48D1DAFAA2}"/>
                </a:ext>
              </a:extLst>
            </p:cNvPr>
            <p:cNvSpPr/>
            <p:nvPr/>
          </p:nvSpPr>
          <p:spPr>
            <a:xfrm>
              <a:off x="1071816" y="1769540"/>
              <a:ext cx="1939277" cy="923442"/>
            </a:xfrm>
            <a:custGeom>
              <a:avLst/>
              <a:gdLst/>
              <a:ahLst/>
              <a:cxnLst/>
              <a:rect l="l" t="t" r="r" b="b"/>
              <a:pathLst>
                <a:path w="50710" h="24147" extrusionOk="0">
                  <a:moveTo>
                    <a:pt x="3549" y="0"/>
                  </a:moveTo>
                  <a:cubicBezTo>
                    <a:pt x="1584" y="0"/>
                    <a:pt x="1" y="1596"/>
                    <a:pt x="1" y="3548"/>
                  </a:cubicBezTo>
                  <a:lnTo>
                    <a:pt x="1" y="20598"/>
                  </a:lnTo>
                  <a:cubicBezTo>
                    <a:pt x="1" y="22563"/>
                    <a:pt x="1584" y="24146"/>
                    <a:pt x="3549" y="24146"/>
                  </a:cubicBezTo>
                  <a:lnTo>
                    <a:pt x="33124" y="24146"/>
                  </a:lnTo>
                  <a:cubicBezTo>
                    <a:pt x="35088" y="24146"/>
                    <a:pt x="36684" y="22563"/>
                    <a:pt x="36684" y="20598"/>
                  </a:cubicBezTo>
                  <a:lnTo>
                    <a:pt x="36684" y="18669"/>
                  </a:lnTo>
                  <a:cubicBezTo>
                    <a:pt x="36684" y="17538"/>
                    <a:pt x="37600" y="16621"/>
                    <a:pt x="38720" y="16621"/>
                  </a:cubicBezTo>
                  <a:lnTo>
                    <a:pt x="42030" y="16621"/>
                  </a:lnTo>
                  <a:cubicBezTo>
                    <a:pt x="42780" y="16621"/>
                    <a:pt x="43435" y="17026"/>
                    <a:pt x="43792" y="17633"/>
                  </a:cubicBezTo>
                  <a:cubicBezTo>
                    <a:pt x="44447" y="18705"/>
                    <a:pt x="45625" y="19419"/>
                    <a:pt x="46983" y="19419"/>
                  </a:cubicBezTo>
                  <a:cubicBezTo>
                    <a:pt x="49042" y="19419"/>
                    <a:pt x="50709" y="17753"/>
                    <a:pt x="50709" y="15693"/>
                  </a:cubicBezTo>
                  <a:cubicBezTo>
                    <a:pt x="50709" y="13633"/>
                    <a:pt x="49042" y="11954"/>
                    <a:pt x="46983" y="11954"/>
                  </a:cubicBezTo>
                  <a:cubicBezTo>
                    <a:pt x="45625" y="11954"/>
                    <a:pt x="44447" y="12680"/>
                    <a:pt x="43792" y="13752"/>
                  </a:cubicBezTo>
                  <a:cubicBezTo>
                    <a:pt x="43435" y="14359"/>
                    <a:pt x="42780" y="14764"/>
                    <a:pt x="42030" y="14764"/>
                  </a:cubicBezTo>
                  <a:lnTo>
                    <a:pt x="38720" y="14764"/>
                  </a:lnTo>
                  <a:cubicBezTo>
                    <a:pt x="37600" y="14764"/>
                    <a:pt x="36684" y="13847"/>
                    <a:pt x="36684" y="12716"/>
                  </a:cubicBezTo>
                  <a:lnTo>
                    <a:pt x="36684" y="3548"/>
                  </a:lnTo>
                  <a:cubicBezTo>
                    <a:pt x="36684" y="1596"/>
                    <a:pt x="35088" y="0"/>
                    <a:pt x="33124" y="0"/>
                  </a:cubicBezTo>
                  <a:close/>
                </a:path>
              </a:pathLst>
            </a:custGeom>
            <a:solidFill>
              <a:srgbClr val="FDFDFD"/>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7" name="Google Shape;98;p15">
              <a:extLst>
                <a:ext uri="{FF2B5EF4-FFF2-40B4-BE49-F238E27FC236}">
                  <a16:creationId xmlns:a16="http://schemas.microsoft.com/office/drawing/2014/main" id="{B9B7F2A1-61C7-4242-BDF5-56B4D7DA4AAF}"/>
                </a:ext>
              </a:extLst>
            </p:cNvPr>
            <p:cNvSpPr/>
            <p:nvPr/>
          </p:nvSpPr>
          <p:spPr>
            <a:xfrm>
              <a:off x="2752419" y="2253534"/>
              <a:ext cx="232247" cy="232247"/>
            </a:xfrm>
            <a:custGeom>
              <a:avLst/>
              <a:gdLst/>
              <a:ahLst/>
              <a:cxnLst/>
              <a:rect l="l" t="t" r="r" b="b"/>
              <a:pathLst>
                <a:path w="6073" h="6073" extrusionOk="0">
                  <a:moveTo>
                    <a:pt x="3037" y="1"/>
                  </a:moveTo>
                  <a:cubicBezTo>
                    <a:pt x="1358" y="1"/>
                    <a:pt x="0" y="1358"/>
                    <a:pt x="0" y="3037"/>
                  </a:cubicBezTo>
                  <a:cubicBezTo>
                    <a:pt x="0" y="4716"/>
                    <a:pt x="1358" y="6073"/>
                    <a:pt x="3037" y="6073"/>
                  </a:cubicBezTo>
                  <a:cubicBezTo>
                    <a:pt x="4715" y="6073"/>
                    <a:pt x="6073" y="4716"/>
                    <a:pt x="6073" y="3037"/>
                  </a:cubicBezTo>
                  <a:cubicBezTo>
                    <a:pt x="6073" y="1358"/>
                    <a:pt x="4715" y="1"/>
                    <a:pt x="3037" y="1"/>
                  </a:cubicBezTo>
                  <a:close/>
                </a:path>
              </a:pathLst>
            </a:custGeom>
            <a:solidFill>
              <a:srgbClr val="8879F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8" name="Google Shape;99;p15">
              <a:extLst>
                <a:ext uri="{FF2B5EF4-FFF2-40B4-BE49-F238E27FC236}">
                  <a16:creationId xmlns:a16="http://schemas.microsoft.com/office/drawing/2014/main" id="{E6BA75D2-104B-488C-ABB4-0D1A0A8AE921}"/>
                </a:ext>
              </a:extLst>
            </p:cNvPr>
            <p:cNvSpPr/>
            <p:nvPr/>
          </p:nvSpPr>
          <p:spPr>
            <a:xfrm>
              <a:off x="935214" y="1799534"/>
              <a:ext cx="1606414" cy="368572"/>
            </a:xfrm>
            <a:custGeom>
              <a:avLst/>
              <a:gdLst/>
              <a:ahLst/>
              <a:cxnLst/>
              <a:rect l="l" t="t" r="r" b="b"/>
              <a:pathLst>
                <a:path w="42006" h="8656" extrusionOk="0">
                  <a:moveTo>
                    <a:pt x="3001" y="0"/>
                  </a:moveTo>
                  <a:cubicBezTo>
                    <a:pt x="2168" y="0"/>
                    <a:pt x="1417" y="333"/>
                    <a:pt x="882" y="881"/>
                  </a:cubicBezTo>
                  <a:cubicBezTo>
                    <a:pt x="334" y="1429"/>
                    <a:pt x="1" y="2179"/>
                    <a:pt x="1" y="3012"/>
                  </a:cubicBezTo>
                  <a:lnTo>
                    <a:pt x="1" y="8311"/>
                  </a:lnTo>
                  <a:lnTo>
                    <a:pt x="24" y="8656"/>
                  </a:lnTo>
                  <a:cubicBezTo>
                    <a:pt x="108" y="7977"/>
                    <a:pt x="417" y="7358"/>
                    <a:pt x="882" y="6894"/>
                  </a:cubicBezTo>
                  <a:cubicBezTo>
                    <a:pt x="1417" y="6346"/>
                    <a:pt x="2168" y="6013"/>
                    <a:pt x="3001" y="6013"/>
                  </a:cubicBezTo>
                  <a:lnTo>
                    <a:pt x="39006" y="6013"/>
                  </a:lnTo>
                  <a:cubicBezTo>
                    <a:pt x="40660" y="6013"/>
                    <a:pt x="42006" y="4667"/>
                    <a:pt x="42006" y="3012"/>
                  </a:cubicBezTo>
                  <a:cubicBezTo>
                    <a:pt x="42006" y="2881"/>
                    <a:pt x="42006" y="2774"/>
                    <a:pt x="41982" y="2655"/>
                  </a:cubicBezTo>
                  <a:cubicBezTo>
                    <a:pt x="41815" y="1155"/>
                    <a:pt x="40541" y="0"/>
                    <a:pt x="39006" y="0"/>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9" name="Google Shape;100;p15">
              <a:extLst>
                <a:ext uri="{FF2B5EF4-FFF2-40B4-BE49-F238E27FC236}">
                  <a16:creationId xmlns:a16="http://schemas.microsoft.com/office/drawing/2014/main" id="{F1E83C78-2CDC-4BD1-9F75-3177F69BF93C}"/>
                </a:ext>
              </a:extLst>
            </p:cNvPr>
            <p:cNvSpPr/>
            <p:nvPr/>
          </p:nvSpPr>
          <p:spPr>
            <a:xfrm>
              <a:off x="935214" y="1769089"/>
              <a:ext cx="1606414" cy="384327"/>
            </a:xfrm>
            <a:custGeom>
              <a:avLst/>
              <a:gdLst/>
              <a:ahLst/>
              <a:cxnLst/>
              <a:rect l="l" t="t" r="r" b="b"/>
              <a:pathLst>
                <a:path w="42006" h="9026" extrusionOk="0">
                  <a:moveTo>
                    <a:pt x="3001" y="1"/>
                  </a:moveTo>
                  <a:cubicBezTo>
                    <a:pt x="2168" y="1"/>
                    <a:pt x="1417" y="334"/>
                    <a:pt x="882" y="882"/>
                  </a:cubicBezTo>
                  <a:cubicBezTo>
                    <a:pt x="334" y="1429"/>
                    <a:pt x="1" y="2179"/>
                    <a:pt x="1" y="3013"/>
                  </a:cubicBezTo>
                  <a:lnTo>
                    <a:pt x="1" y="9026"/>
                  </a:lnTo>
                  <a:cubicBezTo>
                    <a:pt x="1" y="8192"/>
                    <a:pt x="334" y="7442"/>
                    <a:pt x="882" y="6894"/>
                  </a:cubicBezTo>
                  <a:cubicBezTo>
                    <a:pt x="1417" y="6359"/>
                    <a:pt x="2168" y="6013"/>
                    <a:pt x="3001" y="6013"/>
                  </a:cubicBezTo>
                  <a:lnTo>
                    <a:pt x="39006" y="6013"/>
                  </a:lnTo>
                  <a:cubicBezTo>
                    <a:pt x="40660" y="6013"/>
                    <a:pt x="42006" y="4668"/>
                    <a:pt x="42006" y="3013"/>
                  </a:cubicBezTo>
                  <a:cubicBezTo>
                    <a:pt x="42006" y="1346"/>
                    <a:pt x="40660" y="1"/>
                    <a:pt x="39006" y="1"/>
                  </a:cubicBezTo>
                  <a:close/>
                </a:path>
              </a:pathLst>
            </a:custGeom>
            <a:solidFill>
              <a:srgbClr val="8879F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30" name="Google Shape;101;p15">
              <a:extLst>
                <a:ext uri="{FF2B5EF4-FFF2-40B4-BE49-F238E27FC236}">
                  <a16:creationId xmlns:a16="http://schemas.microsoft.com/office/drawing/2014/main" id="{94551FEE-D823-473E-88E6-FAC1A7900F99}"/>
                </a:ext>
              </a:extLst>
            </p:cNvPr>
            <p:cNvSpPr txBox="1"/>
            <p:nvPr/>
          </p:nvSpPr>
          <p:spPr>
            <a:xfrm>
              <a:off x="971843" y="2097663"/>
              <a:ext cx="1615680" cy="534900"/>
            </a:xfrm>
            <a:prstGeom prst="rect">
              <a:avLst/>
            </a:prstGeom>
            <a:noFill/>
            <a:ln>
              <a:noFill/>
            </a:ln>
          </p:spPr>
          <p:txBody>
            <a:bodyPr spcFirstLastPara="1" wrap="square" lIns="91425" tIns="91425" rIns="91425" bIns="91425" anchor="ctr" anchorCtr="0">
              <a:noAutofit/>
            </a:bodyPr>
            <a:lstStyle/>
            <a:p>
              <a:pPr lvl="0" indent="0" algn="ctr">
                <a:spcBef>
                  <a:spcPts val="0"/>
                </a:spcBef>
                <a:spcAft>
                  <a:spcPts val="0"/>
                </a:spcAft>
                <a:buNone/>
              </a:pPr>
              <a:r>
                <a:rPr lang="en" sz="1200" dirty="0">
                  <a:sym typeface="Roboto"/>
                </a:rPr>
                <a:t>- Symbolic regression</a:t>
              </a:r>
            </a:p>
            <a:p>
              <a:pPr lvl="0" indent="0" algn="ctr">
                <a:spcBef>
                  <a:spcPts val="0"/>
                </a:spcBef>
                <a:spcAft>
                  <a:spcPts val="0"/>
                </a:spcAft>
                <a:buNone/>
              </a:pPr>
              <a:r>
                <a:rPr lang="en" sz="1200" dirty="0">
                  <a:sym typeface="Roboto"/>
                </a:rPr>
                <a:t>- XGBoost</a:t>
              </a:r>
            </a:p>
            <a:p>
              <a:pPr lvl="0" indent="0" algn="ctr">
                <a:spcBef>
                  <a:spcPts val="0"/>
                </a:spcBef>
                <a:spcAft>
                  <a:spcPts val="0"/>
                </a:spcAft>
                <a:buNone/>
              </a:pPr>
              <a:r>
                <a:rPr lang="en" sz="1200" dirty="0">
                  <a:sym typeface="Roboto"/>
                </a:rPr>
                <a:t>- Gaussian Process</a:t>
              </a:r>
              <a:endParaRPr sz="1200" dirty="0">
                <a:sym typeface="Roboto"/>
              </a:endParaRPr>
            </a:p>
          </p:txBody>
        </p:sp>
        <p:sp>
          <p:nvSpPr>
            <p:cNvPr id="131" name="Google Shape;102;p15">
              <a:extLst>
                <a:ext uri="{FF2B5EF4-FFF2-40B4-BE49-F238E27FC236}">
                  <a16:creationId xmlns:a16="http://schemas.microsoft.com/office/drawing/2014/main" id="{61C92EF2-6753-46F8-BB4A-FB7B86370E79}"/>
                </a:ext>
              </a:extLst>
            </p:cNvPr>
            <p:cNvSpPr txBox="1"/>
            <p:nvPr/>
          </p:nvSpPr>
          <p:spPr>
            <a:xfrm>
              <a:off x="1071825" y="1769313"/>
              <a:ext cx="1469700" cy="255900"/>
            </a:xfrm>
            <a:prstGeom prst="rect">
              <a:avLst/>
            </a:prstGeom>
            <a:noFill/>
            <a:ln>
              <a:noFill/>
            </a:ln>
          </p:spPr>
          <p:txBody>
            <a:bodyPr spcFirstLastPara="1" wrap="square" lIns="91425" tIns="91425" rIns="91425" bIns="91425" anchor="ctr" anchorCtr="0">
              <a:noAutofit/>
            </a:bodyPr>
            <a:lstStyle/>
            <a:p>
              <a:pPr lvl="0" indent="0" algn="ctr">
                <a:spcBef>
                  <a:spcPts val="0"/>
                </a:spcBef>
                <a:spcAft>
                  <a:spcPts val="0"/>
                </a:spcAft>
                <a:buNone/>
              </a:pPr>
              <a:r>
                <a:rPr lang="en" sz="1100" b="1" dirty="0">
                  <a:solidFill>
                    <a:schemeClr val="bg1"/>
                  </a:solidFill>
                  <a:latin typeface="Source Sans Pro" panose="020B0503030403020204" pitchFamily="34" charset="0"/>
                  <a:ea typeface="Source Sans Pro" panose="020B0503030403020204" pitchFamily="34" charset="0"/>
                  <a:sym typeface="Fira Sans Extra Condensed Medium"/>
                </a:rPr>
                <a:t>Surrogate model</a:t>
              </a:r>
              <a:endParaRPr sz="1100" b="1" dirty="0">
                <a:solidFill>
                  <a:schemeClr val="bg1"/>
                </a:solidFill>
                <a:latin typeface="Source Sans Pro" panose="020B0503030403020204" pitchFamily="34" charset="0"/>
                <a:ea typeface="Source Sans Pro" panose="020B0503030403020204" pitchFamily="34" charset="0"/>
                <a:sym typeface="Fira Sans Extra Condensed Medium"/>
              </a:endParaRPr>
            </a:p>
          </p:txBody>
        </p:sp>
      </p:grpSp>
    </p:spTree>
    <p:extLst>
      <p:ext uri="{BB962C8B-B14F-4D97-AF65-F5344CB8AC3E}">
        <p14:creationId xmlns:p14="http://schemas.microsoft.com/office/powerpoint/2010/main" val="13539539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45F8A114-46E8-E047-4F7A-A3A3B483BFB9}"/>
              </a:ext>
            </a:extLst>
          </p:cNvPr>
          <p:cNvSpPr txBox="1"/>
          <p:nvPr/>
        </p:nvSpPr>
        <p:spPr>
          <a:xfrm>
            <a:off x="1570986" y="2282936"/>
            <a:ext cx="9050027" cy="2123658"/>
          </a:xfrm>
          <a:prstGeom prst="rect">
            <a:avLst/>
          </a:prstGeom>
          <a:noFill/>
        </p:spPr>
        <p:txBody>
          <a:bodyPr wrap="square" rtlCol="0">
            <a:spAutoFit/>
          </a:bodyPr>
          <a:lstStyle/>
          <a:p>
            <a:pPr algn="ctr"/>
            <a:r>
              <a:rPr lang="es-ES_tradnl" sz="6600" i="1" dirty="0">
                <a:solidFill>
                  <a:schemeClr val="bg1"/>
                </a:solidFill>
                <a:latin typeface="Source Sans Pro Light" panose="020B0503030403020204" pitchFamily="34" charset="0"/>
                <a:ea typeface="Source Sans Pro Light" panose="020B0503030403020204" pitchFamily="34" charset="0"/>
              </a:rPr>
              <a:t>2. </a:t>
            </a:r>
            <a:r>
              <a:rPr lang="es-CO" sz="6600" i="1" dirty="0">
                <a:solidFill>
                  <a:schemeClr val="bg1"/>
                </a:solidFill>
                <a:latin typeface="Source Sans Pro Light" panose="020B0503030403020204" pitchFamily="34" charset="0"/>
                <a:ea typeface="Source Sans Pro Light" panose="020B0503030403020204" pitchFamily="34" charset="0"/>
              </a:rPr>
              <a:t>Interpretable Regional Descriptors (IRD)</a:t>
            </a:r>
            <a:endParaRPr lang="es-ES_tradnl" sz="6600" i="1" dirty="0">
              <a:solidFill>
                <a:schemeClr val="bg1"/>
              </a:solidFill>
              <a:latin typeface="Source Sans Pro Light" panose="020B0503030403020204" pitchFamily="34" charset="0"/>
              <a:ea typeface="Source Sans Pro Light" panose="020B0503030403020204" pitchFamily="34" charset="0"/>
            </a:endParaRPr>
          </a:p>
        </p:txBody>
      </p:sp>
      <p:sp>
        <p:nvSpPr>
          <p:cNvPr id="3" name="CuadroTexto 2">
            <a:extLst>
              <a:ext uri="{FF2B5EF4-FFF2-40B4-BE49-F238E27FC236}">
                <a16:creationId xmlns:a16="http://schemas.microsoft.com/office/drawing/2014/main" id="{F1B81AF1-2B88-4AF6-BD74-0603917F9CDC}"/>
              </a:ext>
            </a:extLst>
          </p:cNvPr>
          <p:cNvSpPr txBox="1"/>
          <p:nvPr/>
        </p:nvSpPr>
        <p:spPr>
          <a:xfrm>
            <a:off x="4924472" y="1079439"/>
            <a:ext cx="2205902" cy="830997"/>
          </a:xfrm>
          <a:prstGeom prst="rect">
            <a:avLst/>
          </a:prstGeom>
          <a:solidFill>
            <a:schemeClr val="bg1">
              <a:lumMod val="95000"/>
            </a:schemeClr>
          </a:solidFill>
        </p:spPr>
        <p:txBody>
          <a:bodyPr wrap="square" rtlCol="0">
            <a:spAutoFit/>
          </a:bodyPr>
          <a:lstStyle/>
          <a:p>
            <a:r>
              <a:rPr lang="es-ES" sz="4800" b="1" dirty="0" err="1">
                <a:solidFill>
                  <a:srgbClr val="FF0000"/>
                </a:solidFill>
              </a:rPr>
              <a:t>Nathaly</a:t>
            </a:r>
            <a:endParaRPr lang="es-CO" sz="4800" b="1" dirty="0">
              <a:solidFill>
                <a:srgbClr val="FF0000"/>
              </a:solidFill>
            </a:endParaRPr>
          </a:p>
        </p:txBody>
      </p:sp>
    </p:spTree>
    <p:extLst>
      <p:ext uri="{BB962C8B-B14F-4D97-AF65-F5344CB8AC3E}">
        <p14:creationId xmlns:p14="http://schemas.microsoft.com/office/powerpoint/2010/main" val="41459400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8</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12" name="Google Shape;1869;p37">
            <a:extLst>
              <a:ext uri="{FF2B5EF4-FFF2-40B4-BE49-F238E27FC236}">
                <a16:creationId xmlns:a16="http://schemas.microsoft.com/office/drawing/2014/main" id="{2B84CF5E-6FFB-4766-94C3-A20E44944F99}"/>
              </a:ext>
            </a:extLst>
          </p:cNvPr>
          <p:cNvSpPr txBox="1"/>
          <p:nvPr/>
        </p:nvSpPr>
        <p:spPr bwMode="auto">
          <a:xfrm rot="16199999">
            <a:off x="-118066" y="2574420"/>
            <a:ext cx="2499887" cy="454182"/>
          </a:xfrm>
          <a:prstGeom prst="rect">
            <a:avLst/>
          </a:prstGeom>
          <a:noFill/>
          <a:ln>
            <a:noFill/>
          </a:ln>
        </p:spPr>
        <p:txBody>
          <a:bodyPr spcFirstLastPara="1" wrap="square" lIns="121900" tIns="121900" rIns="121900" bIns="121900" anchor="t" anchorCtr="0">
            <a:noAutofit/>
          </a:bodyPr>
          <a:lstStyle/>
          <a:p>
            <a:pPr marL="3387" defTabSz="1219140">
              <a:buClr>
                <a:srgbClr val="000000"/>
              </a:buClr>
              <a:buSzPts val="1400"/>
              <a:defRPr/>
            </a:pPr>
            <a:r>
              <a:rPr lang="es-MX" sz="1851" kern="0" dirty="0" err="1">
                <a:solidFill>
                  <a:srgbClr val="000000"/>
                </a:solidFill>
                <a:latin typeface="Fira Sans Condensed Medium"/>
                <a:ea typeface="Roboto"/>
                <a:cs typeface="Roboto"/>
                <a:sym typeface="Arial"/>
              </a:rPr>
              <a:t>Sensitivity</a:t>
            </a:r>
            <a:r>
              <a:rPr lang="es-MX" sz="1851" kern="0" dirty="0">
                <a:solidFill>
                  <a:srgbClr val="000000"/>
                </a:solidFill>
                <a:latin typeface="Fira Sans Condensed Medium"/>
                <a:ea typeface="Roboto"/>
                <a:cs typeface="Roboto"/>
                <a:sym typeface="Arial"/>
              </a:rPr>
              <a:t> </a:t>
            </a:r>
            <a:r>
              <a:rPr lang="es-MX" sz="1851" kern="0" dirty="0" err="1">
                <a:solidFill>
                  <a:srgbClr val="000000"/>
                </a:solidFill>
                <a:latin typeface="Fira Sans Condensed Medium"/>
                <a:ea typeface="Roboto"/>
                <a:cs typeface="Roboto"/>
                <a:sym typeface="Arial"/>
              </a:rPr>
              <a:t>analysis</a:t>
            </a:r>
            <a:endParaRPr sz="1851" kern="0" dirty="0">
              <a:solidFill>
                <a:srgbClr val="000000"/>
              </a:solidFill>
              <a:latin typeface="Fira Sans Condensed Medium"/>
              <a:ea typeface="Roboto"/>
              <a:cs typeface="Roboto"/>
              <a:sym typeface="Arial"/>
            </a:endParaRPr>
          </a:p>
        </p:txBody>
      </p:sp>
      <p:grpSp>
        <p:nvGrpSpPr>
          <p:cNvPr id="13" name="Grupo 12">
            <a:extLst>
              <a:ext uri="{FF2B5EF4-FFF2-40B4-BE49-F238E27FC236}">
                <a16:creationId xmlns:a16="http://schemas.microsoft.com/office/drawing/2014/main" id="{E95579D5-5208-45AF-B604-9881C42F67AD}"/>
              </a:ext>
            </a:extLst>
          </p:cNvPr>
          <p:cNvGrpSpPr/>
          <p:nvPr/>
        </p:nvGrpSpPr>
        <p:grpSpPr>
          <a:xfrm>
            <a:off x="1714838" y="1349427"/>
            <a:ext cx="3131620" cy="4741958"/>
            <a:chOff x="1815428" y="1347914"/>
            <a:chExt cx="2790136" cy="4640464"/>
          </a:xfrm>
        </p:grpSpPr>
        <p:grpSp>
          <p:nvGrpSpPr>
            <p:cNvPr id="14" name="Grupo 23">
              <a:extLst>
                <a:ext uri="{FF2B5EF4-FFF2-40B4-BE49-F238E27FC236}">
                  <a16:creationId xmlns:a16="http://schemas.microsoft.com/office/drawing/2014/main" id="{D52FE093-BB14-485D-BC9A-5ADA951C5FD7}"/>
                </a:ext>
              </a:extLst>
            </p:cNvPr>
            <p:cNvGrpSpPr/>
            <p:nvPr/>
          </p:nvGrpSpPr>
          <p:grpSpPr bwMode="auto">
            <a:xfrm>
              <a:off x="1815428" y="1347914"/>
              <a:ext cx="2790136" cy="4640464"/>
              <a:chOff x="468165" y="1157494"/>
              <a:chExt cx="2695696" cy="3643253"/>
            </a:xfrm>
          </p:grpSpPr>
          <p:sp>
            <p:nvSpPr>
              <p:cNvPr id="28" name="Google Shape;1857;p37">
                <a:extLst>
                  <a:ext uri="{FF2B5EF4-FFF2-40B4-BE49-F238E27FC236}">
                    <a16:creationId xmlns:a16="http://schemas.microsoft.com/office/drawing/2014/main" id="{E25CA1DC-8B44-4155-BB12-D58C48BFB33B}"/>
                  </a:ext>
                </a:extLst>
              </p:cNvPr>
              <p:cNvSpPr/>
              <p:nvPr/>
            </p:nvSpPr>
            <p:spPr bwMode="auto">
              <a:xfrm>
                <a:off x="468165" y="1451260"/>
                <a:ext cx="2689827" cy="3349487"/>
              </a:xfrm>
              <a:prstGeom prst="rect">
                <a:avLst/>
              </a:prstGeom>
              <a:solidFill>
                <a:schemeClr val="accent1">
                  <a:lumMod val="75000"/>
                  <a:alpha val="12549"/>
                </a:schemeClr>
              </a:solidFill>
              <a:ln>
                <a:noFill/>
              </a:ln>
            </p:spPr>
            <p:txBody>
              <a:bodyPr spcFirstLastPara="1" wrap="square" lIns="121900" tIns="121900" rIns="121900" bIns="121900" anchor="ctr" anchorCtr="0">
                <a:noAutofit/>
              </a:bodyPr>
              <a:lstStyle/>
              <a:p>
                <a:pPr defTabSz="1219140">
                  <a:buClr>
                    <a:srgbClr val="000000"/>
                  </a:buClr>
                  <a:defRPr/>
                </a:pPr>
                <a:endParaRPr sz="1851" kern="0">
                  <a:solidFill>
                    <a:srgbClr val="000000"/>
                  </a:solidFill>
                  <a:latin typeface="Arial"/>
                  <a:cs typeface="Arial"/>
                  <a:sym typeface="Arial"/>
                </a:endParaRPr>
              </a:p>
            </p:txBody>
          </p:sp>
          <p:sp>
            <p:nvSpPr>
              <p:cNvPr id="29" name="Google Shape;1859;p37">
                <a:extLst>
                  <a:ext uri="{FF2B5EF4-FFF2-40B4-BE49-F238E27FC236}">
                    <a16:creationId xmlns:a16="http://schemas.microsoft.com/office/drawing/2014/main" id="{F9A61DC7-37C1-482F-8476-E61CE211012C}"/>
                  </a:ext>
                </a:extLst>
              </p:cNvPr>
              <p:cNvSpPr/>
              <p:nvPr/>
            </p:nvSpPr>
            <p:spPr bwMode="auto">
              <a:xfrm>
                <a:off x="474034" y="1157494"/>
                <a:ext cx="2689827" cy="511689"/>
              </a:xfrm>
              <a:prstGeom prst="roundRect">
                <a:avLst>
                  <a:gd name="adj" fmla="val 50000"/>
                </a:avLst>
              </a:prstGeom>
              <a:solidFill>
                <a:schemeClr val="accent1"/>
              </a:solidFill>
              <a:ln>
                <a:noFill/>
              </a:ln>
            </p:spPr>
            <p:txBody>
              <a:bodyPr spcFirstLastPara="1" wrap="square" lIns="121900" tIns="121900" rIns="121900" bIns="121900" anchor="ctr" anchorCtr="0">
                <a:noAutofit/>
              </a:bodyPr>
              <a:lstStyle/>
              <a:p>
                <a:pPr defTabSz="1219140">
                  <a:buClr>
                    <a:srgbClr val="000000"/>
                  </a:buClr>
                  <a:defRPr/>
                </a:pPr>
                <a:endParaRPr sz="1851" kern="0">
                  <a:solidFill>
                    <a:srgbClr val="000000"/>
                  </a:solidFill>
                  <a:latin typeface="Arial"/>
                  <a:cs typeface="Arial"/>
                  <a:sym typeface="Arial"/>
                </a:endParaRPr>
              </a:p>
            </p:txBody>
          </p:sp>
        </p:grpSp>
        <p:grpSp>
          <p:nvGrpSpPr>
            <p:cNvPr id="17" name="Google Shape;1862;p37">
              <a:extLst>
                <a:ext uri="{FF2B5EF4-FFF2-40B4-BE49-F238E27FC236}">
                  <a16:creationId xmlns:a16="http://schemas.microsoft.com/office/drawing/2014/main" id="{E2D1A821-E770-4AC9-88EC-6B9A49E818AB}"/>
                </a:ext>
              </a:extLst>
            </p:cNvPr>
            <p:cNvGrpSpPr/>
            <p:nvPr/>
          </p:nvGrpSpPr>
          <p:grpSpPr bwMode="auto">
            <a:xfrm>
              <a:off x="1848602" y="1500373"/>
              <a:ext cx="2666242" cy="3848023"/>
              <a:chOff x="547170" y="1386431"/>
              <a:chExt cx="2470487" cy="3119756"/>
            </a:xfrm>
          </p:grpSpPr>
          <p:sp>
            <p:nvSpPr>
              <p:cNvPr id="21" name="Google Shape;1863;p37">
                <a:extLst>
                  <a:ext uri="{FF2B5EF4-FFF2-40B4-BE49-F238E27FC236}">
                    <a16:creationId xmlns:a16="http://schemas.microsoft.com/office/drawing/2014/main" id="{4BAB27B0-3A19-4D9B-A683-3D0FF7ACD261}"/>
                  </a:ext>
                </a:extLst>
              </p:cNvPr>
              <p:cNvSpPr txBox="1"/>
              <p:nvPr/>
            </p:nvSpPr>
            <p:spPr bwMode="auto">
              <a:xfrm>
                <a:off x="577774" y="1386431"/>
                <a:ext cx="2240400" cy="331800"/>
              </a:xfrm>
              <a:prstGeom prst="rect">
                <a:avLst/>
              </a:prstGeom>
              <a:noFill/>
              <a:ln>
                <a:noFill/>
              </a:ln>
            </p:spPr>
            <p:txBody>
              <a:bodyPr spcFirstLastPara="1" wrap="square" lIns="121900" tIns="121900" rIns="121900" bIns="121900" anchor="ctr" anchorCtr="0">
                <a:noAutofit/>
              </a:bodyPr>
              <a:lstStyle/>
              <a:p>
                <a:pPr algn="ctr" defTabSz="1219140">
                  <a:buClr>
                    <a:srgbClr val="000000"/>
                  </a:buClr>
                  <a:defRPr/>
                </a:pPr>
                <a:r>
                  <a:rPr lang="en" sz="2400" b="1" kern="0" dirty="0">
                    <a:solidFill>
                      <a:srgbClr val="FFFFFF"/>
                    </a:solidFill>
                    <a:latin typeface="Fira Sans Extra Condensed"/>
                    <a:ea typeface="Fira Sans Extra Condensed"/>
                    <a:cs typeface="Fira Sans Extra Condensed"/>
                    <a:sym typeface="Arial"/>
                  </a:rPr>
                  <a:t>Input features</a:t>
                </a:r>
                <a:endParaRPr sz="2400" b="1" kern="0" dirty="0">
                  <a:solidFill>
                    <a:srgbClr val="FFFFFF"/>
                  </a:solidFill>
                  <a:latin typeface="Fira Sans Extra Condensed"/>
                  <a:ea typeface="Fira Sans Extra Condensed"/>
                  <a:cs typeface="Fira Sans Extra Condensed"/>
                  <a:sym typeface="Arial"/>
                </a:endParaRPr>
              </a:p>
            </p:txBody>
          </p:sp>
          <p:grpSp>
            <p:nvGrpSpPr>
              <p:cNvPr id="22" name="Google Shape;1864;p37">
                <a:extLst>
                  <a:ext uri="{FF2B5EF4-FFF2-40B4-BE49-F238E27FC236}">
                    <a16:creationId xmlns:a16="http://schemas.microsoft.com/office/drawing/2014/main" id="{520A669B-81A0-4A2C-88DC-B16AEF1BD721}"/>
                  </a:ext>
                </a:extLst>
              </p:cNvPr>
              <p:cNvGrpSpPr/>
              <p:nvPr/>
            </p:nvGrpSpPr>
            <p:grpSpPr bwMode="auto">
              <a:xfrm>
                <a:off x="547170" y="1920820"/>
                <a:ext cx="2306218" cy="1158844"/>
                <a:chOff x="553696" y="2248945"/>
                <a:chExt cx="2306218" cy="1158844"/>
              </a:xfrm>
            </p:grpSpPr>
            <p:sp>
              <p:nvSpPr>
                <p:cNvPr id="26" name="Google Shape;1865;p37">
                  <a:extLst>
                    <a:ext uri="{FF2B5EF4-FFF2-40B4-BE49-F238E27FC236}">
                      <a16:creationId xmlns:a16="http://schemas.microsoft.com/office/drawing/2014/main" id="{57CB8B58-080B-42A7-81AE-709ABA67CA1C}"/>
                    </a:ext>
                  </a:extLst>
                </p:cNvPr>
                <p:cNvSpPr txBox="1"/>
                <p:nvPr/>
              </p:nvSpPr>
              <p:spPr bwMode="auto">
                <a:xfrm>
                  <a:off x="685579" y="2248945"/>
                  <a:ext cx="1748084" cy="331800"/>
                </a:xfrm>
                <a:prstGeom prst="rect">
                  <a:avLst/>
                </a:prstGeom>
                <a:noFill/>
                <a:ln>
                  <a:noFill/>
                </a:ln>
              </p:spPr>
              <p:txBody>
                <a:bodyPr spcFirstLastPara="1" wrap="square" lIns="121900" tIns="121900" rIns="121900" bIns="121900" anchor="ctr" anchorCtr="0">
                  <a:noAutofit/>
                </a:bodyPr>
                <a:lstStyle/>
                <a:p>
                  <a:pPr defTabSz="1219140">
                    <a:buClr>
                      <a:srgbClr val="000000"/>
                    </a:buClr>
                    <a:defRPr/>
                  </a:pPr>
                  <a:r>
                    <a:rPr lang="en" sz="2400" b="1" kern="0" dirty="0">
                      <a:solidFill>
                        <a:srgbClr val="000000"/>
                      </a:solidFill>
                      <a:latin typeface="Fira Sans Extra Condensed"/>
                      <a:ea typeface="Fira Sans Extra Condensed"/>
                      <a:cs typeface="Fira Sans Extra Condensed"/>
                      <a:sym typeface="Arial"/>
                    </a:rPr>
                    <a:t>Variable (19)</a:t>
                  </a:r>
                  <a:endParaRPr sz="2400" b="1" kern="0" dirty="0">
                    <a:solidFill>
                      <a:srgbClr val="000000"/>
                    </a:solidFill>
                    <a:latin typeface="Fira Sans Extra Condensed"/>
                    <a:ea typeface="Fira Sans Extra Condensed"/>
                    <a:cs typeface="Fira Sans Extra Condensed"/>
                    <a:sym typeface="Arial"/>
                  </a:endParaRPr>
                </a:p>
              </p:txBody>
            </p:sp>
            <p:sp>
              <p:nvSpPr>
                <p:cNvPr id="27" name="Google Shape;1866;p37">
                  <a:extLst>
                    <a:ext uri="{FF2B5EF4-FFF2-40B4-BE49-F238E27FC236}">
                      <a16:creationId xmlns:a16="http://schemas.microsoft.com/office/drawing/2014/main" id="{D37C3950-A292-42C2-B0A3-E02BA7D6FB54}"/>
                    </a:ext>
                  </a:extLst>
                </p:cNvPr>
                <p:cNvSpPr txBox="1"/>
                <p:nvPr/>
              </p:nvSpPr>
              <p:spPr bwMode="auto">
                <a:xfrm>
                  <a:off x="553696" y="2551062"/>
                  <a:ext cx="2306218" cy="856727"/>
                </a:xfrm>
                <a:prstGeom prst="rect">
                  <a:avLst/>
                </a:prstGeom>
                <a:noFill/>
                <a:ln>
                  <a:noFill/>
                </a:ln>
              </p:spPr>
              <p:txBody>
                <a:bodyPr spcFirstLastPara="1" wrap="square" lIns="121900" tIns="121900" rIns="121900" bIns="121900" anchor="t" anchorCtr="0">
                  <a:noAutofit/>
                </a:bodyPr>
                <a:lstStyle/>
                <a:p>
                  <a:pPr marL="426699" indent="-423312" defTabSz="1219140">
                    <a:buClr>
                      <a:srgbClr val="000000"/>
                    </a:buClr>
                    <a:buSzPts val="1400"/>
                    <a:buFont typeface="Roboto"/>
                    <a:buChar char="●"/>
                    <a:defRPr/>
                  </a:pPr>
                  <a:r>
                    <a:rPr lang="en" sz="1600" dirty="0">
                      <a:latin typeface="Source Sans Pro" panose="020B0503030403020204" pitchFamily="34" charset="0"/>
                      <a:ea typeface="Source Sans Pro" panose="020B0503030403020204" pitchFamily="34" charset="0"/>
                      <a:sym typeface="Arial"/>
                    </a:rPr>
                    <a:t>Operating conditions (7)</a:t>
                  </a:r>
                  <a:endParaRPr sz="1600" dirty="0">
                    <a:latin typeface="Source Sans Pro" panose="020B0503030403020204" pitchFamily="34" charset="0"/>
                    <a:ea typeface="Source Sans Pro" panose="020B0503030403020204" pitchFamily="34" charset="0"/>
                    <a:sym typeface="Arial"/>
                  </a:endParaRPr>
                </a:p>
                <a:p>
                  <a:pPr marL="426699" indent="-423312" defTabSz="1219140">
                    <a:buClr>
                      <a:srgbClr val="000000"/>
                    </a:buClr>
                    <a:buSzPts val="1400"/>
                    <a:buFont typeface="Roboto"/>
                    <a:buChar char="●"/>
                    <a:defRPr/>
                  </a:pPr>
                  <a:r>
                    <a:rPr lang="en" sz="1600" dirty="0">
                      <a:latin typeface="Source Sans Pro" panose="020B0503030403020204" pitchFamily="34" charset="0"/>
                      <a:ea typeface="Source Sans Pro" panose="020B0503030403020204" pitchFamily="34" charset="0"/>
                      <a:sym typeface="Arial"/>
                    </a:rPr>
                    <a:t>Undetermined physical parameters (12)</a:t>
                  </a:r>
                  <a:endParaRPr sz="1600" dirty="0">
                    <a:latin typeface="Source Sans Pro" panose="020B0503030403020204" pitchFamily="34" charset="0"/>
                    <a:ea typeface="Source Sans Pro" panose="020B0503030403020204" pitchFamily="34" charset="0"/>
                    <a:sym typeface="Arial"/>
                  </a:endParaRPr>
                </a:p>
              </p:txBody>
            </p:sp>
          </p:grpSp>
          <p:grpSp>
            <p:nvGrpSpPr>
              <p:cNvPr id="23" name="Google Shape;1867;p37">
                <a:extLst>
                  <a:ext uri="{FF2B5EF4-FFF2-40B4-BE49-F238E27FC236}">
                    <a16:creationId xmlns:a16="http://schemas.microsoft.com/office/drawing/2014/main" id="{34FD35B7-D980-4DCB-B546-B87B6202E5E7}"/>
                  </a:ext>
                </a:extLst>
              </p:cNvPr>
              <p:cNvGrpSpPr/>
              <p:nvPr/>
            </p:nvGrpSpPr>
            <p:grpSpPr bwMode="auto">
              <a:xfrm>
                <a:off x="594697" y="3170032"/>
                <a:ext cx="2422960" cy="1336155"/>
                <a:chOff x="601222" y="1858207"/>
                <a:chExt cx="2422960" cy="1336155"/>
              </a:xfrm>
            </p:grpSpPr>
            <p:sp>
              <p:nvSpPr>
                <p:cNvPr id="24" name="Google Shape;1868;p37">
                  <a:extLst>
                    <a:ext uri="{FF2B5EF4-FFF2-40B4-BE49-F238E27FC236}">
                      <a16:creationId xmlns:a16="http://schemas.microsoft.com/office/drawing/2014/main" id="{E04B08AE-C6A1-4939-88F0-1417EE9F1E97}"/>
                    </a:ext>
                  </a:extLst>
                </p:cNvPr>
                <p:cNvSpPr txBox="1"/>
                <p:nvPr/>
              </p:nvSpPr>
              <p:spPr bwMode="auto">
                <a:xfrm>
                  <a:off x="677203" y="1858207"/>
                  <a:ext cx="2114400" cy="331800"/>
                </a:xfrm>
                <a:prstGeom prst="rect">
                  <a:avLst/>
                </a:prstGeom>
                <a:noFill/>
                <a:ln>
                  <a:noFill/>
                </a:ln>
              </p:spPr>
              <p:txBody>
                <a:bodyPr spcFirstLastPara="1" wrap="square" lIns="121900" tIns="121900" rIns="121900" bIns="121900" anchor="ctr" anchorCtr="0">
                  <a:noAutofit/>
                </a:bodyPr>
                <a:lstStyle/>
                <a:p>
                  <a:pPr defTabSz="1219140">
                    <a:buClr>
                      <a:srgbClr val="000000"/>
                    </a:buClr>
                    <a:defRPr/>
                  </a:pPr>
                  <a:r>
                    <a:rPr lang="en" sz="2400" b="1" kern="0" dirty="0">
                      <a:solidFill>
                        <a:srgbClr val="000000"/>
                      </a:solidFill>
                      <a:latin typeface="Fira Sans Extra Condensed"/>
                      <a:ea typeface="Fira Sans Extra Condensed"/>
                      <a:cs typeface="Fira Sans Extra Condensed"/>
                      <a:sym typeface="Arial"/>
                    </a:rPr>
                    <a:t>Fixed (14)</a:t>
                  </a:r>
                  <a:endParaRPr sz="2400" b="1" kern="0" dirty="0">
                    <a:solidFill>
                      <a:srgbClr val="000000"/>
                    </a:solidFill>
                    <a:latin typeface="Fira Sans Extra Condensed"/>
                    <a:ea typeface="Fira Sans Extra Condensed"/>
                    <a:cs typeface="Fira Sans Extra Condensed"/>
                    <a:sym typeface="Arial"/>
                  </a:endParaRPr>
                </a:p>
              </p:txBody>
            </p:sp>
            <p:sp>
              <p:nvSpPr>
                <p:cNvPr id="25" name="Google Shape;1869;p37">
                  <a:extLst>
                    <a:ext uri="{FF2B5EF4-FFF2-40B4-BE49-F238E27FC236}">
                      <a16:creationId xmlns:a16="http://schemas.microsoft.com/office/drawing/2014/main" id="{CEAE1E72-0832-4492-BE23-45C06BE2C944}"/>
                    </a:ext>
                  </a:extLst>
                </p:cNvPr>
                <p:cNvSpPr txBox="1"/>
                <p:nvPr/>
              </p:nvSpPr>
              <p:spPr bwMode="auto">
                <a:xfrm>
                  <a:off x="601222" y="2124582"/>
                  <a:ext cx="2422960" cy="1069780"/>
                </a:xfrm>
                <a:prstGeom prst="rect">
                  <a:avLst/>
                </a:prstGeom>
                <a:noFill/>
                <a:ln>
                  <a:noFill/>
                </a:ln>
              </p:spPr>
              <p:txBody>
                <a:bodyPr spcFirstLastPara="1" wrap="square" lIns="121900" tIns="121900" rIns="121900" bIns="121900" anchor="t" anchorCtr="0">
                  <a:noAutofit/>
                </a:bodyPr>
                <a:lstStyle/>
                <a:p>
                  <a:pPr marL="426699" indent="-423312" defTabSz="1219140">
                    <a:buClr>
                      <a:srgbClr val="000000"/>
                    </a:buClr>
                    <a:buSzPts val="1400"/>
                    <a:buFont typeface="Roboto"/>
                    <a:buChar char="●"/>
                    <a:defRPr/>
                  </a:pPr>
                  <a:r>
                    <a:rPr lang="en" sz="1600" dirty="0">
                      <a:latin typeface="Source Sans Pro" panose="020B0503030403020204" pitchFamily="34" charset="0"/>
                      <a:ea typeface="Source Sans Pro" panose="020B0503030403020204" pitchFamily="34" charset="0"/>
                      <a:sym typeface="Arial"/>
                    </a:rPr>
                    <a:t>Accesible physical parameters (7)</a:t>
                  </a:r>
                  <a:endParaRPr sz="1600" dirty="0">
                    <a:latin typeface="Source Sans Pro" panose="020B0503030403020204" pitchFamily="34" charset="0"/>
                    <a:ea typeface="Source Sans Pro" panose="020B0503030403020204" pitchFamily="34" charset="0"/>
                    <a:sym typeface="Arial"/>
                  </a:endParaRPr>
                </a:p>
                <a:p>
                  <a:pPr marL="426699" indent="-423312" defTabSz="1219140">
                    <a:buClr>
                      <a:srgbClr val="000000"/>
                    </a:buClr>
                    <a:buSzPts val="1400"/>
                    <a:buFont typeface="Roboto"/>
                    <a:buChar char="●"/>
                    <a:defRPr/>
                  </a:pPr>
                  <a:r>
                    <a:rPr lang="en" sz="1600" dirty="0">
                      <a:latin typeface="Source Sans Pro" panose="020B0503030403020204" pitchFamily="34" charset="0"/>
                      <a:ea typeface="Source Sans Pro" panose="020B0503030403020204" pitchFamily="34" charset="0"/>
                      <a:sym typeface="Arial"/>
                    </a:rPr>
                    <a:t>Current density parameters (7)</a:t>
                  </a:r>
                  <a:endParaRPr sz="1600" dirty="0">
                    <a:latin typeface="Source Sans Pro" panose="020B0503030403020204" pitchFamily="34" charset="0"/>
                    <a:ea typeface="Source Sans Pro" panose="020B0503030403020204" pitchFamily="34" charset="0"/>
                    <a:sym typeface="Arial"/>
                  </a:endParaRPr>
                </a:p>
              </p:txBody>
            </p:sp>
          </p:grpSp>
        </p:grpSp>
      </p:grpSp>
      <p:grpSp>
        <p:nvGrpSpPr>
          <p:cNvPr id="30" name="Grupo 29">
            <a:extLst>
              <a:ext uri="{FF2B5EF4-FFF2-40B4-BE49-F238E27FC236}">
                <a16:creationId xmlns:a16="http://schemas.microsoft.com/office/drawing/2014/main" id="{54BB59FA-B3D0-41DD-8EB0-9384B4B24841}"/>
              </a:ext>
            </a:extLst>
          </p:cNvPr>
          <p:cNvGrpSpPr/>
          <p:nvPr/>
        </p:nvGrpSpPr>
        <p:grpSpPr>
          <a:xfrm>
            <a:off x="8253528" y="1340493"/>
            <a:ext cx="3443418" cy="4717225"/>
            <a:chOff x="8263360" y="1153680"/>
            <a:chExt cx="3443418" cy="4717225"/>
          </a:xfrm>
        </p:grpSpPr>
        <p:pic>
          <p:nvPicPr>
            <p:cNvPr id="31" name="Picture 2" descr="Polarization curve of a PEM fuel cell; additional information in [35]. V* = Voltage loss caused by mixed potential and crossover.">
              <a:extLst>
                <a:ext uri="{FF2B5EF4-FFF2-40B4-BE49-F238E27FC236}">
                  <a16:creationId xmlns:a16="http://schemas.microsoft.com/office/drawing/2014/main" id="{91A28386-CB1E-4F38-A99E-7AD8C7B950FD}"/>
                </a:ext>
              </a:extLst>
            </p:cNvPr>
            <p:cNvPicPr>
              <a:picLocks noChangeAspect="1" noChangeArrowheads="1"/>
            </p:cNvPicPr>
            <p:nvPr/>
          </p:nvPicPr>
          <p:blipFill>
            <a:blip r:embed="rId3"/>
            <a:stretch/>
          </p:blipFill>
          <p:spPr bwMode="auto">
            <a:xfrm>
              <a:off x="8393404" y="2655429"/>
              <a:ext cx="2756809" cy="2166527"/>
            </a:xfrm>
            <a:prstGeom prst="rect">
              <a:avLst/>
            </a:prstGeom>
            <a:noFill/>
          </p:spPr>
        </p:pic>
        <p:grpSp>
          <p:nvGrpSpPr>
            <p:cNvPr id="32" name="Grupo 31">
              <a:extLst>
                <a:ext uri="{FF2B5EF4-FFF2-40B4-BE49-F238E27FC236}">
                  <a16:creationId xmlns:a16="http://schemas.microsoft.com/office/drawing/2014/main" id="{C14DB38B-11BB-4E42-8E64-A978F3280662}"/>
                </a:ext>
              </a:extLst>
            </p:cNvPr>
            <p:cNvGrpSpPr/>
            <p:nvPr/>
          </p:nvGrpSpPr>
          <p:grpSpPr>
            <a:xfrm>
              <a:off x="8263360" y="1153680"/>
              <a:ext cx="3443418" cy="4717225"/>
              <a:chOff x="7637640" y="1143762"/>
              <a:chExt cx="3443418" cy="4717225"/>
            </a:xfrm>
          </p:grpSpPr>
          <p:sp>
            <p:nvSpPr>
              <p:cNvPr id="33" name="Google Shape;1856;p37">
                <a:extLst>
                  <a:ext uri="{FF2B5EF4-FFF2-40B4-BE49-F238E27FC236}">
                    <a16:creationId xmlns:a16="http://schemas.microsoft.com/office/drawing/2014/main" id="{569313E5-637E-4E7A-A601-DF66A85267B9}"/>
                  </a:ext>
                </a:extLst>
              </p:cNvPr>
              <p:cNvSpPr/>
              <p:nvPr/>
            </p:nvSpPr>
            <p:spPr bwMode="auto">
              <a:xfrm>
                <a:off x="7637656" y="1503061"/>
                <a:ext cx="3123708" cy="4357926"/>
              </a:xfrm>
              <a:prstGeom prst="rect">
                <a:avLst/>
              </a:prstGeom>
              <a:solidFill>
                <a:srgbClr val="BBE555">
                  <a:alpha val="12549"/>
                </a:srgbClr>
              </a:solidFill>
              <a:ln>
                <a:noFill/>
              </a:ln>
            </p:spPr>
            <p:txBody>
              <a:bodyPr spcFirstLastPara="1" wrap="square" lIns="121900" tIns="121900" rIns="121900" bIns="121900" anchor="ctr" anchorCtr="0">
                <a:noAutofit/>
              </a:bodyPr>
              <a:lstStyle/>
              <a:p>
                <a:pPr defTabSz="1219140">
                  <a:buClr>
                    <a:srgbClr val="000000"/>
                  </a:buClr>
                  <a:defRPr/>
                </a:pPr>
                <a:endParaRPr sz="1851" kern="0" dirty="0">
                  <a:solidFill>
                    <a:srgbClr val="000000"/>
                  </a:solidFill>
                  <a:latin typeface="Arial"/>
                  <a:cs typeface="Arial"/>
                  <a:sym typeface="Arial"/>
                </a:endParaRPr>
              </a:p>
            </p:txBody>
          </p:sp>
          <p:sp>
            <p:nvSpPr>
              <p:cNvPr id="34" name="Google Shape;1860;p37">
                <a:extLst>
                  <a:ext uri="{FF2B5EF4-FFF2-40B4-BE49-F238E27FC236}">
                    <a16:creationId xmlns:a16="http://schemas.microsoft.com/office/drawing/2014/main" id="{A6E1EF67-C084-449D-BFD5-3D2E6884A0EF}"/>
                  </a:ext>
                </a:extLst>
              </p:cNvPr>
              <p:cNvSpPr/>
              <p:nvPr/>
            </p:nvSpPr>
            <p:spPr bwMode="auto">
              <a:xfrm>
                <a:off x="7637640" y="1143762"/>
                <a:ext cx="3123708" cy="667264"/>
              </a:xfrm>
              <a:prstGeom prst="roundRect">
                <a:avLst>
                  <a:gd name="adj" fmla="val 50000"/>
                </a:avLst>
              </a:prstGeom>
              <a:solidFill>
                <a:schemeClr val="accent4"/>
              </a:solidFill>
              <a:ln>
                <a:noFill/>
              </a:ln>
            </p:spPr>
            <p:txBody>
              <a:bodyPr spcFirstLastPara="1" wrap="square" lIns="121900" tIns="121900" rIns="121900" bIns="121900" anchor="ctr" anchorCtr="0">
                <a:noAutofit/>
              </a:bodyPr>
              <a:lstStyle/>
              <a:p>
                <a:pPr defTabSz="1219140">
                  <a:buClr>
                    <a:srgbClr val="000000"/>
                  </a:buClr>
                  <a:defRPr/>
                </a:pPr>
                <a:endParaRPr sz="1851" kern="0">
                  <a:solidFill>
                    <a:srgbClr val="000000"/>
                  </a:solidFill>
                  <a:latin typeface="Arial"/>
                  <a:cs typeface="Arial"/>
                  <a:sym typeface="Arial"/>
                </a:endParaRPr>
              </a:p>
            </p:txBody>
          </p:sp>
          <p:grpSp>
            <p:nvGrpSpPr>
              <p:cNvPr id="35" name="Google Shape;1870;p37">
                <a:extLst>
                  <a:ext uri="{FF2B5EF4-FFF2-40B4-BE49-F238E27FC236}">
                    <a16:creationId xmlns:a16="http://schemas.microsoft.com/office/drawing/2014/main" id="{0793022D-2911-479D-848D-8419EEACF3BF}"/>
                  </a:ext>
                </a:extLst>
              </p:cNvPr>
              <p:cNvGrpSpPr/>
              <p:nvPr/>
            </p:nvGrpSpPr>
            <p:grpSpPr bwMode="auto">
              <a:xfrm>
                <a:off x="7915067" y="1296265"/>
                <a:ext cx="3165991" cy="4143672"/>
                <a:chOff x="2993515" y="1360475"/>
                <a:chExt cx="2704621" cy="3516775"/>
              </a:xfrm>
            </p:grpSpPr>
            <p:sp>
              <p:nvSpPr>
                <p:cNvPr id="36" name="Google Shape;1871;p37">
                  <a:extLst>
                    <a:ext uri="{FF2B5EF4-FFF2-40B4-BE49-F238E27FC236}">
                      <a16:creationId xmlns:a16="http://schemas.microsoft.com/office/drawing/2014/main" id="{D676A2B9-E517-4CBE-9AE7-F69BAE7F6D20}"/>
                    </a:ext>
                  </a:extLst>
                </p:cNvPr>
                <p:cNvSpPr txBox="1"/>
                <p:nvPr/>
              </p:nvSpPr>
              <p:spPr bwMode="auto">
                <a:xfrm>
                  <a:off x="2999468" y="1360475"/>
                  <a:ext cx="2240400" cy="331800"/>
                </a:xfrm>
                <a:prstGeom prst="rect">
                  <a:avLst/>
                </a:prstGeom>
                <a:noFill/>
                <a:ln>
                  <a:noFill/>
                </a:ln>
              </p:spPr>
              <p:txBody>
                <a:bodyPr spcFirstLastPara="1" wrap="square" lIns="121900" tIns="121900" rIns="121900" bIns="121900" anchor="ctr" anchorCtr="0">
                  <a:noAutofit/>
                </a:bodyPr>
                <a:lstStyle/>
                <a:p>
                  <a:pPr algn="ctr" defTabSz="1219140">
                    <a:buClr>
                      <a:srgbClr val="000000"/>
                    </a:buClr>
                    <a:defRPr/>
                  </a:pPr>
                  <a:r>
                    <a:rPr lang="en" sz="2400" b="1" kern="0" dirty="0">
                      <a:solidFill>
                        <a:srgbClr val="FFFFFF"/>
                      </a:solidFill>
                      <a:latin typeface="Fira Sans Extra Condensed"/>
                      <a:ea typeface="Fira Sans Extra Condensed"/>
                      <a:cs typeface="Fira Sans Extra Condensed"/>
                      <a:sym typeface="Arial"/>
                    </a:rPr>
                    <a:t>Output</a:t>
                  </a:r>
                  <a:endParaRPr sz="2400" b="1" kern="0" dirty="0">
                    <a:solidFill>
                      <a:srgbClr val="FFFFFF"/>
                    </a:solidFill>
                    <a:latin typeface="Fira Sans Extra Condensed"/>
                    <a:ea typeface="Fira Sans Extra Condensed"/>
                    <a:cs typeface="Fira Sans Extra Condensed"/>
                    <a:sym typeface="Arial"/>
                  </a:endParaRPr>
                </a:p>
              </p:txBody>
            </p:sp>
            <p:sp>
              <p:nvSpPr>
                <p:cNvPr id="37" name="Google Shape;1873;p37">
                  <a:extLst>
                    <a:ext uri="{FF2B5EF4-FFF2-40B4-BE49-F238E27FC236}">
                      <a16:creationId xmlns:a16="http://schemas.microsoft.com/office/drawing/2014/main" id="{D410B241-6D57-471B-BDDF-4BE4F9726BE0}"/>
                    </a:ext>
                  </a:extLst>
                </p:cNvPr>
                <p:cNvSpPr txBox="1"/>
                <p:nvPr/>
              </p:nvSpPr>
              <p:spPr bwMode="auto">
                <a:xfrm>
                  <a:off x="2993515" y="1957951"/>
                  <a:ext cx="2114400" cy="331800"/>
                </a:xfrm>
                <a:prstGeom prst="rect">
                  <a:avLst/>
                </a:prstGeom>
                <a:noFill/>
                <a:ln>
                  <a:noFill/>
                </a:ln>
              </p:spPr>
              <p:txBody>
                <a:bodyPr spcFirstLastPara="1" wrap="square" lIns="121900" tIns="121900" rIns="121900" bIns="121900" anchor="ctr" anchorCtr="0">
                  <a:noAutofit/>
                </a:bodyPr>
                <a:lstStyle/>
                <a:p>
                  <a:pPr defTabSz="1219140">
                    <a:buClr>
                      <a:srgbClr val="000000"/>
                    </a:buClr>
                    <a:defRPr/>
                  </a:pPr>
                  <a:r>
                    <a:rPr lang="en" sz="2400" b="1" kern="0">
                      <a:solidFill>
                        <a:srgbClr val="000000"/>
                      </a:solidFill>
                      <a:latin typeface="Fira Sans Extra Condensed"/>
                      <a:ea typeface="Fira Sans Extra Condensed"/>
                      <a:cs typeface="Fira Sans Extra Condensed"/>
                      <a:sym typeface="Arial"/>
                    </a:rPr>
                    <a:t>Polarization curve</a:t>
                  </a:r>
                  <a:endParaRPr sz="1400" kern="0">
                    <a:solidFill>
                      <a:srgbClr val="000000"/>
                    </a:solidFill>
                    <a:latin typeface="Arial"/>
                    <a:cs typeface="Arial"/>
                    <a:sym typeface="Arial"/>
                  </a:endParaRPr>
                </a:p>
              </p:txBody>
            </p:sp>
            <p:sp>
              <p:nvSpPr>
                <p:cNvPr id="38" name="Google Shape;1877;p37">
                  <a:extLst>
                    <a:ext uri="{FF2B5EF4-FFF2-40B4-BE49-F238E27FC236}">
                      <a16:creationId xmlns:a16="http://schemas.microsoft.com/office/drawing/2014/main" id="{B0B73F5B-EC88-4885-B21D-DBCD07177BBF}"/>
                    </a:ext>
                  </a:extLst>
                </p:cNvPr>
                <p:cNvSpPr txBox="1"/>
                <p:nvPr/>
              </p:nvSpPr>
              <p:spPr bwMode="auto">
                <a:xfrm>
                  <a:off x="3457736" y="4316549"/>
                  <a:ext cx="2240400" cy="560701"/>
                </a:xfrm>
                <a:prstGeom prst="rect">
                  <a:avLst/>
                </a:prstGeom>
                <a:noFill/>
                <a:ln>
                  <a:noFill/>
                </a:ln>
              </p:spPr>
              <p:txBody>
                <a:bodyPr spcFirstLastPara="1" wrap="square" lIns="121900" tIns="121900" rIns="121900" bIns="121900" anchor="t" anchorCtr="0">
                  <a:noAutofit/>
                </a:bodyPr>
                <a:lstStyle/>
                <a:p>
                  <a:pPr marL="3387" defTabSz="1219140">
                    <a:buClr>
                      <a:srgbClr val="000000"/>
                    </a:buClr>
                    <a:buSzPts val="1400"/>
                    <a:defRPr/>
                  </a:pPr>
                  <a:endParaRPr sz="1851" kern="0">
                    <a:solidFill>
                      <a:srgbClr val="000000"/>
                    </a:solidFill>
                    <a:latin typeface="Roboto"/>
                    <a:ea typeface="Roboto"/>
                    <a:cs typeface="Roboto"/>
                    <a:sym typeface="Arial"/>
                  </a:endParaRPr>
                </a:p>
              </p:txBody>
            </p:sp>
          </p:grpSp>
        </p:grpSp>
      </p:grpSp>
      <p:sp>
        <p:nvSpPr>
          <p:cNvPr id="3" name="Rectángulo: esquinas redondeadas 2">
            <a:extLst>
              <a:ext uri="{FF2B5EF4-FFF2-40B4-BE49-F238E27FC236}">
                <a16:creationId xmlns:a16="http://schemas.microsoft.com/office/drawing/2014/main" id="{2C121C7C-4270-49DD-A8B8-B5432DE16A67}"/>
              </a:ext>
            </a:extLst>
          </p:cNvPr>
          <p:cNvSpPr/>
          <p:nvPr/>
        </p:nvSpPr>
        <p:spPr>
          <a:xfrm>
            <a:off x="1837356" y="2129327"/>
            <a:ext cx="2929437" cy="1408956"/>
          </a:xfrm>
          <a:prstGeom prst="roundRect">
            <a:avLst/>
          </a:prstGeom>
          <a:solidFill>
            <a:srgbClr val="FFB903">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nvGrpSpPr>
          <p:cNvPr id="39" name="Grupo 38">
            <a:extLst>
              <a:ext uri="{FF2B5EF4-FFF2-40B4-BE49-F238E27FC236}">
                <a16:creationId xmlns:a16="http://schemas.microsoft.com/office/drawing/2014/main" id="{47237FA1-BD48-4F97-A2AB-18DA16763EB4}"/>
              </a:ext>
            </a:extLst>
          </p:cNvPr>
          <p:cNvGrpSpPr/>
          <p:nvPr/>
        </p:nvGrpSpPr>
        <p:grpSpPr>
          <a:xfrm>
            <a:off x="4540392" y="1892876"/>
            <a:ext cx="3769224" cy="3900609"/>
            <a:chOff x="4268787" y="1788343"/>
            <a:chExt cx="3769224" cy="3900609"/>
          </a:xfrm>
        </p:grpSpPr>
        <p:grpSp>
          <p:nvGrpSpPr>
            <p:cNvPr id="40" name="Grupo 39">
              <a:extLst>
                <a:ext uri="{FF2B5EF4-FFF2-40B4-BE49-F238E27FC236}">
                  <a16:creationId xmlns:a16="http://schemas.microsoft.com/office/drawing/2014/main" id="{0D04C17B-2149-4B23-8AD8-5FC1CC3495A1}"/>
                </a:ext>
              </a:extLst>
            </p:cNvPr>
            <p:cNvGrpSpPr/>
            <p:nvPr/>
          </p:nvGrpSpPr>
          <p:grpSpPr bwMode="auto">
            <a:xfrm>
              <a:off x="4268787" y="1788343"/>
              <a:ext cx="3769224" cy="3900609"/>
              <a:chOff x="3718053" y="1350067"/>
              <a:chExt cx="4687667" cy="5027400"/>
            </a:xfrm>
          </p:grpSpPr>
          <p:sp>
            <p:nvSpPr>
              <p:cNvPr id="44" name="Google Shape;530;p20">
                <a:extLst>
                  <a:ext uri="{FF2B5EF4-FFF2-40B4-BE49-F238E27FC236}">
                    <a16:creationId xmlns:a16="http://schemas.microsoft.com/office/drawing/2014/main" id="{33461244-2CD1-44E4-B4F3-CDAA8BD3E2D6}"/>
                  </a:ext>
                </a:extLst>
              </p:cNvPr>
              <p:cNvSpPr/>
              <p:nvPr/>
            </p:nvSpPr>
            <p:spPr bwMode="auto">
              <a:xfrm>
                <a:off x="3718053" y="4046681"/>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45" name="Google Shape;532;p20">
                <a:extLst>
                  <a:ext uri="{FF2B5EF4-FFF2-40B4-BE49-F238E27FC236}">
                    <a16:creationId xmlns:a16="http://schemas.microsoft.com/office/drawing/2014/main" id="{9925AA61-3C49-4AFC-BB02-AA5A6BF3E99A}"/>
                  </a:ext>
                </a:extLst>
              </p:cNvPr>
              <p:cNvSpPr/>
              <p:nvPr/>
            </p:nvSpPr>
            <p:spPr bwMode="auto">
              <a:xfrm>
                <a:off x="4848630" y="2300111"/>
                <a:ext cx="2833738" cy="4077356"/>
              </a:xfrm>
              <a:custGeom>
                <a:avLst/>
                <a:gdLst/>
                <a:ahLst/>
                <a:cxnLst/>
                <a:rect l="l" t="t" r="r" b="b"/>
                <a:pathLst>
                  <a:path w="49706" h="71520" extrusionOk="0">
                    <a:moveTo>
                      <a:pt x="2960" y="0"/>
                    </a:moveTo>
                    <a:lnTo>
                      <a:pt x="2789" y="14"/>
                    </a:lnTo>
                    <a:lnTo>
                      <a:pt x="2604" y="43"/>
                    </a:lnTo>
                    <a:lnTo>
                      <a:pt x="2434" y="85"/>
                    </a:lnTo>
                    <a:lnTo>
                      <a:pt x="2263" y="128"/>
                    </a:lnTo>
                    <a:lnTo>
                      <a:pt x="2106" y="171"/>
                    </a:lnTo>
                    <a:lnTo>
                      <a:pt x="1936" y="242"/>
                    </a:lnTo>
                    <a:lnTo>
                      <a:pt x="1779" y="313"/>
                    </a:lnTo>
                    <a:lnTo>
                      <a:pt x="1637" y="384"/>
                    </a:lnTo>
                    <a:lnTo>
                      <a:pt x="1480" y="470"/>
                    </a:lnTo>
                    <a:lnTo>
                      <a:pt x="1338" y="569"/>
                    </a:lnTo>
                    <a:lnTo>
                      <a:pt x="1210" y="669"/>
                    </a:lnTo>
                    <a:lnTo>
                      <a:pt x="1082" y="783"/>
                    </a:lnTo>
                    <a:lnTo>
                      <a:pt x="954" y="897"/>
                    </a:lnTo>
                    <a:lnTo>
                      <a:pt x="840" y="1010"/>
                    </a:lnTo>
                    <a:lnTo>
                      <a:pt x="726" y="1138"/>
                    </a:lnTo>
                    <a:lnTo>
                      <a:pt x="555" y="1352"/>
                    </a:lnTo>
                    <a:lnTo>
                      <a:pt x="413" y="1580"/>
                    </a:lnTo>
                    <a:lnTo>
                      <a:pt x="299" y="1807"/>
                    </a:lnTo>
                    <a:lnTo>
                      <a:pt x="185" y="2063"/>
                    </a:lnTo>
                    <a:lnTo>
                      <a:pt x="114" y="2320"/>
                    </a:lnTo>
                    <a:lnTo>
                      <a:pt x="43" y="2590"/>
                    </a:lnTo>
                    <a:lnTo>
                      <a:pt x="15" y="2860"/>
                    </a:lnTo>
                    <a:lnTo>
                      <a:pt x="0" y="3145"/>
                    </a:lnTo>
                    <a:lnTo>
                      <a:pt x="0" y="43529"/>
                    </a:lnTo>
                    <a:lnTo>
                      <a:pt x="15" y="44042"/>
                    </a:lnTo>
                    <a:lnTo>
                      <a:pt x="57" y="44554"/>
                    </a:lnTo>
                    <a:lnTo>
                      <a:pt x="128" y="45080"/>
                    </a:lnTo>
                    <a:lnTo>
                      <a:pt x="228" y="45607"/>
                    </a:lnTo>
                    <a:lnTo>
                      <a:pt x="356" y="46133"/>
                    </a:lnTo>
                    <a:lnTo>
                      <a:pt x="498" y="46660"/>
                    </a:lnTo>
                    <a:lnTo>
                      <a:pt x="669" y="47201"/>
                    </a:lnTo>
                    <a:lnTo>
                      <a:pt x="868" y="47741"/>
                    </a:lnTo>
                    <a:lnTo>
                      <a:pt x="1082" y="48282"/>
                    </a:lnTo>
                    <a:lnTo>
                      <a:pt x="1324" y="48823"/>
                    </a:lnTo>
                    <a:lnTo>
                      <a:pt x="1594" y="49364"/>
                    </a:lnTo>
                    <a:lnTo>
                      <a:pt x="1864" y="49904"/>
                    </a:lnTo>
                    <a:lnTo>
                      <a:pt x="2163" y="50445"/>
                    </a:lnTo>
                    <a:lnTo>
                      <a:pt x="2491" y="50986"/>
                    </a:lnTo>
                    <a:lnTo>
                      <a:pt x="2818" y="51527"/>
                    </a:lnTo>
                    <a:lnTo>
                      <a:pt x="3174" y="52082"/>
                    </a:lnTo>
                    <a:lnTo>
                      <a:pt x="3529" y="52622"/>
                    </a:lnTo>
                    <a:lnTo>
                      <a:pt x="3914" y="53163"/>
                    </a:lnTo>
                    <a:lnTo>
                      <a:pt x="4312" y="53690"/>
                    </a:lnTo>
                    <a:lnTo>
                      <a:pt x="4710" y="54230"/>
                    </a:lnTo>
                    <a:lnTo>
                      <a:pt x="5137" y="54771"/>
                    </a:lnTo>
                    <a:lnTo>
                      <a:pt x="5564" y="55298"/>
                    </a:lnTo>
                    <a:lnTo>
                      <a:pt x="5991" y="55824"/>
                    </a:lnTo>
                    <a:lnTo>
                      <a:pt x="6446" y="56351"/>
                    </a:lnTo>
                    <a:lnTo>
                      <a:pt x="7357" y="57389"/>
                    </a:lnTo>
                    <a:lnTo>
                      <a:pt x="8311" y="58400"/>
                    </a:lnTo>
                    <a:lnTo>
                      <a:pt x="9264" y="59396"/>
                    </a:lnTo>
                    <a:lnTo>
                      <a:pt x="10246" y="60363"/>
                    </a:lnTo>
                    <a:lnTo>
                      <a:pt x="11213" y="61317"/>
                    </a:lnTo>
                    <a:lnTo>
                      <a:pt x="12195" y="62228"/>
                    </a:lnTo>
                    <a:lnTo>
                      <a:pt x="13149" y="63096"/>
                    </a:lnTo>
                    <a:lnTo>
                      <a:pt x="14102" y="63935"/>
                    </a:lnTo>
                    <a:lnTo>
                      <a:pt x="15013" y="64746"/>
                    </a:lnTo>
                    <a:lnTo>
                      <a:pt x="15909" y="65500"/>
                    </a:lnTo>
                    <a:lnTo>
                      <a:pt x="16763" y="66212"/>
                    </a:lnTo>
                    <a:lnTo>
                      <a:pt x="17560" y="66881"/>
                    </a:lnTo>
                    <a:lnTo>
                      <a:pt x="19011" y="68048"/>
                    </a:lnTo>
                    <a:lnTo>
                      <a:pt x="20178" y="68987"/>
                    </a:lnTo>
                    <a:lnTo>
                      <a:pt x="21032" y="69670"/>
                    </a:lnTo>
                    <a:lnTo>
                      <a:pt x="21317" y="69897"/>
                    </a:lnTo>
                    <a:lnTo>
                      <a:pt x="21487" y="70068"/>
                    </a:lnTo>
                    <a:lnTo>
                      <a:pt x="21672" y="70239"/>
                    </a:lnTo>
                    <a:lnTo>
                      <a:pt x="21872" y="70410"/>
                    </a:lnTo>
                    <a:lnTo>
                      <a:pt x="22071" y="70566"/>
                    </a:lnTo>
                    <a:lnTo>
                      <a:pt x="22270" y="70709"/>
                    </a:lnTo>
                    <a:lnTo>
                      <a:pt x="22484" y="70837"/>
                    </a:lnTo>
                    <a:lnTo>
                      <a:pt x="22697" y="70950"/>
                    </a:lnTo>
                    <a:lnTo>
                      <a:pt x="22910" y="71064"/>
                    </a:lnTo>
                    <a:lnTo>
                      <a:pt x="23138" y="71164"/>
                    </a:lnTo>
                    <a:lnTo>
                      <a:pt x="23366" y="71249"/>
                    </a:lnTo>
                    <a:lnTo>
                      <a:pt x="23593" y="71320"/>
                    </a:lnTo>
                    <a:lnTo>
                      <a:pt x="23821" y="71377"/>
                    </a:lnTo>
                    <a:lnTo>
                      <a:pt x="24049" y="71434"/>
                    </a:lnTo>
                    <a:lnTo>
                      <a:pt x="24291" y="71477"/>
                    </a:lnTo>
                    <a:lnTo>
                      <a:pt x="24533" y="71505"/>
                    </a:lnTo>
                    <a:lnTo>
                      <a:pt x="24760" y="71520"/>
                    </a:lnTo>
                    <a:lnTo>
                      <a:pt x="25244" y="71520"/>
                    </a:lnTo>
                    <a:lnTo>
                      <a:pt x="25472" y="71505"/>
                    </a:lnTo>
                    <a:lnTo>
                      <a:pt x="25714" y="71477"/>
                    </a:lnTo>
                    <a:lnTo>
                      <a:pt x="25956" y="71434"/>
                    </a:lnTo>
                    <a:lnTo>
                      <a:pt x="26183" y="71377"/>
                    </a:lnTo>
                    <a:lnTo>
                      <a:pt x="26411" y="71320"/>
                    </a:lnTo>
                    <a:lnTo>
                      <a:pt x="26639" y="71249"/>
                    </a:lnTo>
                    <a:lnTo>
                      <a:pt x="26866" y="71164"/>
                    </a:lnTo>
                    <a:lnTo>
                      <a:pt x="27094" y="71064"/>
                    </a:lnTo>
                    <a:lnTo>
                      <a:pt x="27307" y="70950"/>
                    </a:lnTo>
                    <a:lnTo>
                      <a:pt x="27521" y="70837"/>
                    </a:lnTo>
                    <a:lnTo>
                      <a:pt x="27734" y="70709"/>
                    </a:lnTo>
                    <a:lnTo>
                      <a:pt x="27934" y="70566"/>
                    </a:lnTo>
                    <a:lnTo>
                      <a:pt x="28133" y="70410"/>
                    </a:lnTo>
                    <a:lnTo>
                      <a:pt x="28318" y="70253"/>
                    </a:lnTo>
                    <a:lnTo>
                      <a:pt x="28503" y="70068"/>
                    </a:lnTo>
                    <a:lnTo>
                      <a:pt x="28645" y="69926"/>
                    </a:lnTo>
                    <a:lnTo>
                      <a:pt x="28787" y="69798"/>
                    </a:lnTo>
                    <a:lnTo>
                      <a:pt x="29001" y="69613"/>
                    </a:lnTo>
                    <a:lnTo>
                      <a:pt x="29627" y="69101"/>
                    </a:lnTo>
                    <a:lnTo>
                      <a:pt x="31548" y="67535"/>
                    </a:lnTo>
                    <a:lnTo>
                      <a:pt x="32786" y="66511"/>
                    </a:lnTo>
                    <a:lnTo>
                      <a:pt x="34166" y="65344"/>
                    </a:lnTo>
                    <a:lnTo>
                      <a:pt x="35646" y="64049"/>
                    </a:lnTo>
                    <a:lnTo>
                      <a:pt x="36415" y="63352"/>
                    </a:lnTo>
                    <a:lnTo>
                      <a:pt x="37197" y="62640"/>
                    </a:lnTo>
                    <a:lnTo>
                      <a:pt x="37994" y="61900"/>
                    </a:lnTo>
                    <a:lnTo>
                      <a:pt x="38791" y="61132"/>
                    </a:lnTo>
                    <a:lnTo>
                      <a:pt x="39602" y="60335"/>
                    </a:lnTo>
                    <a:lnTo>
                      <a:pt x="40399" y="59538"/>
                    </a:lnTo>
                    <a:lnTo>
                      <a:pt x="41196" y="58713"/>
                    </a:lnTo>
                    <a:lnTo>
                      <a:pt x="41978" y="57873"/>
                    </a:lnTo>
                    <a:lnTo>
                      <a:pt x="42747" y="57019"/>
                    </a:lnTo>
                    <a:lnTo>
                      <a:pt x="43487" y="56151"/>
                    </a:lnTo>
                    <a:lnTo>
                      <a:pt x="44213" y="55269"/>
                    </a:lnTo>
                    <a:lnTo>
                      <a:pt x="44910" y="54373"/>
                    </a:lnTo>
                    <a:lnTo>
                      <a:pt x="45579" y="53490"/>
                    </a:lnTo>
                    <a:lnTo>
                      <a:pt x="46219" y="52580"/>
                    </a:lnTo>
                    <a:lnTo>
                      <a:pt x="46518" y="52139"/>
                    </a:lnTo>
                    <a:lnTo>
                      <a:pt x="46817" y="51683"/>
                    </a:lnTo>
                    <a:lnTo>
                      <a:pt x="47087" y="51228"/>
                    </a:lnTo>
                    <a:lnTo>
                      <a:pt x="47357" y="50772"/>
                    </a:lnTo>
                    <a:lnTo>
                      <a:pt x="47614" y="50331"/>
                    </a:lnTo>
                    <a:lnTo>
                      <a:pt x="47870" y="49876"/>
                    </a:lnTo>
                    <a:lnTo>
                      <a:pt x="48097" y="49421"/>
                    </a:lnTo>
                    <a:lnTo>
                      <a:pt x="48311" y="48965"/>
                    </a:lnTo>
                    <a:lnTo>
                      <a:pt x="48624" y="48268"/>
                    </a:lnTo>
                    <a:lnTo>
                      <a:pt x="48894" y="47585"/>
                    </a:lnTo>
                    <a:lnTo>
                      <a:pt x="49022" y="47229"/>
                    </a:lnTo>
                    <a:lnTo>
                      <a:pt x="49136" y="46888"/>
                    </a:lnTo>
                    <a:lnTo>
                      <a:pt x="49250" y="46546"/>
                    </a:lnTo>
                    <a:lnTo>
                      <a:pt x="49335" y="46205"/>
                    </a:lnTo>
                    <a:lnTo>
                      <a:pt x="49421" y="45863"/>
                    </a:lnTo>
                    <a:lnTo>
                      <a:pt x="49492" y="45522"/>
                    </a:lnTo>
                    <a:lnTo>
                      <a:pt x="49563" y="45194"/>
                    </a:lnTo>
                    <a:lnTo>
                      <a:pt x="49606" y="44853"/>
                    </a:lnTo>
                    <a:lnTo>
                      <a:pt x="49648" y="44526"/>
                    </a:lnTo>
                    <a:lnTo>
                      <a:pt x="49677" y="44184"/>
                    </a:lnTo>
                    <a:lnTo>
                      <a:pt x="49705" y="43857"/>
                    </a:lnTo>
                    <a:lnTo>
                      <a:pt x="49705" y="43529"/>
                    </a:lnTo>
                    <a:lnTo>
                      <a:pt x="49705" y="3145"/>
                    </a:lnTo>
                    <a:lnTo>
                      <a:pt x="49691" y="2818"/>
                    </a:lnTo>
                    <a:lnTo>
                      <a:pt x="49648" y="2505"/>
                    </a:lnTo>
                    <a:lnTo>
                      <a:pt x="49563" y="2206"/>
                    </a:lnTo>
                    <a:lnTo>
                      <a:pt x="49463" y="1921"/>
                    </a:lnTo>
                    <a:lnTo>
                      <a:pt x="49321" y="1651"/>
                    </a:lnTo>
                    <a:lnTo>
                      <a:pt x="49165" y="1380"/>
                    </a:lnTo>
                    <a:lnTo>
                      <a:pt x="48994" y="1138"/>
                    </a:lnTo>
                    <a:lnTo>
                      <a:pt x="48780" y="925"/>
                    </a:lnTo>
                    <a:lnTo>
                      <a:pt x="48567" y="712"/>
                    </a:lnTo>
                    <a:lnTo>
                      <a:pt x="48325" y="541"/>
                    </a:lnTo>
                    <a:lnTo>
                      <a:pt x="48055" y="384"/>
                    </a:lnTo>
                    <a:lnTo>
                      <a:pt x="47784" y="242"/>
                    </a:lnTo>
                    <a:lnTo>
                      <a:pt x="47500" y="142"/>
                    </a:lnTo>
                    <a:lnTo>
                      <a:pt x="47201" y="57"/>
                    </a:lnTo>
                    <a:lnTo>
                      <a:pt x="46888" y="14"/>
                    </a:lnTo>
                    <a:lnTo>
                      <a:pt x="46561" y="0"/>
                    </a:lnTo>
                    <a:close/>
                  </a:path>
                </a:pathLst>
              </a:custGeom>
              <a:solidFill>
                <a:srgbClr val="2776EA">
                  <a:alpha val="12549"/>
                </a:srgbClr>
              </a:solidFill>
              <a:ln>
                <a:noFill/>
              </a:ln>
            </p:spPr>
            <p:txBody>
              <a:bodyPr spcFirstLastPara="1" wrap="square" lIns="121900" tIns="121900" rIns="121900" bIns="121900" anchor="ctr" anchorCtr="0">
                <a:noAutofit/>
              </a:bodyPr>
              <a:lstStyle/>
              <a:p>
                <a:pPr defTabSz="1219110">
                  <a:buClr>
                    <a:srgbClr val="000000"/>
                  </a:buClr>
                  <a:defRPr/>
                </a:pPr>
                <a:endParaRPr sz="1851" kern="0" dirty="0">
                  <a:solidFill>
                    <a:srgbClr val="000000"/>
                  </a:solidFill>
                  <a:latin typeface="Arial"/>
                  <a:cs typeface="Arial"/>
                  <a:sym typeface="Arial"/>
                </a:endParaRPr>
              </a:p>
            </p:txBody>
          </p:sp>
          <p:sp>
            <p:nvSpPr>
              <p:cNvPr id="46" name="Google Shape;531;p20">
                <a:extLst>
                  <a:ext uri="{FF2B5EF4-FFF2-40B4-BE49-F238E27FC236}">
                    <a16:creationId xmlns:a16="http://schemas.microsoft.com/office/drawing/2014/main" id="{26C12F01-FD7F-4CA5-B014-B83B74437D02}"/>
                  </a:ext>
                </a:extLst>
              </p:cNvPr>
              <p:cNvSpPr/>
              <p:nvPr/>
            </p:nvSpPr>
            <p:spPr bwMode="auto">
              <a:xfrm>
                <a:off x="7929336" y="2551514"/>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47" name="Google Shape;533;p20">
                <a:extLst>
                  <a:ext uri="{FF2B5EF4-FFF2-40B4-BE49-F238E27FC236}">
                    <a16:creationId xmlns:a16="http://schemas.microsoft.com/office/drawing/2014/main" id="{3CCECA36-67B8-47E1-AA9A-42A200E2523A}"/>
                  </a:ext>
                </a:extLst>
              </p:cNvPr>
              <p:cNvSpPr/>
              <p:nvPr/>
            </p:nvSpPr>
            <p:spPr bwMode="auto">
              <a:xfrm>
                <a:off x="4678689" y="2163798"/>
                <a:ext cx="2833738" cy="4077355"/>
              </a:xfrm>
              <a:custGeom>
                <a:avLst/>
                <a:gdLst/>
                <a:ahLst/>
                <a:cxnLst/>
                <a:rect l="l" t="t" r="r" b="b"/>
                <a:pathLst>
                  <a:path w="49706" h="71520" fill="none" extrusionOk="0">
                    <a:moveTo>
                      <a:pt x="46561" y="0"/>
                    </a:moveTo>
                    <a:lnTo>
                      <a:pt x="3145" y="0"/>
                    </a:lnTo>
                    <a:lnTo>
                      <a:pt x="3145" y="0"/>
                    </a:lnTo>
                    <a:lnTo>
                      <a:pt x="2960" y="0"/>
                    </a:lnTo>
                    <a:lnTo>
                      <a:pt x="2789" y="14"/>
                    </a:lnTo>
                    <a:lnTo>
                      <a:pt x="2604" y="43"/>
                    </a:lnTo>
                    <a:lnTo>
                      <a:pt x="2434" y="85"/>
                    </a:lnTo>
                    <a:lnTo>
                      <a:pt x="2263" y="128"/>
                    </a:lnTo>
                    <a:lnTo>
                      <a:pt x="2106" y="171"/>
                    </a:lnTo>
                    <a:lnTo>
                      <a:pt x="1936" y="242"/>
                    </a:lnTo>
                    <a:lnTo>
                      <a:pt x="1779" y="313"/>
                    </a:lnTo>
                    <a:lnTo>
                      <a:pt x="1637" y="384"/>
                    </a:lnTo>
                    <a:lnTo>
                      <a:pt x="1480" y="470"/>
                    </a:lnTo>
                    <a:lnTo>
                      <a:pt x="1338" y="569"/>
                    </a:lnTo>
                    <a:lnTo>
                      <a:pt x="1210" y="669"/>
                    </a:lnTo>
                    <a:lnTo>
                      <a:pt x="1082" y="783"/>
                    </a:lnTo>
                    <a:lnTo>
                      <a:pt x="954" y="897"/>
                    </a:lnTo>
                    <a:lnTo>
                      <a:pt x="840" y="1010"/>
                    </a:lnTo>
                    <a:lnTo>
                      <a:pt x="726" y="1138"/>
                    </a:lnTo>
                    <a:lnTo>
                      <a:pt x="726" y="1138"/>
                    </a:lnTo>
                    <a:lnTo>
                      <a:pt x="555" y="1352"/>
                    </a:lnTo>
                    <a:lnTo>
                      <a:pt x="413" y="1580"/>
                    </a:lnTo>
                    <a:lnTo>
                      <a:pt x="299" y="1807"/>
                    </a:lnTo>
                    <a:lnTo>
                      <a:pt x="185" y="2063"/>
                    </a:lnTo>
                    <a:lnTo>
                      <a:pt x="114" y="2320"/>
                    </a:lnTo>
                    <a:lnTo>
                      <a:pt x="43" y="2590"/>
                    </a:lnTo>
                    <a:lnTo>
                      <a:pt x="15" y="2860"/>
                    </a:lnTo>
                    <a:lnTo>
                      <a:pt x="0" y="3145"/>
                    </a:lnTo>
                    <a:lnTo>
                      <a:pt x="0" y="43529"/>
                    </a:lnTo>
                    <a:lnTo>
                      <a:pt x="0" y="43529"/>
                    </a:lnTo>
                    <a:lnTo>
                      <a:pt x="15" y="44042"/>
                    </a:lnTo>
                    <a:lnTo>
                      <a:pt x="57" y="44554"/>
                    </a:lnTo>
                    <a:lnTo>
                      <a:pt x="128" y="45080"/>
                    </a:lnTo>
                    <a:lnTo>
                      <a:pt x="228" y="45607"/>
                    </a:lnTo>
                    <a:lnTo>
                      <a:pt x="356" y="46133"/>
                    </a:lnTo>
                    <a:lnTo>
                      <a:pt x="498" y="46660"/>
                    </a:lnTo>
                    <a:lnTo>
                      <a:pt x="669" y="47201"/>
                    </a:lnTo>
                    <a:lnTo>
                      <a:pt x="868" y="47741"/>
                    </a:lnTo>
                    <a:lnTo>
                      <a:pt x="1082" y="48282"/>
                    </a:lnTo>
                    <a:lnTo>
                      <a:pt x="1324" y="48823"/>
                    </a:lnTo>
                    <a:lnTo>
                      <a:pt x="1594" y="49364"/>
                    </a:lnTo>
                    <a:lnTo>
                      <a:pt x="1864" y="49904"/>
                    </a:lnTo>
                    <a:lnTo>
                      <a:pt x="2163" y="50445"/>
                    </a:lnTo>
                    <a:lnTo>
                      <a:pt x="2491" y="50986"/>
                    </a:lnTo>
                    <a:lnTo>
                      <a:pt x="2818" y="51527"/>
                    </a:lnTo>
                    <a:lnTo>
                      <a:pt x="3174" y="52082"/>
                    </a:lnTo>
                    <a:lnTo>
                      <a:pt x="3529" y="52622"/>
                    </a:lnTo>
                    <a:lnTo>
                      <a:pt x="3914" y="53163"/>
                    </a:lnTo>
                    <a:lnTo>
                      <a:pt x="4312" y="53690"/>
                    </a:lnTo>
                    <a:lnTo>
                      <a:pt x="4710" y="54230"/>
                    </a:lnTo>
                    <a:lnTo>
                      <a:pt x="5137" y="54771"/>
                    </a:lnTo>
                    <a:lnTo>
                      <a:pt x="5564" y="55298"/>
                    </a:lnTo>
                    <a:lnTo>
                      <a:pt x="5991" y="55824"/>
                    </a:lnTo>
                    <a:lnTo>
                      <a:pt x="6446" y="56351"/>
                    </a:lnTo>
                    <a:lnTo>
                      <a:pt x="7357" y="57389"/>
                    </a:lnTo>
                    <a:lnTo>
                      <a:pt x="8311" y="58400"/>
                    </a:lnTo>
                    <a:lnTo>
                      <a:pt x="9264" y="59396"/>
                    </a:lnTo>
                    <a:lnTo>
                      <a:pt x="10246" y="60363"/>
                    </a:lnTo>
                    <a:lnTo>
                      <a:pt x="11213" y="61317"/>
                    </a:lnTo>
                    <a:lnTo>
                      <a:pt x="12195" y="62228"/>
                    </a:lnTo>
                    <a:lnTo>
                      <a:pt x="13149" y="63096"/>
                    </a:lnTo>
                    <a:lnTo>
                      <a:pt x="14102" y="63935"/>
                    </a:lnTo>
                    <a:lnTo>
                      <a:pt x="15013" y="64746"/>
                    </a:lnTo>
                    <a:lnTo>
                      <a:pt x="15909" y="65500"/>
                    </a:lnTo>
                    <a:lnTo>
                      <a:pt x="16763" y="66212"/>
                    </a:lnTo>
                    <a:lnTo>
                      <a:pt x="17560" y="66881"/>
                    </a:lnTo>
                    <a:lnTo>
                      <a:pt x="19011" y="68048"/>
                    </a:lnTo>
                    <a:lnTo>
                      <a:pt x="20178" y="68987"/>
                    </a:lnTo>
                    <a:lnTo>
                      <a:pt x="21032" y="69670"/>
                    </a:lnTo>
                    <a:lnTo>
                      <a:pt x="21317" y="69897"/>
                    </a:lnTo>
                    <a:lnTo>
                      <a:pt x="21487" y="70068"/>
                    </a:lnTo>
                    <a:lnTo>
                      <a:pt x="21487" y="70068"/>
                    </a:lnTo>
                    <a:lnTo>
                      <a:pt x="21672" y="70239"/>
                    </a:lnTo>
                    <a:lnTo>
                      <a:pt x="21872" y="70410"/>
                    </a:lnTo>
                    <a:lnTo>
                      <a:pt x="22071" y="70566"/>
                    </a:lnTo>
                    <a:lnTo>
                      <a:pt x="22270" y="70709"/>
                    </a:lnTo>
                    <a:lnTo>
                      <a:pt x="22484" y="70837"/>
                    </a:lnTo>
                    <a:lnTo>
                      <a:pt x="22697" y="70950"/>
                    </a:lnTo>
                    <a:lnTo>
                      <a:pt x="22910" y="71064"/>
                    </a:lnTo>
                    <a:lnTo>
                      <a:pt x="23138" y="71164"/>
                    </a:lnTo>
                    <a:lnTo>
                      <a:pt x="23366" y="71249"/>
                    </a:lnTo>
                    <a:lnTo>
                      <a:pt x="23593" y="71320"/>
                    </a:lnTo>
                    <a:lnTo>
                      <a:pt x="23821" y="71377"/>
                    </a:lnTo>
                    <a:lnTo>
                      <a:pt x="24049" y="71434"/>
                    </a:lnTo>
                    <a:lnTo>
                      <a:pt x="24291" y="71477"/>
                    </a:lnTo>
                    <a:lnTo>
                      <a:pt x="24533" y="71505"/>
                    </a:lnTo>
                    <a:lnTo>
                      <a:pt x="24760" y="71520"/>
                    </a:lnTo>
                    <a:lnTo>
                      <a:pt x="25002" y="71520"/>
                    </a:lnTo>
                    <a:lnTo>
                      <a:pt x="25002" y="71520"/>
                    </a:lnTo>
                    <a:lnTo>
                      <a:pt x="25244" y="71520"/>
                    </a:lnTo>
                    <a:lnTo>
                      <a:pt x="25472" y="71505"/>
                    </a:lnTo>
                    <a:lnTo>
                      <a:pt x="25714" y="71477"/>
                    </a:lnTo>
                    <a:lnTo>
                      <a:pt x="25956" y="71434"/>
                    </a:lnTo>
                    <a:lnTo>
                      <a:pt x="26183" y="71377"/>
                    </a:lnTo>
                    <a:lnTo>
                      <a:pt x="26411" y="71320"/>
                    </a:lnTo>
                    <a:lnTo>
                      <a:pt x="26639" y="71249"/>
                    </a:lnTo>
                    <a:lnTo>
                      <a:pt x="26866" y="71164"/>
                    </a:lnTo>
                    <a:lnTo>
                      <a:pt x="27094" y="71064"/>
                    </a:lnTo>
                    <a:lnTo>
                      <a:pt x="27307" y="70950"/>
                    </a:lnTo>
                    <a:lnTo>
                      <a:pt x="27521" y="70837"/>
                    </a:lnTo>
                    <a:lnTo>
                      <a:pt x="27734" y="70709"/>
                    </a:lnTo>
                    <a:lnTo>
                      <a:pt x="27934" y="70566"/>
                    </a:lnTo>
                    <a:lnTo>
                      <a:pt x="28133" y="70410"/>
                    </a:lnTo>
                    <a:lnTo>
                      <a:pt x="28318" y="70253"/>
                    </a:lnTo>
                    <a:lnTo>
                      <a:pt x="28503" y="70068"/>
                    </a:lnTo>
                    <a:lnTo>
                      <a:pt x="28503" y="70068"/>
                    </a:lnTo>
                    <a:lnTo>
                      <a:pt x="28645" y="69926"/>
                    </a:lnTo>
                    <a:lnTo>
                      <a:pt x="28645" y="69926"/>
                    </a:lnTo>
                    <a:lnTo>
                      <a:pt x="28787" y="69798"/>
                    </a:lnTo>
                    <a:lnTo>
                      <a:pt x="29001" y="69613"/>
                    </a:lnTo>
                    <a:lnTo>
                      <a:pt x="29627" y="69101"/>
                    </a:lnTo>
                    <a:lnTo>
                      <a:pt x="31548" y="67535"/>
                    </a:lnTo>
                    <a:lnTo>
                      <a:pt x="32786" y="66511"/>
                    </a:lnTo>
                    <a:lnTo>
                      <a:pt x="34166" y="65344"/>
                    </a:lnTo>
                    <a:lnTo>
                      <a:pt x="35646" y="64049"/>
                    </a:lnTo>
                    <a:lnTo>
                      <a:pt x="36415" y="63352"/>
                    </a:lnTo>
                    <a:lnTo>
                      <a:pt x="37197" y="62640"/>
                    </a:lnTo>
                    <a:lnTo>
                      <a:pt x="37994" y="61900"/>
                    </a:lnTo>
                    <a:lnTo>
                      <a:pt x="38791" y="61132"/>
                    </a:lnTo>
                    <a:lnTo>
                      <a:pt x="39602" y="60335"/>
                    </a:lnTo>
                    <a:lnTo>
                      <a:pt x="40399" y="59538"/>
                    </a:lnTo>
                    <a:lnTo>
                      <a:pt x="41196" y="58713"/>
                    </a:lnTo>
                    <a:lnTo>
                      <a:pt x="41978" y="57873"/>
                    </a:lnTo>
                    <a:lnTo>
                      <a:pt x="42747" y="57019"/>
                    </a:lnTo>
                    <a:lnTo>
                      <a:pt x="43487" y="56151"/>
                    </a:lnTo>
                    <a:lnTo>
                      <a:pt x="44213" y="55269"/>
                    </a:lnTo>
                    <a:lnTo>
                      <a:pt x="44910" y="54373"/>
                    </a:lnTo>
                    <a:lnTo>
                      <a:pt x="45579" y="53490"/>
                    </a:lnTo>
                    <a:lnTo>
                      <a:pt x="46219" y="52580"/>
                    </a:lnTo>
                    <a:lnTo>
                      <a:pt x="46518" y="52139"/>
                    </a:lnTo>
                    <a:lnTo>
                      <a:pt x="46817" y="51683"/>
                    </a:lnTo>
                    <a:lnTo>
                      <a:pt x="47087" y="51228"/>
                    </a:lnTo>
                    <a:lnTo>
                      <a:pt x="47357" y="50772"/>
                    </a:lnTo>
                    <a:lnTo>
                      <a:pt x="47614" y="50331"/>
                    </a:lnTo>
                    <a:lnTo>
                      <a:pt x="47870" y="49876"/>
                    </a:lnTo>
                    <a:lnTo>
                      <a:pt x="48097" y="49421"/>
                    </a:lnTo>
                    <a:lnTo>
                      <a:pt x="48311" y="48965"/>
                    </a:lnTo>
                    <a:lnTo>
                      <a:pt x="48311" y="48965"/>
                    </a:lnTo>
                    <a:lnTo>
                      <a:pt x="48624" y="48268"/>
                    </a:lnTo>
                    <a:lnTo>
                      <a:pt x="48894" y="47585"/>
                    </a:lnTo>
                    <a:lnTo>
                      <a:pt x="49022" y="47229"/>
                    </a:lnTo>
                    <a:lnTo>
                      <a:pt x="49136" y="46888"/>
                    </a:lnTo>
                    <a:lnTo>
                      <a:pt x="49250" y="46546"/>
                    </a:lnTo>
                    <a:lnTo>
                      <a:pt x="49335" y="46205"/>
                    </a:lnTo>
                    <a:lnTo>
                      <a:pt x="49421" y="45863"/>
                    </a:lnTo>
                    <a:lnTo>
                      <a:pt x="49492" y="45522"/>
                    </a:lnTo>
                    <a:lnTo>
                      <a:pt x="49563" y="45194"/>
                    </a:lnTo>
                    <a:lnTo>
                      <a:pt x="49606" y="44853"/>
                    </a:lnTo>
                    <a:lnTo>
                      <a:pt x="49648" y="44526"/>
                    </a:lnTo>
                    <a:lnTo>
                      <a:pt x="49677" y="44184"/>
                    </a:lnTo>
                    <a:lnTo>
                      <a:pt x="49705" y="43857"/>
                    </a:lnTo>
                    <a:lnTo>
                      <a:pt x="49705" y="43529"/>
                    </a:lnTo>
                    <a:lnTo>
                      <a:pt x="49705" y="3145"/>
                    </a:lnTo>
                    <a:lnTo>
                      <a:pt x="49705" y="3145"/>
                    </a:lnTo>
                    <a:lnTo>
                      <a:pt x="49691" y="2818"/>
                    </a:lnTo>
                    <a:lnTo>
                      <a:pt x="49648" y="2505"/>
                    </a:lnTo>
                    <a:lnTo>
                      <a:pt x="49563" y="2206"/>
                    </a:lnTo>
                    <a:lnTo>
                      <a:pt x="49463" y="1921"/>
                    </a:lnTo>
                    <a:lnTo>
                      <a:pt x="49321" y="1651"/>
                    </a:lnTo>
                    <a:lnTo>
                      <a:pt x="49165" y="1380"/>
                    </a:lnTo>
                    <a:lnTo>
                      <a:pt x="48994" y="1138"/>
                    </a:lnTo>
                    <a:lnTo>
                      <a:pt x="48780" y="925"/>
                    </a:lnTo>
                    <a:lnTo>
                      <a:pt x="48567" y="712"/>
                    </a:lnTo>
                    <a:lnTo>
                      <a:pt x="48325" y="541"/>
                    </a:lnTo>
                    <a:lnTo>
                      <a:pt x="48055" y="384"/>
                    </a:lnTo>
                    <a:lnTo>
                      <a:pt x="47784" y="242"/>
                    </a:lnTo>
                    <a:lnTo>
                      <a:pt x="47500" y="142"/>
                    </a:lnTo>
                    <a:lnTo>
                      <a:pt x="47201" y="57"/>
                    </a:lnTo>
                    <a:lnTo>
                      <a:pt x="46888" y="14"/>
                    </a:lnTo>
                    <a:lnTo>
                      <a:pt x="46561" y="0"/>
                    </a:lnTo>
                  </a:path>
                </a:pathLst>
              </a:custGeom>
              <a:no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8" name="Google Shape;534;p20">
                <a:extLst>
                  <a:ext uri="{FF2B5EF4-FFF2-40B4-BE49-F238E27FC236}">
                    <a16:creationId xmlns:a16="http://schemas.microsoft.com/office/drawing/2014/main" id="{92545856-306B-47BD-98B6-264956EB2351}"/>
                  </a:ext>
                </a:extLst>
              </p:cNvPr>
              <p:cNvSpPr/>
              <p:nvPr/>
            </p:nvSpPr>
            <p:spPr bwMode="auto">
              <a:xfrm>
                <a:off x="4610503" y="2095611"/>
                <a:ext cx="2970050" cy="4213668"/>
              </a:xfrm>
              <a:custGeom>
                <a:avLst/>
                <a:gdLst/>
                <a:ahLst/>
                <a:cxnLst/>
                <a:rect l="l" t="t" r="r" b="b"/>
                <a:pathLst>
                  <a:path w="52097" h="73911" extrusionOk="0">
                    <a:moveTo>
                      <a:pt x="47757" y="1196"/>
                    </a:moveTo>
                    <a:lnTo>
                      <a:pt x="48084" y="1210"/>
                    </a:lnTo>
                    <a:lnTo>
                      <a:pt x="48397" y="1253"/>
                    </a:lnTo>
                    <a:lnTo>
                      <a:pt x="48696" y="1338"/>
                    </a:lnTo>
                    <a:lnTo>
                      <a:pt x="48980" y="1438"/>
                    </a:lnTo>
                    <a:lnTo>
                      <a:pt x="49251" y="1580"/>
                    </a:lnTo>
                    <a:lnTo>
                      <a:pt x="49521" y="1737"/>
                    </a:lnTo>
                    <a:lnTo>
                      <a:pt x="49763" y="1908"/>
                    </a:lnTo>
                    <a:lnTo>
                      <a:pt x="49976" y="2121"/>
                    </a:lnTo>
                    <a:lnTo>
                      <a:pt x="50190" y="2334"/>
                    </a:lnTo>
                    <a:lnTo>
                      <a:pt x="50361" y="2576"/>
                    </a:lnTo>
                    <a:lnTo>
                      <a:pt x="50517" y="2847"/>
                    </a:lnTo>
                    <a:lnTo>
                      <a:pt x="50659" y="3117"/>
                    </a:lnTo>
                    <a:lnTo>
                      <a:pt x="50759" y="3402"/>
                    </a:lnTo>
                    <a:lnTo>
                      <a:pt x="50844" y="3701"/>
                    </a:lnTo>
                    <a:lnTo>
                      <a:pt x="50887" y="4014"/>
                    </a:lnTo>
                    <a:lnTo>
                      <a:pt x="50901" y="4341"/>
                    </a:lnTo>
                    <a:lnTo>
                      <a:pt x="50901" y="44725"/>
                    </a:lnTo>
                    <a:lnTo>
                      <a:pt x="50901" y="45053"/>
                    </a:lnTo>
                    <a:lnTo>
                      <a:pt x="50873" y="45380"/>
                    </a:lnTo>
                    <a:lnTo>
                      <a:pt x="50844" y="45722"/>
                    </a:lnTo>
                    <a:lnTo>
                      <a:pt x="50802" y="46049"/>
                    </a:lnTo>
                    <a:lnTo>
                      <a:pt x="50759" y="46390"/>
                    </a:lnTo>
                    <a:lnTo>
                      <a:pt x="50688" y="46718"/>
                    </a:lnTo>
                    <a:lnTo>
                      <a:pt x="50617" y="47059"/>
                    </a:lnTo>
                    <a:lnTo>
                      <a:pt x="50531" y="47401"/>
                    </a:lnTo>
                    <a:lnTo>
                      <a:pt x="50446" y="47742"/>
                    </a:lnTo>
                    <a:lnTo>
                      <a:pt x="50332" y="48084"/>
                    </a:lnTo>
                    <a:lnTo>
                      <a:pt x="50218" y="48425"/>
                    </a:lnTo>
                    <a:lnTo>
                      <a:pt x="50090" y="48781"/>
                    </a:lnTo>
                    <a:lnTo>
                      <a:pt x="49820" y="49464"/>
                    </a:lnTo>
                    <a:lnTo>
                      <a:pt x="49507" y="50161"/>
                    </a:lnTo>
                    <a:lnTo>
                      <a:pt x="49293" y="50617"/>
                    </a:lnTo>
                    <a:lnTo>
                      <a:pt x="49066" y="51072"/>
                    </a:lnTo>
                    <a:lnTo>
                      <a:pt x="48810" y="51527"/>
                    </a:lnTo>
                    <a:lnTo>
                      <a:pt x="48553" y="51968"/>
                    </a:lnTo>
                    <a:lnTo>
                      <a:pt x="48283" y="52424"/>
                    </a:lnTo>
                    <a:lnTo>
                      <a:pt x="48013" y="52879"/>
                    </a:lnTo>
                    <a:lnTo>
                      <a:pt x="47714" y="53335"/>
                    </a:lnTo>
                    <a:lnTo>
                      <a:pt x="47415" y="53776"/>
                    </a:lnTo>
                    <a:lnTo>
                      <a:pt x="46775" y="54686"/>
                    </a:lnTo>
                    <a:lnTo>
                      <a:pt x="46106" y="55569"/>
                    </a:lnTo>
                    <a:lnTo>
                      <a:pt x="45409" y="56465"/>
                    </a:lnTo>
                    <a:lnTo>
                      <a:pt x="44683" y="57347"/>
                    </a:lnTo>
                    <a:lnTo>
                      <a:pt x="43943" y="58215"/>
                    </a:lnTo>
                    <a:lnTo>
                      <a:pt x="43174" y="59069"/>
                    </a:lnTo>
                    <a:lnTo>
                      <a:pt x="42392" y="59909"/>
                    </a:lnTo>
                    <a:lnTo>
                      <a:pt x="41595" y="60734"/>
                    </a:lnTo>
                    <a:lnTo>
                      <a:pt x="40798" y="61531"/>
                    </a:lnTo>
                    <a:lnTo>
                      <a:pt x="39987" y="62328"/>
                    </a:lnTo>
                    <a:lnTo>
                      <a:pt x="39190" y="63096"/>
                    </a:lnTo>
                    <a:lnTo>
                      <a:pt x="38393" y="63836"/>
                    </a:lnTo>
                    <a:lnTo>
                      <a:pt x="37611" y="64548"/>
                    </a:lnTo>
                    <a:lnTo>
                      <a:pt x="36842" y="65245"/>
                    </a:lnTo>
                    <a:lnTo>
                      <a:pt x="35362" y="66540"/>
                    </a:lnTo>
                    <a:lnTo>
                      <a:pt x="33982" y="67707"/>
                    </a:lnTo>
                    <a:lnTo>
                      <a:pt x="32744" y="68731"/>
                    </a:lnTo>
                    <a:lnTo>
                      <a:pt x="30823" y="70297"/>
                    </a:lnTo>
                    <a:lnTo>
                      <a:pt x="30197" y="70809"/>
                    </a:lnTo>
                    <a:lnTo>
                      <a:pt x="29983" y="70994"/>
                    </a:lnTo>
                    <a:lnTo>
                      <a:pt x="29841" y="71122"/>
                    </a:lnTo>
                    <a:lnTo>
                      <a:pt x="29699" y="71264"/>
                    </a:lnTo>
                    <a:lnTo>
                      <a:pt x="29514" y="71449"/>
                    </a:lnTo>
                    <a:lnTo>
                      <a:pt x="29329" y="71606"/>
                    </a:lnTo>
                    <a:lnTo>
                      <a:pt x="29130" y="71762"/>
                    </a:lnTo>
                    <a:lnTo>
                      <a:pt x="28930" y="71905"/>
                    </a:lnTo>
                    <a:lnTo>
                      <a:pt x="28717" y="72033"/>
                    </a:lnTo>
                    <a:lnTo>
                      <a:pt x="28503" y="72146"/>
                    </a:lnTo>
                    <a:lnTo>
                      <a:pt x="28290" y="72260"/>
                    </a:lnTo>
                    <a:lnTo>
                      <a:pt x="28062" y="72360"/>
                    </a:lnTo>
                    <a:lnTo>
                      <a:pt x="27835" y="72445"/>
                    </a:lnTo>
                    <a:lnTo>
                      <a:pt x="27607" y="72516"/>
                    </a:lnTo>
                    <a:lnTo>
                      <a:pt x="27379" y="72573"/>
                    </a:lnTo>
                    <a:lnTo>
                      <a:pt x="27152" y="72630"/>
                    </a:lnTo>
                    <a:lnTo>
                      <a:pt x="26910" y="72673"/>
                    </a:lnTo>
                    <a:lnTo>
                      <a:pt x="26668" y="72701"/>
                    </a:lnTo>
                    <a:lnTo>
                      <a:pt x="26440" y="72716"/>
                    </a:lnTo>
                    <a:lnTo>
                      <a:pt x="25956" y="72716"/>
                    </a:lnTo>
                    <a:lnTo>
                      <a:pt x="25729" y="72701"/>
                    </a:lnTo>
                    <a:lnTo>
                      <a:pt x="25487" y="72673"/>
                    </a:lnTo>
                    <a:lnTo>
                      <a:pt x="25245" y="72630"/>
                    </a:lnTo>
                    <a:lnTo>
                      <a:pt x="25017" y="72573"/>
                    </a:lnTo>
                    <a:lnTo>
                      <a:pt x="24789" y="72516"/>
                    </a:lnTo>
                    <a:lnTo>
                      <a:pt x="24562" y="72445"/>
                    </a:lnTo>
                    <a:lnTo>
                      <a:pt x="24334" y="72360"/>
                    </a:lnTo>
                    <a:lnTo>
                      <a:pt x="24106" y="72260"/>
                    </a:lnTo>
                    <a:lnTo>
                      <a:pt x="23893" y="72146"/>
                    </a:lnTo>
                    <a:lnTo>
                      <a:pt x="23680" y="72033"/>
                    </a:lnTo>
                    <a:lnTo>
                      <a:pt x="23466" y="71905"/>
                    </a:lnTo>
                    <a:lnTo>
                      <a:pt x="23267" y="71762"/>
                    </a:lnTo>
                    <a:lnTo>
                      <a:pt x="23068" y="71606"/>
                    </a:lnTo>
                    <a:lnTo>
                      <a:pt x="22868" y="71435"/>
                    </a:lnTo>
                    <a:lnTo>
                      <a:pt x="22683" y="71264"/>
                    </a:lnTo>
                    <a:lnTo>
                      <a:pt x="22513" y="71093"/>
                    </a:lnTo>
                    <a:lnTo>
                      <a:pt x="22228" y="70866"/>
                    </a:lnTo>
                    <a:lnTo>
                      <a:pt x="21374" y="70183"/>
                    </a:lnTo>
                    <a:lnTo>
                      <a:pt x="20207" y="69244"/>
                    </a:lnTo>
                    <a:lnTo>
                      <a:pt x="18756" y="68077"/>
                    </a:lnTo>
                    <a:lnTo>
                      <a:pt x="17959" y="67408"/>
                    </a:lnTo>
                    <a:lnTo>
                      <a:pt x="17105" y="66696"/>
                    </a:lnTo>
                    <a:lnTo>
                      <a:pt x="16209" y="65942"/>
                    </a:lnTo>
                    <a:lnTo>
                      <a:pt x="15298" y="65131"/>
                    </a:lnTo>
                    <a:lnTo>
                      <a:pt x="14345" y="64292"/>
                    </a:lnTo>
                    <a:lnTo>
                      <a:pt x="13391" y="63424"/>
                    </a:lnTo>
                    <a:lnTo>
                      <a:pt x="12409" y="62513"/>
                    </a:lnTo>
                    <a:lnTo>
                      <a:pt x="11442" y="61559"/>
                    </a:lnTo>
                    <a:lnTo>
                      <a:pt x="10460" y="60592"/>
                    </a:lnTo>
                    <a:lnTo>
                      <a:pt x="9507" y="59596"/>
                    </a:lnTo>
                    <a:lnTo>
                      <a:pt x="8553" y="58585"/>
                    </a:lnTo>
                    <a:lnTo>
                      <a:pt x="7642" y="57547"/>
                    </a:lnTo>
                    <a:lnTo>
                      <a:pt x="7187" y="57020"/>
                    </a:lnTo>
                    <a:lnTo>
                      <a:pt x="6760" y="56494"/>
                    </a:lnTo>
                    <a:lnTo>
                      <a:pt x="6333" y="55967"/>
                    </a:lnTo>
                    <a:lnTo>
                      <a:pt x="5906" y="55426"/>
                    </a:lnTo>
                    <a:lnTo>
                      <a:pt x="5508" y="54886"/>
                    </a:lnTo>
                    <a:lnTo>
                      <a:pt x="5110" y="54359"/>
                    </a:lnTo>
                    <a:lnTo>
                      <a:pt x="4725" y="53818"/>
                    </a:lnTo>
                    <a:lnTo>
                      <a:pt x="4370" y="53278"/>
                    </a:lnTo>
                    <a:lnTo>
                      <a:pt x="4014" y="52723"/>
                    </a:lnTo>
                    <a:lnTo>
                      <a:pt x="3687" y="52182"/>
                    </a:lnTo>
                    <a:lnTo>
                      <a:pt x="3359" y="51641"/>
                    </a:lnTo>
                    <a:lnTo>
                      <a:pt x="3060" y="51100"/>
                    </a:lnTo>
                    <a:lnTo>
                      <a:pt x="2790" y="50560"/>
                    </a:lnTo>
                    <a:lnTo>
                      <a:pt x="2520" y="50019"/>
                    </a:lnTo>
                    <a:lnTo>
                      <a:pt x="2278" y="49478"/>
                    </a:lnTo>
                    <a:lnTo>
                      <a:pt x="2064" y="48937"/>
                    </a:lnTo>
                    <a:lnTo>
                      <a:pt x="1865" y="48397"/>
                    </a:lnTo>
                    <a:lnTo>
                      <a:pt x="1694" y="47856"/>
                    </a:lnTo>
                    <a:lnTo>
                      <a:pt x="1552" y="47329"/>
                    </a:lnTo>
                    <a:lnTo>
                      <a:pt x="1424" y="46803"/>
                    </a:lnTo>
                    <a:lnTo>
                      <a:pt x="1324" y="46276"/>
                    </a:lnTo>
                    <a:lnTo>
                      <a:pt x="1253" y="45750"/>
                    </a:lnTo>
                    <a:lnTo>
                      <a:pt x="1211" y="45238"/>
                    </a:lnTo>
                    <a:lnTo>
                      <a:pt x="1196" y="44725"/>
                    </a:lnTo>
                    <a:lnTo>
                      <a:pt x="1196" y="4341"/>
                    </a:lnTo>
                    <a:lnTo>
                      <a:pt x="1211" y="4056"/>
                    </a:lnTo>
                    <a:lnTo>
                      <a:pt x="1239" y="3786"/>
                    </a:lnTo>
                    <a:lnTo>
                      <a:pt x="1310" y="3516"/>
                    </a:lnTo>
                    <a:lnTo>
                      <a:pt x="1381" y="3259"/>
                    </a:lnTo>
                    <a:lnTo>
                      <a:pt x="1495" y="3003"/>
                    </a:lnTo>
                    <a:lnTo>
                      <a:pt x="1609" y="2776"/>
                    </a:lnTo>
                    <a:lnTo>
                      <a:pt x="1751" y="2548"/>
                    </a:lnTo>
                    <a:lnTo>
                      <a:pt x="1922" y="2334"/>
                    </a:lnTo>
                    <a:lnTo>
                      <a:pt x="2036" y="2206"/>
                    </a:lnTo>
                    <a:lnTo>
                      <a:pt x="2150" y="2093"/>
                    </a:lnTo>
                    <a:lnTo>
                      <a:pt x="2278" y="1979"/>
                    </a:lnTo>
                    <a:lnTo>
                      <a:pt x="2406" y="1865"/>
                    </a:lnTo>
                    <a:lnTo>
                      <a:pt x="2534" y="1765"/>
                    </a:lnTo>
                    <a:lnTo>
                      <a:pt x="2676" y="1666"/>
                    </a:lnTo>
                    <a:lnTo>
                      <a:pt x="2833" y="1580"/>
                    </a:lnTo>
                    <a:lnTo>
                      <a:pt x="2975" y="1509"/>
                    </a:lnTo>
                    <a:lnTo>
                      <a:pt x="3132" y="1438"/>
                    </a:lnTo>
                    <a:lnTo>
                      <a:pt x="3302" y="1367"/>
                    </a:lnTo>
                    <a:lnTo>
                      <a:pt x="3459" y="1324"/>
                    </a:lnTo>
                    <a:lnTo>
                      <a:pt x="3630" y="1281"/>
                    </a:lnTo>
                    <a:lnTo>
                      <a:pt x="3800" y="1239"/>
                    </a:lnTo>
                    <a:lnTo>
                      <a:pt x="3985" y="1210"/>
                    </a:lnTo>
                    <a:lnTo>
                      <a:pt x="4156" y="1196"/>
                    </a:lnTo>
                    <a:close/>
                    <a:moveTo>
                      <a:pt x="4341" y="1"/>
                    </a:moveTo>
                    <a:lnTo>
                      <a:pt x="4113" y="15"/>
                    </a:lnTo>
                    <a:lnTo>
                      <a:pt x="3900" y="29"/>
                    </a:lnTo>
                    <a:lnTo>
                      <a:pt x="3687" y="58"/>
                    </a:lnTo>
                    <a:lnTo>
                      <a:pt x="3473" y="86"/>
                    </a:lnTo>
                    <a:lnTo>
                      <a:pt x="3260" y="143"/>
                    </a:lnTo>
                    <a:lnTo>
                      <a:pt x="3046" y="200"/>
                    </a:lnTo>
                    <a:lnTo>
                      <a:pt x="2847" y="271"/>
                    </a:lnTo>
                    <a:lnTo>
                      <a:pt x="2662" y="342"/>
                    </a:lnTo>
                    <a:lnTo>
                      <a:pt x="2463" y="428"/>
                    </a:lnTo>
                    <a:lnTo>
                      <a:pt x="2278" y="527"/>
                    </a:lnTo>
                    <a:lnTo>
                      <a:pt x="2093" y="627"/>
                    </a:lnTo>
                    <a:lnTo>
                      <a:pt x="1922" y="741"/>
                    </a:lnTo>
                    <a:lnTo>
                      <a:pt x="1751" y="869"/>
                    </a:lnTo>
                    <a:lnTo>
                      <a:pt x="1581" y="997"/>
                    </a:lnTo>
                    <a:lnTo>
                      <a:pt x="1424" y="1125"/>
                    </a:lnTo>
                    <a:lnTo>
                      <a:pt x="1282" y="1281"/>
                    </a:lnTo>
                    <a:lnTo>
                      <a:pt x="1125" y="1424"/>
                    </a:lnTo>
                    <a:lnTo>
                      <a:pt x="997" y="1580"/>
                    </a:lnTo>
                    <a:lnTo>
                      <a:pt x="869" y="1751"/>
                    </a:lnTo>
                    <a:lnTo>
                      <a:pt x="741" y="1922"/>
                    </a:lnTo>
                    <a:lnTo>
                      <a:pt x="627" y="2093"/>
                    </a:lnTo>
                    <a:lnTo>
                      <a:pt x="527" y="2278"/>
                    </a:lnTo>
                    <a:lnTo>
                      <a:pt x="428" y="2463"/>
                    </a:lnTo>
                    <a:lnTo>
                      <a:pt x="343" y="2648"/>
                    </a:lnTo>
                    <a:lnTo>
                      <a:pt x="271" y="2847"/>
                    </a:lnTo>
                    <a:lnTo>
                      <a:pt x="200" y="3046"/>
                    </a:lnTo>
                    <a:lnTo>
                      <a:pt x="143" y="3259"/>
                    </a:lnTo>
                    <a:lnTo>
                      <a:pt x="86" y="3473"/>
                    </a:lnTo>
                    <a:lnTo>
                      <a:pt x="58" y="3686"/>
                    </a:lnTo>
                    <a:lnTo>
                      <a:pt x="29" y="3900"/>
                    </a:lnTo>
                    <a:lnTo>
                      <a:pt x="15" y="4113"/>
                    </a:lnTo>
                    <a:lnTo>
                      <a:pt x="1" y="4341"/>
                    </a:lnTo>
                    <a:lnTo>
                      <a:pt x="1" y="44725"/>
                    </a:lnTo>
                    <a:lnTo>
                      <a:pt x="15" y="45152"/>
                    </a:lnTo>
                    <a:lnTo>
                      <a:pt x="44" y="45565"/>
                    </a:lnTo>
                    <a:lnTo>
                      <a:pt x="72" y="45992"/>
                    </a:lnTo>
                    <a:lnTo>
                      <a:pt x="143" y="46419"/>
                    </a:lnTo>
                    <a:lnTo>
                      <a:pt x="214" y="46846"/>
                    </a:lnTo>
                    <a:lnTo>
                      <a:pt x="300" y="47273"/>
                    </a:lnTo>
                    <a:lnTo>
                      <a:pt x="399" y="47699"/>
                    </a:lnTo>
                    <a:lnTo>
                      <a:pt x="527" y="48126"/>
                    </a:lnTo>
                    <a:lnTo>
                      <a:pt x="656" y="48553"/>
                    </a:lnTo>
                    <a:lnTo>
                      <a:pt x="798" y="48994"/>
                    </a:lnTo>
                    <a:lnTo>
                      <a:pt x="969" y="49421"/>
                    </a:lnTo>
                    <a:lnTo>
                      <a:pt x="1139" y="49862"/>
                    </a:lnTo>
                    <a:lnTo>
                      <a:pt x="1324" y="50289"/>
                    </a:lnTo>
                    <a:lnTo>
                      <a:pt x="1524" y="50730"/>
                    </a:lnTo>
                    <a:lnTo>
                      <a:pt x="1737" y="51172"/>
                    </a:lnTo>
                    <a:lnTo>
                      <a:pt x="1965" y="51598"/>
                    </a:lnTo>
                    <a:lnTo>
                      <a:pt x="2192" y="52040"/>
                    </a:lnTo>
                    <a:lnTo>
                      <a:pt x="2449" y="52481"/>
                    </a:lnTo>
                    <a:lnTo>
                      <a:pt x="2705" y="52908"/>
                    </a:lnTo>
                    <a:lnTo>
                      <a:pt x="2975" y="53349"/>
                    </a:lnTo>
                    <a:lnTo>
                      <a:pt x="3245" y="53790"/>
                    </a:lnTo>
                    <a:lnTo>
                      <a:pt x="3544" y="54217"/>
                    </a:lnTo>
                    <a:lnTo>
                      <a:pt x="4156" y="55099"/>
                    </a:lnTo>
                    <a:lnTo>
                      <a:pt x="4796" y="55967"/>
                    </a:lnTo>
                    <a:lnTo>
                      <a:pt x="5480" y="56835"/>
                    </a:lnTo>
                    <a:lnTo>
                      <a:pt x="6177" y="57703"/>
                    </a:lnTo>
                    <a:lnTo>
                      <a:pt x="6917" y="58557"/>
                    </a:lnTo>
                    <a:lnTo>
                      <a:pt x="7685" y="59411"/>
                    </a:lnTo>
                    <a:lnTo>
                      <a:pt x="8468" y="60250"/>
                    </a:lnTo>
                    <a:lnTo>
                      <a:pt x="9279" y="61090"/>
                    </a:lnTo>
                    <a:lnTo>
                      <a:pt x="10104" y="61929"/>
                    </a:lnTo>
                    <a:lnTo>
                      <a:pt x="10944" y="62741"/>
                    </a:lnTo>
                    <a:lnTo>
                      <a:pt x="11798" y="63552"/>
                    </a:lnTo>
                    <a:lnTo>
                      <a:pt x="12651" y="64363"/>
                    </a:lnTo>
                    <a:lnTo>
                      <a:pt x="13519" y="65145"/>
                    </a:lnTo>
                    <a:lnTo>
                      <a:pt x="14402" y="65928"/>
                    </a:lnTo>
                    <a:lnTo>
                      <a:pt x="15270" y="66682"/>
                    </a:lnTo>
                    <a:lnTo>
                      <a:pt x="16152" y="67436"/>
                    </a:lnTo>
                    <a:lnTo>
                      <a:pt x="17020" y="68162"/>
                    </a:lnTo>
                    <a:lnTo>
                      <a:pt x="18742" y="69585"/>
                    </a:lnTo>
                    <a:lnTo>
                      <a:pt x="20407" y="70937"/>
                    </a:lnTo>
                    <a:lnTo>
                      <a:pt x="21317" y="71663"/>
                    </a:lnTo>
                    <a:lnTo>
                      <a:pt x="21659" y="71933"/>
                    </a:lnTo>
                    <a:lnTo>
                      <a:pt x="21844" y="72104"/>
                    </a:lnTo>
                    <a:lnTo>
                      <a:pt x="22072" y="72317"/>
                    </a:lnTo>
                    <a:lnTo>
                      <a:pt x="22299" y="72516"/>
                    </a:lnTo>
                    <a:lnTo>
                      <a:pt x="22541" y="72701"/>
                    </a:lnTo>
                    <a:lnTo>
                      <a:pt x="22783" y="72872"/>
                    </a:lnTo>
                    <a:lnTo>
                      <a:pt x="23039" y="73043"/>
                    </a:lnTo>
                    <a:lnTo>
                      <a:pt x="23295" y="73185"/>
                    </a:lnTo>
                    <a:lnTo>
                      <a:pt x="23566" y="73328"/>
                    </a:lnTo>
                    <a:lnTo>
                      <a:pt x="23836" y="73441"/>
                    </a:lnTo>
                    <a:lnTo>
                      <a:pt x="24121" y="73555"/>
                    </a:lnTo>
                    <a:lnTo>
                      <a:pt x="24405" y="73655"/>
                    </a:lnTo>
                    <a:lnTo>
                      <a:pt x="24690" y="73726"/>
                    </a:lnTo>
                    <a:lnTo>
                      <a:pt x="24989" y="73797"/>
                    </a:lnTo>
                    <a:lnTo>
                      <a:pt x="25288" y="73840"/>
                    </a:lnTo>
                    <a:lnTo>
                      <a:pt x="25586" y="73883"/>
                    </a:lnTo>
                    <a:lnTo>
                      <a:pt x="25885" y="73911"/>
                    </a:lnTo>
                    <a:lnTo>
                      <a:pt x="26511" y="73911"/>
                    </a:lnTo>
                    <a:lnTo>
                      <a:pt x="26810" y="73883"/>
                    </a:lnTo>
                    <a:lnTo>
                      <a:pt x="27109" y="73840"/>
                    </a:lnTo>
                    <a:lnTo>
                      <a:pt x="27408" y="73797"/>
                    </a:lnTo>
                    <a:lnTo>
                      <a:pt x="27707" y="73726"/>
                    </a:lnTo>
                    <a:lnTo>
                      <a:pt x="27991" y="73655"/>
                    </a:lnTo>
                    <a:lnTo>
                      <a:pt x="28276" y="73555"/>
                    </a:lnTo>
                    <a:lnTo>
                      <a:pt x="28560" y="73441"/>
                    </a:lnTo>
                    <a:lnTo>
                      <a:pt x="28831" y="73328"/>
                    </a:lnTo>
                    <a:lnTo>
                      <a:pt x="29101" y="73185"/>
                    </a:lnTo>
                    <a:lnTo>
                      <a:pt x="29357" y="73043"/>
                    </a:lnTo>
                    <a:lnTo>
                      <a:pt x="29613" y="72886"/>
                    </a:lnTo>
                    <a:lnTo>
                      <a:pt x="29855" y="72716"/>
                    </a:lnTo>
                    <a:lnTo>
                      <a:pt x="30097" y="72516"/>
                    </a:lnTo>
                    <a:lnTo>
                      <a:pt x="30325" y="72317"/>
                    </a:lnTo>
                    <a:lnTo>
                      <a:pt x="30553" y="72118"/>
                    </a:lnTo>
                    <a:lnTo>
                      <a:pt x="30681" y="71976"/>
                    </a:lnTo>
                    <a:lnTo>
                      <a:pt x="30866" y="71819"/>
                    </a:lnTo>
                    <a:lnTo>
                      <a:pt x="31164" y="71563"/>
                    </a:lnTo>
                    <a:lnTo>
                      <a:pt x="32018" y="70880"/>
                    </a:lnTo>
                    <a:lnTo>
                      <a:pt x="33029" y="70055"/>
                    </a:lnTo>
                    <a:lnTo>
                      <a:pt x="34252" y="69044"/>
                    </a:lnTo>
                    <a:lnTo>
                      <a:pt x="35633" y="67878"/>
                    </a:lnTo>
                    <a:lnTo>
                      <a:pt x="37155" y="66568"/>
                    </a:lnTo>
                    <a:lnTo>
                      <a:pt x="37938" y="65857"/>
                    </a:lnTo>
                    <a:lnTo>
                      <a:pt x="38763" y="65131"/>
                    </a:lnTo>
                    <a:lnTo>
                      <a:pt x="39589" y="64363"/>
                    </a:lnTo>
                    <a:lnTo>
                      <a:pt x="40428" y="63566"/>
                    </a:lnTo>
                    <a:lnTo>
                      <a:pt x="41268" y="62755"/>
                    </a:lnTo>
                    <a:lnTo>
                      <a:pt x="42107" y="61915"/>
                    </a:lnTo>
                    <a:lnTo>
                      <a:pt x="42933" y="61061"/>
                    </a:lnTo>
                    <a:lnTo>
                      <a:pt x="43758" y="60179"/>
                    </a:lnTo>
                    <a:lnTo>
                      <a:pt x="44270" y="59624"/>
                    </a:lnTo>
                    <a:lnTo>
                      <a:pt x="44768" y="59069"/>
                    </a:lnTo>
                    <a:lnTo>
                      <a:pt x="45252" y="58528"/>
                    </a:lnTo>
                    <a:lnTo>
                      <a:pt x="45707" y="57973"/>
                    </a:lnTo>
                    <a:lnTo>
                      <a:pt x="46149" y="57447"/>
                    </a:lnTo>
                    <a:lnTo>
                      <a:pt x="46590" y="56906"/>
                    </a:lnTo>
                    <a:lnTo>
                      <a:pt x="47002" y="56380"/>
                    </a:lnTo>
                    <a:lnTo>
                      <a:pt x="47401" y="55853"/>
                    </a:lnTo>
                    <a:lnTo>
                      <a:pt x="47785" y="55327"/>
                    </a:lnTo>
                    <a:lnTo>
                      <a:pt x="48141" y="54814"/>
                    </a:lnTo>
                    <a:lnTo>
                      <a:pt x="48496" y="54302"/>
                    </a:lnTo>
                    <a:lnTo>
                      <a:pt x="48824" y="53804"/>
                    </a:lnTo>
                    <a:lnTo>
                      <a:pt x="49151" y="53292"/>
                    </a:lnTo>
                    <a:lnTo>
                      <a:pt x="49450" y="52794"/>
                    </a:lnTo>
                    <a:lnTo>
                      <a:pt x="49734" y="52310"/>
                    </a:lnTo>
                    <a:lnTo>
                      <a:pt x="50005" y="51826"/>
                    </a:lnTo>
                    <a:lnTo>
                      <a:pt x="50261" y="51342"/>
                    </a:lnTo>
                    <a:lnTo>
                      <a:pt x="50489" y="50859"/>
                    </a:lnTo>
                    <a:lnTo>
                      <a:pt x="50716" y="50389"/>
                    </a:lnTo>
                    <a:lnTo>
                      <a:pt x="50916" y="49919"/>
                    </a:lnTo>
                    <a:lnTo>
                      <a:pt x="51101" y="49464"/>
                    </a:lnTo>
                    <a:lnTo>
                      <a:pt x="51271" y="49009"/>
                    </a:lnTo>
                    <a:lnTo>
                      <a:pt x="51428" y="48553"/>
                    </a:lnTo>
                    <a:lnTo>
                      <a:pt x="51570" y="48112"/>
                    </a:lnTo>
                    <a:lnTo>
                      <a:pt x="51698" y="47671"/>
                    </a:lnTo>
                    <a:lnTo>
                      <a:pt x="51798" y="47230"/>
                    </a:lnTo>
                    <a:lnTo>
                      <a:pt x="51897" y="46803"/>
                    </a:lnTo>
                    <a:lnTo>
                      <a:pt x="51969" y="46376"/>
                    </a:lnTo>
                    <a:lnTo>
                      <a:pt x="52025" y="45949"/>
                    </a:lnTo>
                    <a:lnTo>
                      <a:pt x="52068" y="45537"/>
                    </a:lnTo>
                    <a:lnTo>
                      <a:pt x="52082" y="45138"/>
                    </a:lnTo>
                    <a:lnTo>
                      <a:pt x="52097" y="44725"/>
                    </a:lnTo>
                    <a:lnTo>
                      <a:pt x="52097" y="4341"/>
                    </a:lnTo>
                    <a:lnTo>
                      <a:pt x="52097" y="4113"/>
                    </a:lnTo>
                    <a:lnTo>
                      <a:pt x="52068" y="3900"/>
                    </a:lnTo>
                    <a:lnTo>
                      <a:pt x="52040" y="3686"/>
                    </a:lnTo>
                    <a:lnTo>
                      <a:pt x="52011" y="3473"/>
                    </a:lnTo>
                    <a:lnTo>
                      <a:pt x="51954" y="3259"/>
                    </a:lnTo>
                    <a:lnTo>
                      <a:pt x="51897" y="3046"/>
                    </a:lnTo>
                    <a:lnTo>
                      <a:pt x="51826" y="2847"/>
                    </a:lnTo>
                    <a:lnTo>
                      <a:pt x="51755" y="2648"/>
                    </a:lnTo>
                    <a:lnTo>
                      <a:pt x="51670" y="2463"/>
                    </a:lnTo>
                    <a:lnTo>
                      <a:pt x="51570" y="2278"/>
                    </a:lnTo>
                    <a:lnTo>
                      <a:pt x="51471" y="2093"/>
                    </a:lnTo>
                    <a:lnTo>
                      <a:pt x="51357" y="1922"/>
                    </a:lnTo>
                    <a:lnTo>
                      <a:pt x="51229" y="1751"/>
                    </a:lnTo>
                    <a:lnTo>
                      <a:pt x="51101" y="1580"/>
                    </a:lnTo>
                    <a:lnTo>
                      <a:pt x="50972" y="1424"/>
                    </a:lnTo>
                    <a:lnTo>
                      <a:pt x="50830" y="1281"/>
                    </a:lnTo>
                    <a:lnTo>
                      <a:pt x="50674" y="1125"/>
                    </a:lnTo>
                    <a:lnTo>
                      <a:pt x="50517" y="997"/>
                    </a:lnTo>
                    <a:lnTo>
                      <a:pt x="50346" y="869"/>
                    </a:lnTo>
                    <a:lnTo>
                      <a:pt x="50176" y="741"/>
                    </a:lnTo>
                    <a:lnTo>
                      <a:pt x="50005" y="627"/>
                    </a:lnTo>
                    <a:lnTo>
                      <a:pt x="49820" y="527"/>
                    </a:lnTo>
                    <a:lnTo>
                      <a:pt x="49635" y="428"/>
                    </a:lnTo>
                    <a:lnTo>
                      <a:pt x="49450" y="342"/>
                    </a:lnTo>
                    <a:lnTo>
                      <a:pt x="49251" y="271"/>
                    </a:lnTo>
                    <a:lnTo>
                      <a:pt x="49051" y="200"/>
                    </a:lnTo>
                    <a:lnTo>
                      <a:pt x="48838" y="143"/>
                    </a:lnTo>
                    <a:lnTo>
                      <a:pt x="48625" y="86"/>
                    </a:lnTo>
                    <a:lnTo>
                      <a:pt x="48411" y="58"/>
                    </a:lnTo>
                    <a:lnTo>
                      <a:pt x="48198" y="29"/>
                    </a:lnTo>
                    <a:lnTo>
                      <a:pt x="47984" y="15"/>
                    </a:lnTo>
                    <a:lnTo>
                      <a:pt x="47757" y="1"/>
                    </a:lnTo>
                    <a:close/>
                  </a:path>
                </a:pathLst>
              </a:custGeom>
              <a:solidFill>
                <a:srgbClr val="2776EA">
                  <a:alpha val="37650"/>
                </a:srgbClr>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9" name="Google Shape;535;p20">
                <a:extLst>
                  <a:ext uri="{FF2B5EF4-FFF2-40B4-BE49-F238E27FC236}">
                    <a16:creationId xmlns:a16="http://schemas.microsoft.com/office/drawing/2014/main" id="{E7592907-02CF-414E-958B-AE7A3F0D8E32}"/>
                  </a:ext>
                </a:extLst>
              </p:cNvPr>
              <p:cNvSpPr/>
              <p:nvPr/>
            </p:nvSpPr>
            <p:spPr bwMode="auto">
              <a:xfrm>
                <a:off x="4807649" y="2364138"/>
                <a:ext cx="2575770" cy="3676632"/>
              </a:xfrm>
              <a:custGeom>
                <a:avLst/>
                <a:gdLst/>
                <a:ahLst/>
                <a:cxnLst/>
                <a:rect l="l" t="t" r="r" b="b"/>
                <a:pathLst>
                  <a:path w="45181" h="64491" extrusionOk="0">
                    <a:moveTo>
                      <a:pt x="41808" y="1196"/>
                    </a:moveTo>
                    <a:lnTo>
                      <a:pt x="42022" y="1210"/>
                    </a:lnTo>
                    <a:lnTo>
                      <a:pt x="42249" y="1239"/>
                    </a:lnTo>
                    <a:lnTo>
                      <a:pt x="42449" y="1296"/>
                    </a:lnTo>
                    <a:lnTo>
                      <a:pt x="42648" y="1367"/>
                    </a:lnTo>
                    <a:lnTo>
                      <a:pt x="42847" y="1467"/>
                    </a:lnTo>
                    <a:lnTo>
                      <a:pt x="43018" y="1566"/>
                    </a:lnTo>
                    <a:lnTo>
                      <a:pt x="43189" y="1694"/>
                    </a:lnTo>
                    <a:lnTo>
                      <a:pt x="43345" y="1837"/>
                    </a:lnTo>
                    <a:lnTo>
                      <a:pt x="43487" y="1993"/>
                    </a:lnTo>
                    <a:lnTo>
                      <a:pt x="43615" y="2164"/>
                    </a:lnTo>
                    <a:lnTo>
                      <a:pt x="43729" y="2349"/>
                    </a:lnTo>
                    <a:lnTo>
                      <a:pt x="43815" y="2534"/>
                    </a:lnTo>
                    <a:lnTo>
                      <a:pt x="43886" y="2733"/>
                    </a:lnTo>
                    <a:lnTo>
                      <a:pt x="43943" y="2946"/>
                    </a:lnTo>
                    <a:lnTo>
                      <a:pt x="43985" y="3160"/>
                    </a:lnTo>
                    <a:lnTo>
                      <a:pt x="43985" y="3388"/>
                    </a:lnTo>
                    <a:lnTo>
                      <a:pt x="43985" y="39119"/>
                    </a:lnTo>
                    <a:lnTo>
                      <a:pt x="43985" y="39503"/>
                    </a:lnTo>
                    <a:lnTo>
                      <a:pt x="43957" y="39873"/>
                    </a:lnTo>
                    <a:lnTo>
                      <a:pt x="43900" y="40257"/>
                    </a:lnTo>
                    <a:lnTo>
                      <a:pt x="43843" y="40642"/>
                    </a:lnTo>
                    <a:lnTo>
                      <a:pt x="43758" y="41026"/>
                    </a:lnTo>
                    <a:lnTo>
                      <a:pt x="43672" y="41424"/>
                    </a:lnTo>
                    <a:lnTo>
                      <a:pt x="43559" y="41808"/>
                    </a:lnTo>
                    <a:lnTo>
                      <a:pt x="43430" y="42207"/>
                    </a:lnTo>
                    <a:lnTo>
                      <a:pt x="43288" y="42605"/>
                    </a:lnTo>
                    <a:lnTo>
                      <a:pt x="43132" y="43004"/>
                    </a:lnTo>
                    <a:lnTo>
                      <a:pt x="42961" y="43402"/>
                    </a:lnTo>
                    <a:lnTo>
                      <a:pt x="42776" y="43801"/>
                    </a:lnTo>
                    <a:lnTo>
                      <a:pt x="42577" y="44199"/>
                    </a:lnTo>
                    <a:lnTo>
                      <a:pt x="42363" y="44612"/>
                    </a:lnTo>
                    <a:lnTo>
                      <a:pt x="42136" y="45010"/>
                    </a:lnTo>
                    <a:lnTo>
                      <a:pt x="41908" y="45409"/>
                    </a:lnTo>
                    <a:lnTo>
                      <a:pt x="41666" y="45821"/>
                    </a:lnTo>
                    <a:lnTo>
                      <a:pt x="41410" y="46220"/>
                    </a:lnTo>
                    <a:lnTo>
                      <a:pt x="40869" y="47031"/>
                    </a:lnTo>
                    <a:lnTo>
                      <a:pt x="40286" y="47828"/>
                    </a:lnTo>
                    <a:lnTo>
                      <a:pt x="39674" y="48639"/>
                    </a:lnTo>
                    <a:lnTo>
                      <a:pt x="39048" y="49421"/>
                    </a:lnTo>
                    <a:lnTo>
                      <a:pt x="38379" y="50204"/>
                    </a:lnTo>
                    <a:lnTo>
                      <a:pt x="37696" y="50987"/>
                    </a:lnTo>
                    <a:lnTo>
                      <a:pt x="36999" y="51755"/>
                    </a:lnTo>
                    <a:lnTo>
                      <a:pt x="36287" y="52495"/>
                    </a:lnTo>
                    <a:lnTo>
                      <a:pt x="35576" y="53235"/>
                    </a:lnTo>
                    <a:lnTo>
                      <a:pt x="34850" y="53947"/>
                    </a:lnTo>
                    <a:lnTo>
                      <a:pt x="34124" y="54658"/>
                    </a:lnTo>
                    <a:lnTo>
                      <a:pt x="33398" y="55327"/>
                    </a:lnTo>
                    <a:lnTo>
                      <a:pt x="32687" y="55996"/>
                    </a:lnTo>
                    <a:lnTo>
                      <a:pt x="31990" y="56622"/>
                    </a:lnTo>
                    <a:lnTo>
                      <a:pt x="31307" y="57234"/>
                    </a:lnTo>
                    <a:lnTo>
                      <a:pt x="29983" y="58372"/>
                    </a:lnTo>
                    <a:lnTo>
                      <a:pt x="28788" y="59382"/>
                    </a:lnTo>
                    <a:lnTo>
                      <a:pt x="27721" y="60250"/>
                    </a:lnTo>
                    <a:lnTo>
                      <a:pt x="26824" y="60976"/>
                    </a:lnTo>
                    <a:lnTo>
                      <a:pt x="25985" y="61673"/>
                    </a:lnTo>
                    <a:lnTo>
                      <a:pt x="25714" y="61901"/>
                    </a:lnTo>
                    <a:lnTo>
                      <a:pt x="25529" y="62072"/>
                    </a:lnTo>
                    <a:lnTo>
                      <a:pt x="25401" y="62186"/>
                    </a:lnTo>
                    <a:lnTo>
                      <a:pt x="25273" y="62314"/>
                    </a:lnTo>
                    <a:lnTo>
                      <a:pt x="25131" y="62442"/>
                    </a:lnTo>
                    <a:lnTo>
                      <a:pt x="24974" y="62556"/>
                    </a:lnTo>
                    <a:lnTo>
                      <a:pt x="24832" y="62669"/>
                    </a:lnTo>
                    <a:lnTo>
                      <a:pt x="24675" y="62769"/>
                    </a:lnTo>
                    <a:lnTo>
                      <a:pt x="24505" y="62854"/>
                    </a:lnTo>
                    <a:lnTo>
                      <a:pt x="24348" y="62940"/>
                    </a:lnTo>
                    <a:lnTo>
                      <a:pt x="24177" y="63011"/>
                    </a:lnTo>
                    <a:lnTo>
                      <a:pt x="24007" y="63082"/>
                    </a:lnTo>
                    <a:lnTo>
                      <a:pt x="23822" y="63139"/>
                    </a:lnTo>
                    <a:lnTo>
                      <a:pt x="23651" y="63182"/>
                    </a:lnTo>
                    <a:lnTo>
                      <a:pt x="23466" y="63224"/>
                    </a:lnTo>
                    <a:lnTo>
                      <a:pt x="23281" y="63253"/>
                    </a:lnTo>
                    <a:lnTo>
                      <a:pt x="23096" y="63281"/>
                    </a:lnTo>
                    <a:lnTo>
                      <a:pt x="22911" y="63296"/>
                    </a:lnTo>
                    <a:lnTo>
                      <a:pt x="22527" y="63296"/>
                    </a:lnTo>
                    <a:lnTo>
                      <a:pt x="22342" y="63281"/>
                    </a:lnTo>
                    <a:lnTo>
                      <a:pt x="22157" y="63253"/>
                    </a:lnTo>
                    <a:lnTo>
                      <a:pt x="21972" y="63224"/>
                    </a:lnTo>
                    <a:lnTo>
                      <a:pt x="21787" y="63182"/>
                    </a:lnTo>
                    <a:lnTo>
                      <a:pt x="21616" y="63139"/>
                    </a:lnTo>
                    <a:lnTo>
                      <a:pt x="21445" y="63082"/>
                    </a:lnTo>
                    <a:lnTo>
                      <a:pt x="21275" y="63011"/>
                    </a:lnTo>
                    <a:lnTo>
                      <a:pt x="21104" y="62940"/>
                    </a:lnTo>
                    <a:lnTo>
                      <a:pt x="20933" y="62854"/>
                    </a:lnTo>
                    <a:lnTo>
                      <a:pt x="20777" y="62755"/>
                    </a:lnTo>
                    <a:lnTo>
                      <a:pt x="20620" y="62655"/>
                    </a:lnTo>
                    <a:lnTo>
                      <a:pt x="20463" y="62556"/>
                    </a:lnTo>
                    <a:lnTo>
                      <a:pt x="20321" y="62442"/>
                    </a:lnTo>
                    <a:lnTo>
                      <a:pt x="20179" y="62314"/>
                    </a:lnTo>
                    <a:lnTo>
                      <a:pt x="20037" y="62186"/>
                    </a:lnTo>
                    <a:lnTo>
                      <a:pt x="19852" y="62015"/>
                    </a:lnTo>
                    <a:lnTo>
                      <a:pt x="19581" y="61787"/>
                    </a:lnTo>
                    <a:lnTo>
                      <a:pt x="18628" y="61019"/>
                    </a:lnTo>
                    <a:lnTo>
                      <a:pt x="17717" y="60293"/>
                    </a:lnTo>
                    <a:lnTo>
                      <a:pt x="16636" y="59425"/>
                    </a:lnTo>
                    <a:lnTo>
                      <a:pt x="15426" y="58415"/>
                    </a:lnTo>
                    <a:lnTo>
                      <a:pt x="14088" y="57276"/>
                    </a:lnTo>
                    <a:lnTo>
                      <a:pt x="13391" y="56664"/>
                    </a:lnTo>
                    <a:lnTo>
                      <a:pt x="12680" y="56038"/>
                    </a:lnTo>
                    <a:lnTo>
                      <a:pt x="11954" y="55370"/>
                    </a:lnTo>
                    <a:lnTo>
                      <a:pt x="11214" y="54701"/>
                    </a:lnTo>
                    <a:lnTo>
                      <a:pt x="10488" y="53989"/>
                    </a:lnTo>
                    <a:lnTo>
                      <a:pt x="9748" y="53278"/>
                    </a:lnTo>
                    <a:lnTo>
                      <a:pt x="9023" y="52538"/>
                    </a:lnTo>
                    <a:lnTo>
                      <a:pt x="8297" y="51784"/>
                    </a:lnTo>
                    <a:lnTo>
                      <a:pt x="7585" y="51015"/>
                    </a:lnTo>
                    <a:lnTo>
                      <a:pt x="6888" y="50247"/>
                    </a:lnTo>
                    <a:lnTo>
                      <a:pt x="6219" y="49464"/>
                    </a:lnTo>
                    <a:lnTo>
                      <a:pt x="5579" y="48667"/>
                    </a:lnTo>
                    <a:lnTo>
                      <a:pt x="4953" y="47870"/>
                    </a:lnTo>
                    <a:lnTo>
                      <a:pt x="4369" y="47059"/>
                    </a:lnTo>
                    <a:lnTo>
                      <a:pt x="3814" y="46248"/>
                    </a:lnTo>
                    <a:lnTo>
                      <a:pt x="3558" y="45850"/>
                    </a:lnTo>
                    <a:lnTo>
                      <a:pt x="3316" y="45437"/>
                    </a:lnTo>
                    <a:lnTo>
                      <a:pt x="3075" y="45039"/>
                    </a:lnTo>
                    <a:lnTo>
                      <a:pt x="2847" y="44626"/>
                    </a:lnTo>
                    <a:lnTo>
                      <a:pt x="2633" y="44227"/>
                    </a:lnTo>
                    <a:lnTo>
                      <a:pt x="2434" y="43829"/>
                    </a:lnTo>
                    <a:lnTo>
                      <a:pt x="2249" y="43416"/>
                    </a:lnTo>
                    <a:lnTo>
                      <a:pt x="2078" y="43018"/>
                    </a:lnTo>
                    <a:lnTo>
                      <a:pt x="1908" y="42619"/>
                    </a:lnTo>
                    <a:lnTo>
                      <a:pt x="1765" y="42221"/>
                    </a:lnTo>
                    <a:lnTo>
                      <a:pt x="1637" y="41823"/>
                    </a:lnTo>
                    <a:lnTo>
                      <a:pt x="1523" y="41438"/>
                    </a:lnTo>
                    <a:lnTo>
                      <a:pt x="1424" y="41040"/>
                    </a:lnTo>
                    <a:lnTo>
                      <a:pt x="1338" y="40656"/>
                    </a:lnTo>
                    <a:lnTo>
                      <a:pt x="1282" y="40272"/>
                    </a:lnTo>
                    <a:lnTo>
                      <a:pt x="1225" y="39887"/>
                    </a:lnTo>
                    <a:lnTo>
                      <a:pt x="1210" y="39503"/>
                    </a:lnTo>
                    <a:lnTo>
                      <a:pt x="1196" y="39119"/>
                    </a:lnTo>
                    <a:lnTo>
                      <a:pt x="1196" y="3388"/>
                    </a:lnTo>
                    <a:lnTo>
                      <a:pt x="1210" y="3160"/>
                    </a:lnTo>
                    <a:lnTo>
                      <a:pt x="1239" y="2946"/>
                    </a:lnTo>
                    <a:lnTo>
                      <a:pt x="1296" y="2733"/>
                    </a:lnTo>
                    <a:lnTo>
                      <a:pt x="1367" y="2534"/>
                    </a:lnTo>
                    <a:lnTo>
                      <a:pt x="1452" y="2349"/>
                    </a:lnTo>
                    <a:lnTo>
                      <a:pt x="1566" y="2164"/>
                    </a:lnTo>
                    <a:lnTo>
                      <a:pt x="1694" y="1993"/>
                    </a:lnTo>
                    <a:lnTo>
                      <a:pt x="1837" y="1837"/>
                    </a:lnTo>
                    <a:lnTo>
                      <a:pt x="1993" y="1694"/>
                    </a:lnTo>
                    <a:lnTo>
                      <a:pt x="2164" y="1566"/>
                    </a:lnTo>
                    <a:lnTo>
                      <a:pt x="2335" y="1467"/>
                    </a:lnTo>
                    <a:lnTo>
                      <a:pt x="2534" y="1367"/>
                    </a:lnTo>
                    <a:lnTo>
                      <a:pt x="2733" y="1296"/>
                    </a:lnTo>
                    <a:lnTo>
                      <a:pt x="2946" y="1239"/>
                    </a:lnTo>
                    <a:lnTo>
                      <a:pt x="3160" y="1210"/>
                    </a:lnTo>
                    <a:lnTo>
                      <a:pt x="3388" y="1196"/>
                    </a:lnTo>
                    <a:close/>
                    <a:moveTo>
                      <a:pt x="3203" y="1"/>
                    </a:moveTo>
                    <a:lnTo>
                      <a:pt x="3032" y="15"/>
                    </a:lnTo>
                    <a:lnTo>
                      <a:pt x="2861" y="44"/>
                    </a:lnTo>
                    <a:lnTo>
                      <a:pt x="2705" y="72"/>
                    </a:lnTo>
                    <a:lnTo>
                      <a:pt x="2377" y="157"/>
                    </a:lnTo>
                    <a:lnTo>
                      <a:pt x="2064" y="271"/>
                    </a:lnTo>
                    <a:lnTo>
                      <a:pt x="1765" y="414"/>
                    </a:lnTo>
                    <a:lnTo>
                      <a:pt x="1495" y="584"/>
                    </a:lnTo>
                    <a:lnTo>
                      <a:pt x="1239" y="769"/>
                    </a:lnTo>
                    <a:lnTo>
                      <a:pt x="997" y="997"/>
                    </a:lnTo>
                    <a:lnTo>
                      <a:pt x="769" y="1239"/>
                    </a:lnTo>
                    <a:lnTo>
                      <a:pt x="584" y="1495"/>
                    </a:lnTo>
                    <a:lnTo>
                      <a:pt x="414" y="1780"/>
                    </a:lnTo>
                    <a:lnTo>
                      <a:pt x="271" y="2064"/>
                    </a:lnTo>
                    <a:lnTo>
                      <a:pt x="157" y="2377"/>
                    </a:lnTo>
                    <a:lnTo>
                      <a:pt x="72" y="2705"/>
                    </a:lnTo>
                    <a:lnTo>
                      <a:pt x="44" y="2875"/>
                    </a:lnTo>
                    <a:lnTo>
                      <a:pt x="15" y="3032"/>
                    </a:lnTo>
                    <a:lnTo>
                      <a:pt x="1" y="3217"/>
                    </a:lnTo>
                    <a:lnTo>
                      <a:pt x="1" y="3388"/>
                    </a:lnTo>
                    <a:lnTo>
                      <a:pt x="1" y="39119"/>
                    </a:lnTo>
                    <a:lnTo>
                      <a:pt x="15" y="39532"/>
                    </a:lnTo>
                    <a:lnTo>
                      <a:pt x="44" y="39930"/>
                    </a:lnTo>
                    <a:lnTo>
                      <a:pt x="86" y="40343"/>
                    </a:lnTo>
                    <a:lnTo>
                      <a:pt x="157" y="40755"/>
                    </a:lnTo>
                    <a:lnTo>
                      <a:pt x="243" y="41168"/>
                    </a:lnTo>
                    <a:lnTo>
                      <a:pt x="342" y="41581"/>
                    </a:lnTo>
                    <a:lnTo>
                      <a:pt x="456" y="42008"/>
                    </a:lnTo>
                    <a:lnTo>
                      <a:pt x="584" y="42420"/>
                    </a:lnTo>
                    <a:lnTo>
                      <a:pt x="741" y="42847"/>
                    </a:lnTo>
                    <a:lnTo>
                      <a:pt x="897" y="43274"/>
                    </a:lnTo>
                    <a:lnTo>
                      <a:pt x="1082" y="43687"/>
                    </a:lnTo>
                    <a:lnTo>
                      <a:pt x="1267" y="44114"/>
                    </a:lnTo>
                    <a:lnTo>
                      <a:pt x="1481" y="44541"/>
                    </a:lnTo>
                    <a:lnTo>
                      <a:pt x="1694" y="44967"/>
                    </a:lnTo>
                    <a:lnTo>
                      <a:pt x="1936" y="45394"/>
                    </a:lnTo>
                    <a:lnTo>
                      <a:pt x="2178" y="45821"/>
                    </a:lnTo>
                    <a:lnTo>
                      <a:pt x="2434" y="46234"/>
                    </a:lnTo>
                    <a:lnTo>
                      <a:pt x="2690" y="46661"/>
                    </a:lnTo>
                    <a:lnTo>
                      <a:pt x="2975" y="47088"/>
                    </a:lnTo>
                    <a:lnTo>
                      <a:pt x="3260" y="47515"/>
                    </a:lnTo>
                    <a:lnTo>
                      <a:pt x="3857" y="48354"/>
                    </a:lnTo>
                    <a:lnTo>
                      <a:pt x="4498" y="49194"/>
                    </a:lnTo>
                    <a:lnTo>
                      <a:pt x="5152" y="50019"/>
                    </a:lnTo>
                    <a:lnTo>
                      <a:pt x="5849" y="50830"/>
                    </a:lnTo>
                    <a:lnTo>
                      <a:pt x="6561" y="51641"/>
                    </a:lnTo>
                    <a:lnTo>
                      <a:pt x="7287" y="52438"/>
                    </a:lnTo>
                    <a:lnTo>
                      <a:pt x="8027" y="53221"/>
                    </a:lnTo>
                    <a:lnTo>
                      <a:pt x="8781" y="53975"/>
                    </a:lnTo>
                    <a:lnTo>
                      <a:pt x="9535" y="54715"/>
                    </a:lnTo>
                    <a:lnTo>
                      <a:pt x="10289" y="55441"/>
                    </a:lnTo>
                    <a:lnTo>
                      <a:pt x="11029" y="56152"/>
                    </a:lnTo>
                    <a:lnTo>
                      <a:pt x="11783" y="56821"/>
                    </a:lnTo>
                    <a:lnTo>
                      <a:pt x="12509" y="57476"/>
                    </a:lnTo>
                    <a:lnTo>
                      <a:pt x="13220" y="58102"/>
                    </a:lnTo>
                    <a:lnTo>
                      <a:pt x="14586" y="59269"/>
                    </a:lnTo>
                    <a:lnTo>
                      <a:pt x="15853" y="60307"/>
                    </a:lnTo>
                    <a:lnTo>
                      <a:pt x="16963" y="61218"/>
                    </a:lnTo>
                    <a:lnTo>
                      <a:pt x="17888" y="61958"/>
                    </a:lnTo>
                    <a:lnTo>
                      <a:pt x="18727" y="62627"/>
                    </a:lnTo>
                    <a:lnTo>
                      <a:pt x="19026" y="62869"/>
                    </a:lnTo>
                    <a:lnTo>
                      <a:pt x="19197" y="63025"/>
                    </a:lnTo>
                    <a:lnTo>
                      <a:pt x="19368" y="63196"/>
                    </a:lnTo>
                    <a:lnTo>
                      <a:pt x="19567" y="63367"/>
                    </a:lnTo>
                    <a:lnTo>
                      <a:pt x="19752" y="63509"/>
                    </a:lnTo>
                    <a:lnTo>
                      <a:pt x="19951" y="63651"/>
                    </a:lnTo>
                    <a:lnTo>
                      <a:pt x="20165" y="63779"/>
                    </a:lnTo>
                    <a:lnTo>
                      <a:pt x="20378" y="63907"/>
                    </a:lnTo>
                    <a:lnTo>
                      <a:pt x="20592" y="64007"/>
                    </a:lnTo>
                    <a:lnTo>
                      <a:pt x="20805" y="64107"/>
                    </a:lnTo>
                    <a:lnTo>
                      <a:pt x="21033" y="64206"/>
                    </a:lnTo>
                    <a:lnTo>
                      <a:pt x="21260" y="64277"/>
                    </a:lnTo>
                    <a:lnTo>
                      <a:pt x="21502" y="64349"/>
                    </a:lnTo>
                    <a:lnTo>
                      <a:pt x="21744" y="64391"/>
                    </a:lnTo>
                    <a:lnTo>
                      <a:pt x="21986" y="64434"/>
                    </a:lnTo>
                    <a:lnTo>
                      <a:pt x="22228" y="64462"/>
                    </a:lnTo>
                    <a:lnTo>
                      <a:pt x="22470" y="64491"/>
                    </a:lnTo>
                    <a:lnTo>
                      <a:pt x="22968" y="64491"/>
                    </a:lnTo>
                    <a:lnTo>
                      <a:pt x="23224" y="64462"/>
                    </a:lnTo>
                    <a:lnTo>
                      <a:pt x="23466" y="64434"/>
                    </a:lnTo>
                    <a:lnTo>
                      <a:pt x="23708" y="64391"/>
                    </a:lnTo>
                    <a:lnTo>
                      <a:pt x="23936" y="64349"/>
                    </a:lnTo>
                    <a:lnTo>
                      <a:pt x="24177" y="64277"/>
                    </a:lnTo>
                    <a:lnTo>
                      <a:pt x="24405" y="64206"/>
                    </a:lnTo>
                    <a:lnTo>
                      <a:pt x="24633" y="64121"/>
                    </a:lnTo>
                    <a:lnTo>
                      <a:pt x="24860" y="64021"/>
                    </a:lnTo>
                    <a:lnTo>
                      <a:pt x="25074" y="63907"/>
                    </a:lnTo>
                    <a:lnTo>
                      <a:pt x="25287" y="63794"/>
                    </a:lnTo>
                    <a:lnTo>
                      <a:pt x="25487" y="63651"/>
                    </a:lnTo>
                    <a:lnTo>
                      <a:pt x="25686" y="63523"/>
                    </a:lnTo>
                    <a:lnTo>
                      <a:pt x="25885" y="63367"/>
                    </a:lnTo>
                    <a:lnTo>
                      <a:pt x="26070" y="63210"/>
                    </a:lnTo>
                    <a:lnTo>
                      <a:pt x="26241" y="63039"/>
                    </a:lnTo>
                    <a:lnTo>
                      <a:pt x="26369" y="62911"/>
                    </a:lnTo>
                    <a:lnTo>
                      <a:pt x="26525" y="62769"/>
                    </a:lnTo>
                    <a:lnTo>
                      <a:pt x="26796" y="62541"/>
                    </a:lnTo>
                    <a:lnTo>
                      <a:pt x="27578" y="61901"/>
                    </a:lnTo>
                    <a:lnTo>
                      <a:pt x="28489" y="61161"/>
                    </a:lnTo>
                    <a:lnTo>
                      <a:pt x="29585" y="60265"/>
                    </a:lnTo>
                    <a:lnTo>
                      <a:pt x="30823" y="59226"/>
                    </a:lnTo>
                    <a:lnTo>
                      <a:pt x="32160" y="58059"/>
                    </a:lnTo>
                    <a:lnTo>
                      <a:pt x="32872" y="57433"/>
                    </a:lnTo>
                    <a:lnTo>
                      <a:pt x="33598" y="56778"/>
                    </a:lnTo>
                    <a:lnTo>
                      <a:pt x="34323" y="56095"/>
                    </a:lnTo>
                    <a:lnTo>
                      <a:pt x="35063" y="55398"/>
                    </a:lnTo>
                    <a:lnTo>
                      <a:pt x="35803" y="54672"/>
                    </a:lnTo>
                    <a:lnTo>
                      <a:pt x="36543" y="53932"/>
                    </a:lnTo>
                    <a:lnTo>
                      <a:pt x="37283" y="53164"/>
                    </a:lnTo>
                    <a:lnTo>
                      <a:pt x="38009" y="52395"/>
                    </a:lnTo>
                    <a:lnTo>
                      <a:pt x="38735" y="51599"/>
                    </a:lnTo>
                    <a:lnTo>
                      <a:pt x="39432" y="50802"/>
                    </a:lnTo>
                    <a:lnTo>
                      <a:pt x="40101" y="49976"/>
                    </a:lnTo>
                    <a:lnTo>
                      <a:pt x="40755" y="49151"/>
                    </a:lnTo>
                    <a:lnTo>
                      <a:pt x="41381" y="48311"/>
                    </a:lnTo>
                    <a:lnTo>
                      <a:pt x="41979" y="47472"/>
                    </a:lnTo>
                    <a:lnTo>
                      <a:pt x="42264" y="47059"/>
                    </a:lnTo>
                    <a:lnTo>
                      <a:pt x="42534" y="46632"/>
                    </a:lnTo>
                    <a:lnTo>
                      <a:pt x="42790" y="46205"/>
                    </a:lnTo>
                    <a:lnTo>
                      <a:pt x="43046" y="45793"/>
                    </a:lnTo>
                    <a:lnTo>
                      <a:pt x="43288" y="45366"/>
                    </a:lnTo>
                    <a:lnTo>
                      <a:pt x="43516" y="44939"/>
                    </a:lnTo>
                    <a:lnTo>
                      <a:pt x="43729" y="44512"/>
                    </a:lnTo>
                    <a:lnTo>
                      <a:pt x="43929" y="44099"/>
                    </a:lnTo>
                    <a:lnTo>
                      <a:pt x="44114" y="43673"/>
                    </a:lnTo>
                    <a:lnTo>
                      <a:pt x="44299" y="43246"/>
                    </a:lnTo>
                    <a:lnTo>
                      <a:pt x="44455" y="42833"/>
                    </a:lnTo>
                    <a:lnTo>
                      <a:pt x="44612" y="42406"/>
                    </a:lnTo>
                    <a:lnTo>
                      <a:pt x="44740" y="41993"/>
                    </a:lnTo>
                    <a:lnTo>
                      <a:pt x="44853" y="41566"/>
                    </a:lnTo>
                    <a:lnTo>
                      <a:pt x="44953" y="41154"/>
                    </a:lnTo>
                    <a:lnTo>
                      <a:pt x="45038" y="40741"/>
                    </a:lnTo>
                    <a:lnTo>
                      <a:pt x="45095" y="40343"/>
                    </a:lnTo>
                    <a:lnTo>
                      <a:pt x="45138" y="39930"/>
                    </a:lnTo>
                    <a:lnTo>
                      <a:pt x="45167" y="39532"/>
                    </a:lnTo>
                    <a:lnTo>
                      <a:pt x="45181" y="39119"/>
                    </a:lnTo>
                    <a:lnTo>
                      <a:pt x="45181" y="3388"/>
                    </a:lnTo>
                    <a:lnTo>
                      <a:pt x="45181" y="3217"/>
                    </a:lnTo>
                    <a:lnTo>
                      <a:pt x="45167" y="3032"/>
                    </a:lnTo>
                    <a:lnTo>
                      <a:pt x="45138" y="2875"/>
                    </a:lnTo>
                    <a:lnTo>
                      <a:pt x="45110" y="2705"/>
                    </a:lnTo>
                    <a:lnTo>
                      <a:pt x="45024" y="2377"/>
                    </a:lnTo>
                    <a:lnTo>
                      <a:pt x="44910" y="2064"/>
                    </a:lnTo>
                    <a:lnTo>
                      <a:pt x="44768" y="1780"/>
                    </a:lnTo>
                    <a:lnTo>
                      <a:pt x="44597" y="1495"/>
                    </a:lnTo>
                    <a:lnTo>
                      <a:pt x="44412" y="1239"/>
                    </a:lnTo>
                    <a:lnTo>
                      <a:pt x="44185" y="997"/>
                    </a:lnTo>
                    <a:lnTo>
                      <a:pt x="43957" y="769"/>
                    </a:lnTo>
                    <a:lnTo>
                      <a:pt x="43687" y="584"/>
                    </a:lnTo>
                    <a:lnTo>
                      <a:pt x="43416" y="414"/>
                    </a:lnTo>
                    <a:lnTo>
                      <a:pt x="43117" y="271"/>
                    </a:lnTo>
                    <a:lnTo>
                      <a:pt x="42804" y="157"/>
                    </a:lnTo>
                    <a:lnTo>
                      <a:pt x="42477" y="72"/>
                    </a:lnTo>
                    <a:lnTo>
                      <a:pt x="42321" y="44"/>
                    </a:lnTo>
                    <a:lnTo>
                      <a:pt x="42150" y="15"/>
                    </a:lnTo>
                    <a:lnTo>
                      <a:pt x="41979" y="1"/>
                    </a:lnTo>
                    <a:close/>
                  </a:path>
                </a:pathLst>
              </a:custGeom>
              <a:solidFill>
                <a:srgbClr val="2776EA">
                  <a:alpha val="25099"/>
                </a:srgbClr>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0" name="Google Shape;536;p20">
                <a:extLst>
                  <a:ext uri="{FF2B5EF4-FFF2-40B4-BE49-F238E27FC236}">
                    <a16:creationId xmlns:a16="http://schemas.microsoft.com/office/drawing/2014/main" id="{136B3C99-9C73-43CA-8FE3-3CDB5A963D25}"/>
                  </a:ext>
                </a:extLst>
              </p:cNvPr>
              <p:cNvSpPr/>
              <p:nvPr/>
            </p:nvSpPr>
            <p:spPr bwMode="auto">
              <a:xfrm>
                <a:off x="5467221" y="1578058"/>
                <a:ext cx="370793" cy="827500"/>
              </a:xfrm>
              <a:custGeom>
                <a:avLst/>
                <a:gdLst/>
                <a:ahLst/>
                <a:cxnLst/>
                <a:rect l="l" t="t" r="r" b="b"/>
                <a:pathLst>
                  <a:path w="6504" h="14515" extrusionOk="0">
                    <a:moveTo>
                      <a:pt x="840" y="0"/>
                    </a:moveTo>
                    <a:lnTo>
                      <a:pt x="1" y="854"/>
                    </a:lnTo>
                    <a:lnTo>
                      <a:pt x="5309" y="6162"/>
                    </a:lnTo>
                    <a:lnTo>
                      <a:pt x="5309" y="14515"/>
                    </a:lnTo>
                    <a:lnTo>
                      <a:pt x="6504" y="14515"/>
                    </a:lnTo>
                    <a:lnTo>
                      <a:pt x="6504" y="5664"/>
                    </a:lnTo>
                    <a:lnTo>
                      <a:pt x="840"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1" name="Google Shape;537;p20">
                <a:extLst>
                  <a:ext uri="{FF2B5EF4-FFF2-40B4-BE49-F238E27FC236}">
                    <a16:creationId xmlns:a16="http://schemas.microsoft.com/office/drawing/2014/main" id="{C682CAC7-EE5D-4320-A1E2-E6491AA502DC}"/>
                  </a:ext>
                </a:extLst>
              </p:cNvPr>
              <p:cNvSpPr/>
              <p:nvPr/>
            </p:nvSpPr>
            <p:spPr bwMode="auto">
              <a:xfrm>
                <a:off x="5515110" y="2003936"/>
                <a:ext cx="68184" cy="401636"/>
              </a:xfrm>
              <a:custGeom>
                <a:avLst/>
                <a:gdLst/>
                <a:ahLst/>
                <a:cxnLst/>
                <a:rect l="l" t="t" r="r" b="b"/>
                <a:pathLst>
                  <a:path w="1196" h="7045" extrusionOk="0">
                    <a:moveTo>
                      <a:pt x="0" y="1"/>
                    </a:moveTo>
                    <a:lnTo>
                      <a:pt x="0" y="7045"/>
                    </a:lnTo>
                    <a:lnTo>
                      <a:pt x="1196" y="7045"/>
                    </a:lnTo>
                    <a:lnTo>
                      <a:pt x="1196"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2" name="Google Shape;538;p20">
                <a:extLst>
                  <a:ext uri="{FF2B5EF4-FFF2-40B4-BE49-F238E27FC236}">
                    <a16:creationId xmlns:a16="http://schemas.microsoft.com/office/drawing/2014/main" id="{556CF0EA-649F-442F-940A-8E1F2814DA7E}"/>
                  </a:ext>
                </a:extLst>
              </p:cNvPr>
              <p:cNvSpPr/>
              <p:nvPr/>
            </p:nvSpPr>
            <p:spPr bwMode="auto">
              <a:xfrm>
                <a:off x="6160884" y="1403600"/>
                <a:ext cx="339152" cy="1001951"/>
              </a:xfrm>
              <a:custGeom>
                <a:avLst/>
                <a:gdLst/>
                <a:ahLst/>
                <a:cxnLst/>
                <a:rect l="l" t="t" r="r" b="b"/>
                <a:pathLst>
                  <a:path w="5949" h="17575" extrusionOk="0">
                    <a:moveTo>
                      <a:pt x="5109" y="1"/>
                    </a:moveTo>
                    <a:lnTo>
                      <a:pt x="0" y="5123"/>
                    </a:lnTo>
                    <a:lnTo>
                      <a:pt x="0" y="17575"/>
                    </a:lnTo>
                    <a:lnTo>
                      <a:pt x="1181" y="17575"/>
                    </a:lnTo>
                    <a:lnTo>
                      <a:pt x="1181" y="5607"/>
                    </a:lnTo>
                    <a:lnTo>
                      <a:pt x="5948" y="854"/>
                    </a:lnTo>
                    <a:lnTo>
                      <a:pt x="5109"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3" name="Google Shape;539;p20">
                <a:extLst>
                  <a:ext uri="{FF2B5EF4-FFF2-40B4-BE49-F238E27FC236}">
                    <a16:creationId xmlns:a16="http://schemas.microsoft.com/office/drawing/2014/main" id="{506CFAD7-80E0-4B9F-A6BB-81BC0931F6EB}"/>
                  </a:ext>
                </a:extLst>
              </p:cNvPr>
              <p:cNvSpPr/>
              <p:nvPr/>
            </p:nvSpPr>
            <p:spPr bwMode="auto">
              <a:xfrm>
                <a:off x="6382375" y="1620190"/>
                <a:ext cx="330201" cy="785369"/>
              </a:xfrm>
              <a:custGeom>
                <a:avLst/>
                <a:gdLst/>
                <a:ahLst/>
                <a:cxnLst/>
                <a:rect l="l" t="t" r="r" b="b"/>
                <a:pathLst>
                  <a:path w="5792" h="13776" extrusionOk="0">
                    <a:moveTo>
                      <a:pt x="4952" y="1"/>
                    </a:moveTo>
                    <a:lnTo>
                      <a:pt x="0" y="4953"/>
                    </a:lnTo>
                    <a:lnTo>
                      <a:pt x="0" y="13776"/>
                    </a:lnTo>
                    <a:lnTo>
                      <a:pt x="1195" y="13776"/>
                    </a:lnTo>
                    <a:lnTo>
                      <a:pt x="1195" y="5451"/>
                    </a:lnTo>
                    <a:lnTo>
                      <a:pt x="5792" y="855"/>
                    </a:lnTo>
                    <a:lnTo>
                      <a:pt x="4952"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4" name="Google Shape;540;p20">
                <a:extLst>
                  <a:ext uri="{FF2B5EF4-FFF2-40B4-BE49-F238E27FC236}">
                    <a16:creationId xmlns:a16="http://schemas.microsoft.com/office/drawing/2014/main" id="{16ACCBF3-572D-428E-ACEE-C4E597C006FC}"/>
                  </a:ext>
                </a:extLst>
              </p:cNvPr>
              <p:cNvSpPr/>
              <p:nvPr/>
            </p:nvSpPr>
            <p:spPr bwMode="auto">
              <a:xfrm>
                <a:off x="6605463" y="2003936"/>
                <a:ext cx="68184" cy="401636"/>
              </a:xfrm>
              <a:custGeom>
                <a:avLst/>
                <a:gdLst/>
                <a:ahLst/>
                <a:cxnLst/>
                <a:rect l="l" t="t" r="r" b="b"/>
                <a:pathLst>
                  <a:path w="1196" h="7045" extrusionOk="0">
                    <a:moveTo>
                      <a:pt x="0" y="1"/>
                    </a:moveTo>
                    <a:lnTo>
                      <a:pt x="0" y="7045"/>
                    </a:lnTo>
                    <a:lnTo>
                      <a:pt x="1196" y="7045"/>
                    </a:lnTo>
                    <a:lnTo>
                      <a:pt x="1196"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5" name="Google Shape;541;p20">
                <a:extLst>
                  <a:ext uri="{FF2B5EF4-FFF2-40B4-BE49-F238E27FC236}">
                    <a16:creationId xmlns:a16="http://schemas.microsoft.com/office/drawing/2014/main" id="{15EDFA87-F646-42D0-8BE8-A520C3B5D291}"/>
                  </a:ext>
                </a:extLst>
              </p:cNvPr>
              <p:cNvSpPr/>
              <p:nvPr/>
            </p:nvSpPr>
            <p:spPr bwMode="auto">
              <a:xfrm>
                <a:off x="6580320" y="1564260"/>
                <a:ext cx="193948" cy="193948"/>
              </a:xfrm>
              <a:custGeom>
                <a:avLst/>
                <a:gdLst/>
                <a:ahLst/>
                <a:cxnLst/>
                <a:rect l="l" t="t" r="r" b="b"/>
                <a:pathLst>
                  <a:path w="3402" h="3402" extrusionOk="0">
                    <a:moveTo>
                      <a:pt x="1523" y="0"/>
                    </a:moveTo>
                    <a:lnTo>
                      <a:pt x="1352" y="29"/>
                    </a:lnTo>
                    <a:lnTo>
                      <a:pt x="1195" y="71"/>
                    </a:lnTo>
                    <a:lnTo>
                      <a:pt x="1039" y="128"/>
                    </a:lnTo>
                    <a:lnTo>
                      <a:pt x="882" y="199"/>
                    </a:lnTo>
                    <a:lnTo>
                      <a:pt x="740" y="285"/>
                    </a:lnTo>
                    <a:lnTo>
                      <a:pt x="612" y="384"/>
                    </a:lnTo>
                    <a:lnTo>
                      <a:pt x="498" y="498"/>
                    </a:lnTo>
                    <a:lnTo>
                      <a:pt x="384" y="612"/>
                    </a:lnTo>
                    <a:lnTo>
                      <a:pt x="285" y="740"/>
                    </a:lnTo>
                    <a:lnTo>
                      <a:pt x="199" y="882"/>
                    </a:lnTo>
                    <a:lnTo>
                      <a:pt x="128" y="1039"/>
                    </a:lnTo>
                    <a:lnTo>
                      <a:pt x="71" y="1195"/>
                    </a:lnTo>
                    <a:lnTo>
                      <a:pt x="29" y="1352"/>
                    </a:lnTo>
                    <a:lnTo>
                      <a:pt x="0" y="1523"/>
                    </a:lnTo>
                    <a:lnTo>
                      <a:pt x="0" y="1693"/>
                    </a:lnTo>
                    <a:lnTo>
                      <a:pt x="0" y="1878"/>
                    </a:lnTo>
                    <a:lnTo>
                      <a:pt x="29" y="2035"/>
                    </a:lnTo>
                    <a:lnTo>
                      <a:pt x="71" y="2206"/>
                    </a:lnTo>
                    <a:lnTo>
                      <a:pt x="128" y="2362"/>
                    </a:lnTo>
                    <a:lnTo>
                      <a:pt x="199" y="2505"/>
                    </a:lnTo>
                    <a:lnTo>
                      <a:pt x="285" y="2647"/>
                    </a:lnTo>
                    <a:lnTo>
                      <a:pt x="384" y="2775"/>
                    </a:lnTo>
                    <a:lnTo>
                      <a:pt x="498" y="2903"/>
                    </a:lnTo>
                    <a:lnTo>
                      <a:pt x="612" y="3017"/>
                    </a:lnTo>
                    <a:lnTo>
                      <a:pt x="740" y="3102"/>
                    </a:lnTo>
                    <a:lnTo>
                      <a:pt x="882" y="3188"/>
                    </a:lnTo>
                    <a:lnTo>
                      <a:pt x="1039" y="3259"/>
                    </a:lnTo>
                    <a:lnTo>
                      <a:pt x="1195" y="3330"/>
                    </a:lnTo>
                    <a:lnTo>
                      <a:pt x="1352" y="3358"/>
                    </a:lnTo>
                    <a:lnTo>
                      <a:pt x="1523" y="3387"/>
                    </a:lnTo>
                    <a:lnTo>
                      <a:pt x="1694" y="3401"/>
                    </a:lnTo>
                    <a:lnTo>
                      <a:pt x="1879" y="3387"/>
                    </a:lnTo>
                    <a:lnTo>
                      <a:pt x="2035" y="3358"/>
                    </a:lnTo>
                    <a:lnTo>
                      <a:pt x="2206" y="3330"/>
                    </a:lnTo>
                    <a:lnTo>
                      <a:pt x="2362" y="3259"/>
                    </a:lnTo>
                    <a:lnTo>
                      <a:pt x="2505" y="3188"/>
                    </a:lnTo>
                    <a:lnTo>
                      <a:pt x="2647" y="3102"/>
                    </a:lnTo>
                    <a:lnTo>
                      <a:pt x="2775" y="3017"/>
                    </a:lnTo>
                    <a:lnTo>
                      <a:pt x="2903" y="2903"/>
                    </a:lnTo>
                    <a:lnTo>
                      <a:pt x="3017" y="2775"/>
                    </a:lnTo>
                    <a:lnTo>
                      <a:pt x="3102" y="2647"/>
                    </a:lnTo>
                    <a:lnTo>
                      <a:pt x="3188" y="2505"/>
                    </a:lnTo>
                    <a:lnTo>
                      <a:pt x="3259" y="2362"/>
                    </a:lnTo>
                    <a:lnTo>
                      <a:pt x="3330" y="2206"/>
                    </a:lnTo>
                    <a:lnTo>
                      <a:pt x="3358" y="2035"/>
                    </a:lnTo>
                    <a:lnTo>
                      <a:pt x="3387" y="1878"/>
                    </a:lnTo>
                    <a:lnTo>
                      <a:pt x="3401" y="1693"/>
                    </a:lnTo>
                    <a:lnTo>
                      <a:pt x="3387" y="1523"/>
                    </a:lnTo>
                    <a:lnTo>
                      <a:pt x="3358" y="1352"/>
                    </a:lnTo>
                    <a:lnTo>
                      <a:pt x="3330" y="1195"/>
                    </a:lnTo>
                    <a:lnTo>
                      <a:pt x="3259" y="1039"/>
                    </a:lnTo>
                    <a:lnTo>
                      <a:pt x="3188" y="882"/>
                    </a:lnTo>
                    <a:lnTo>
                      <a:pt x="3102" y="740"/>
                    </a:lnTo>
                    <a:lnTo>
                      <a:pt x="3017" y="612"/>
                    </a:lnTo>
                    <a:lnTo>
                      <a:pt x="2903" y="498"/>
                    </a:lnTo>
                    <a:lnTo>
                      <a:pt x="2775" y="384"/>
                    </a:lnTo>
                    <a:lnTo>
                      <a:pt x="2647" y="285"/>
                    </a:lnTo>
                    <a:lnTo>
                      <a:pt x="2505" y="199"/>
                    </a:lnTo>
                    <a:lnTo>
                      <a:pt x="2362" y="128"/>
                    </a:lnTo>
                    <a:lnTo>
                      <a:pt x="2206" y="71"/>
                    </a:lnTo>
                    <a:lnTo>
                      <a:pt x="2035" y="29"/>
                    </a:lnTo>
                    <a:lnTo>
                      <a:pt x="1879"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6" name="Google Shape;542;p20">
                <a:extLst>
                  <a:ext uri="{FF2B5EF4-FFF2-40B4-BE49-F238E27FC236}">
                    <a16:creationId xmlns:a16="http://schemas.microsoft.com/office/drawing/2014/main" id="{5C585E3F-FDA0-4751-9AFC-458CC23F9B83}"/>
                  </a:ext>
                </a:extLst>
              </p:cNvPr>
              <p:cNvSpPr/>
              <p:nvPr/>
            </p:nvSpPr>
            <p:spPr bwMode="auto">
              <a:xfrm>
                <a:off x="6366127" y="1350067"/>
                <a:ext cx="193948" cy="193948"/>
              </a:xfrm>
              <a:custGeom>
                <a:avLst/>
                <a:gdLst/>
                <a:ahLst/>
                <a:cxnLst/>
                <a:rect l="l" t="t" r="r" b="b"/>
                <a:pathLst>
                  <a:path w="3402" h="3402" extrusionOk="0">
                    <a:moveTo>
                      <a:pt x="1708" y="0"/>
                    </a:moveTo>
                    <a:lnTo>
                      <a:pt x="1523" y="15"/>
                    </a:lnTo>
                    <a:lnTo>
                      <a:pt x="1352" y="29"/>
                    </a:lnTo>
                    <a:lnTo>
                      <a:pt x="1196" y="72"/>
                    </a:lnTo>
                    <a:lnTo>
                      <a:pt x="1039" y="128"/>
                    </a:lnTo>
                    <a:lnTo>
                      <a:pt x="897" y="200"/>
                    </a:lnTo>
                    <a:lnTo>
                      <a:pt x="755" y="285"/>
                    </a:lnTo>
                    <a:lnTo>
                      <a:pt x="612" y="385"/>
                    </a:lnTo>
                    <a:lnTo>
                      <a:pt x="499" y="498"/>
                    </a:lnTo>
                    <a:lnTo>
                      <a:pt x="385" y="612"/>
                    </a:lnTo>
                    <a:lnTo>
                      <a:pt x="285" y="755"/>
                    </a:lnTo>
                    <a:lnTo>
                      <a:pt x="200" y="897"/>
                    </a:lnTo>
                    <a:lnTo>
                      <a:pt x="129" y="1039"/>
                    </a:lnTo>
                    <a:lnTo>
                      <a:pt x="72" y="1196"/>
                    </a:lnTo>
                    <a:lnTo>
                      <a:pt x="29" y="1352"/>
                    </a:lnTo>
                    <a:lnTo>
                      <a:pt x="15" y="1523"/>
                    </a:lnTo>
                    <a:lnTo>
                      <a:pt x="0" y="1708"/>
                    </a:lnTo>
                    <a:lnTo>
                      <a:pt x="15" y="1879"/>
                    </a:lnTo>
                    <a:lnTo>
                      <a:pt x="29" y="2050"/>
                    </a:lnTo>
                    <a:lnTo>
                      <a:pt x="72" y="2206"/>
                    </a:lnTo>
                    <a:lnTo>
                      <a:pt x="129" y="2363"/>
                    </a:lnTo>
                    <a:lnTo>
                      <a:pt x="200" y="2519"/>
                    </a:lnTo>
                    <a:lnTo>
                      <a:pt x="285" y="2647"/>
                    </a:lnTo>
                    <a:lnTo>
                      <a:pt x="385" y="2789"/>
                    </a:lnTo>
                    <a:lnTo>
                      <a:pt x="499" y="2903"/>
                    </a:lnTo>
                    <a:lnTo>
                      <a:pt x="612" y="3017"/>
                    </a:lnTo>
                    <a:lnTo>
                      <a:pt x="755" y="3117"/>
                    </a:lnTo>
                    <a:lnTo>
                      <a:pt x="897" y="3202"/>
                    </a:lnTo>
                    <a:lnTo>
                      <a:pt x="1039" y="3273"/>
                    </a:lnTo>
                    <a:lnTo>
                      <a:pt x="1196" y="3330"/>
                    </a:lnTo>
                    <a:lnTo>
                      <a:pt x="1352" y="3373"/>
                    </a:lnTo>
                    <a:lnTo>
                      <a:pt x="1523" y="3387"/>
                    </a:lnTo>
                    <a:lnTo>
                      <a:pt x="1708" y="3401"/>
                    </a:lnTo>
                    <a:lnTo>
                      <a:pt x="1879" y="3387"/>
                    </a:lnTo>
                    <a:lnTo>
                      <a:pt x="2050" y="3373"/>
                    </a:lnTo>
                    <a:lnTo>
                      <a:pt x="2206" y="3330"/>
                    </a:lnTo>
                    <a:lnTo>
                      <a:pt x="2363" y="3273"/>
                    </a:lnTo>
                    <a:lnTo>
                      <a:pt x="2519" y="3202"/>
                    </a:lnTo>
                    <a:lnTo>
                      <a:pt x="2647" y="3117"/>
                    </a:lnTo>
                    <a:lnTo>
                      <a:pt x="2790" y="3017"/>
                    </a:lnTo>
                    <a:lnTo>
                      <a:pt x="2903" y="2903"/>
                    </a:lnTo>
                    <a:lnTo>
                      <a:pt x="3017" y="2789"/>
                    </a:lnTo>
                    <a:lnTo>
                      <a:pt x="3117" y="2647"/>
                    </a:lnTo>
                    <a:lnTo>
                      <a:pt x="3202" y="2519"/>
                    </a:lnTo>
                    <a:lnTo>
                      <a:pt x="3273" y="2363"/>
                    </a:lnTo>
                    <a:lnTo>
                      <a:pt x="3330" y="2206"/>
                    </a:lnTo>
                    <a:lnTo>
                      <a:pt x="3373" y="2050"/>
                    </a:lnTo>
                    <a:lnTo>
                      <a:pt x="3387" y="1879"/>
                    </a:lnTo>
                    <a:lnTo>
                      <a:pt x="3401" y="1708"/>
                    </a:lnTo>
                    <a:lnTo>
                      <a:pt x="3387" y="1523"/>
                    </a:lnTo>
                    <a:lnTo>
                      <a:pt x="3373" y="1352"/>
                    </a:lnTo>
                    <a:lnTo>
                      <a:pt x="3330" y="1196"/>
                    </a:lnTo>
                    <a:lnTo>
                      <a:pt x="3273" y="1039"/>
                    </a:lnTo>
                    <a:lnTo>
                      <a:pt x="3202" y="897"/>
                    </a:lnTo>
                    <a:lnTo>
                      <a:pt x="3117" y="755"/>
                    </a:lnTo>
                    <a:lnTo>
                      <a:pt x="3017" y="612"/>
                    </a:lnTo>
                    <a:lnTo>
                      <a:pt x="2903" y="498"/>
                    </a:lnTo>
                    <a:lnTo>
                      <a:pt x="2790" y="385"/>
                    </a:lnTo>
                    <a:lnTo>
                      <a:pt x="2647" y="285"/>
                    </a:lnTo>
                    <a:lnTo>
                      <a:pt x="2519" y="200"/>
                    </a:lnTo>
                    <a:lnTo>
                      <a:pt x="2363" y="128"/>
                    </a:lnTo>
                    <a:lnTo>
                      <a:pt x="2206" y="72"/>
                    </a:lnTo>
                    <a:lnTo>
                      <a:pt x="2050" y="29"/>
                    </a:lnTo>
                    <a:lnTo>
                      <a:pt x="1879" y="15"/>
                    </a:lnTo>
                    <a:lnTo>
                      <a:pt x="1708"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7" name="Google Shape;543;p20">
                <a:extLst>
                  <a:ext uri="{FF2B5EF4-FFF2-40B4-BE49-F238E27FC236}">
                    <a16:creationId xmlns:a16="http://schemas.microsoft.com/office/drawing/2014/main" id="{7A588B1F-0019-4925-BD68-F270DE6F6CA5}"/>
                  </a:ext>
                </a:extLst>
              </p:cNvPr>
              <p:cNvSpPr/>
              <p:nvPr/>
            </p:nvSpPr>
            <p:spPr bwMode="auto">
              <a:xfrm>
                <a:off x="5416936" y="1548012"/>
                <a:ext cx="193948" cy="193948"/>
              </a:xfrm>
              <a:custGeom>
                <a:avLst/>
                <a:gdLst/>
                <a:ahLst/>
                <a:cxnLst/>
                <a:rect l="l" t="t" r="r" b="b"/>
                <a:pathLst>
                  <a:path w="3402" h="3402" extrusionOk="0">
                    <a:moveTo>
                      <a:pt x="1537" y="1"/>
                    </a:moveTo>
                    <a:lnTo>
                      <a:pt x="1367" y="29"/>
                    </a:lnTo>
                    <a:lnTo>
                      <a:pt x="1196" y="72"/>
                    </a:lnTo>
                    <a:lnTo>
                      <a:pt x="1039" y="129"/>
                    </a:lnTo>
                    <a:lnTo>
                      <a:pt x="897" y="200"/>
                    </a:lnTo>
                    <a:lnTo>
                      <a:pt x="755" y="285"/>
                    </a:lnTo>
                    <a:lnTo>
                      <a:pt x="627" y="385"/>
                    </a:lnTo>
                    <a:lnTo>
                      <a:pt x="499" y="499"/>
                    </a:lnTo>
                    <a:lnTo>
                      <a:pt x="399" y="612"/>
                    </a:lnTo>
                    <a:lnTo>
                      <a:pt x="299" y="740"/>
                    </a:lnTo>
                    <a:lnTo>
                      <a:pt x="214" y="883"/>
                    </a:lnTo>
                    <a:lnTo>
                      <a:pt x="143" y="1039"/>
                    </a:lnTo>
                    <a:lnTo>
                      <a:pt x="86" y="1196"/>
                    </a:lnTo>
                    <a:lnTo>
                      <a:pt x="43" y="1352"/>
                    </a:lnTo>
                    <a:lnTo>
                      <a:pt x="15" y="1523"/>
                    </a:lnTo>
                    <a:lnTo>
                      <a:pt x="1" y="1694"/>
                    </a:lnTo>
                    <a:lnTo>
                      <a:pt x="15" y="1865"/>
                    </a:lnTo>
                    <a:lnTo>
                      <a:pt x="43" y="2035"/>
                    </a:lnTo>
                    <a:lnTo>
                      <a:pt x="86" y="2206"/>
                    </a:lnTo>
                    <a:lnTo>
                      <a:pt x="143" y="2363"/>
                    </a:lnTo>
                    <a:lnTo>
                      <a:pt x="214" y="2505"/>
                    </a:lnTo>
                    <a:lnTo>
                      <a:pt x="299" y="2647"/>
                    </a:lnTo>
                    <a:lnTo>
                      <a:pt x="399" y="2775"/>
                    </a:lnTo>
                    <a:lnTo>
                      <a:pt x="499" y="2903"/>
                    </a:lnTo>
                    <a:lnTo>
                      <a:pt x="627" y="3003"/>
                    </a:lnTo>
                    <a:lnTo>
                      <a:pt x="755" y="3103"/>
                    </a:lnTo>
                    <a:lnTo>
                      <a:pt x="897" y="3188"/>
                    </a:lnTo>
                    <a:lnTo>
                      <a:pt x="1039" y="3259"/>
                    </a:lnTo>
                    <a:lnTo>
                      <a:pt x="1196" y="3316"/>
                    </a:lnTo>
                    <a:lnTo>
                      <a:pt x="1367" y="3359"/>
                    </a:lnTo>
                    <a:lnTo>
                      <a:pt x="1537" y="3387"/>
                    </a:lnTo>
                    <a:lnTo>
                      <a:pt x="1708" y="3401"/>
                    </a:lnTo>
                    <a:lnTo>
                      <a:pt x="1879" y="3387"/>
                    </a:lnTo>
                    <a:lnTo>
                      <a:pt x="2050" y="3359"/>
                    </a:lnTo>
                    <a:lnTo>
                      <a:pt x="2206" y="3316"/>
                    </a:lnTo>
                    <a:lnTo>
                      <a:pt x="2363" y="3259"/>
                    </a:lnTo>
                    <a:lnTo>
                      <a:pt x="2519" y="3188"/>
                    </a:lnTo>
                    <a:lnTo>
                      <a:pt x="2661" y="3103"/>
                    </a:lnTo>
                    <a:lnTo>
                      <a:pt x="2790" y="3003"/>
                    </a:lnTo>
                    <a:lnTo>
                      <a:pt x="2903" y="2903"/>
                    </a:lnTo>
                    <a:lnTo>
                      <a:pt x="3017" y="2775"/>
                    </a:lnTo>
                    <a:lnTo>
                      <a:pt x="3117" y="2647"/>
                    </a:lnTo>
                    <a:lnTo>
                      <a:pt x="3202" y="2505"/>
                    </a:lnTo>
                    <a:lnTo>
                      <a:pt x="3273" y="2363"/>
                    </a:lnTo>
                    <a:lnTo>
                      <a:pt x="3330" y="2206"/>
                    </a:lnTo>
                    <a:lnTo>
                      <a:pt x="3373" y="2035"/>
                    </a:lnTo>
                    <a:lnTo>
                      <a:pt x="3401" y="1865"/>
                    </a:lnTo>
                    <a:lnTo>
                      <a:pt x="3401" y="1694"/>
                    </a:lnTo>
                    <a:lnTo>
                      <a:pt x="3401" y="1523"/>
                    </a:lnTo>
                    <a:lnTo>
                      <a:pt x="3373" y="1352"/>
                    </a:lnTo>
                    <a:lnTo>
                      <a:pt x="3330" y="1196"/>
                    </a:lnTo>
                    <a:lnTo>
                      <a:pt x="3273" y="1039"/>
                    </a:lnTo>
                    <a:lnTo>
                      <a:pt x="3202" y="883"/>
                    </a:lnTo>
                    <a:lnTo>
                      <a:pt x="3117" y="740"/>
                    </a:lnTo>
                    <a:lnTo>
                      <a:pt x="3017" y="612"/>
                    </a:lnTo>
                    <a:lnTo>
                      <a:pt x="2903" y="499"/>
                    </a:lnTo>
                    <a:lnTo>
                      <a:pt x="2790" y="385"/>
                    </a:lnTo>
                    <a:lnTo>
                      <a:pt x="2661" y="285"/>
                    </a:lnTo>
                    <a:lnTo>
                      <a:pt x="2519" y="200"/>
                    </a:lnTo>
                    <a:lnTo>
                      <a:pt x="2363" y="129"/>
                    </a:lnTo>
                    <a:lnTo>
                      <a:pt x="2206" y="72"/>
                    </a:lnTo>
                    <a:lnTo>
                      <a:pt x="2050" y="29"/>
                    </a:lnTo>
                    <a:lnTo>
                      <a:pt x="1879"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8" name="Google Shape;544;p20">
                <a:extLst>
                  <a:ext uri="{FF2B5EF4-FFF2-40B4-BE49-F238E27FC236}">
                    <a16:creationId xmlns:a16="http://schemas.microsoft.com/office/drawing/2014/main" id="{C806018C-1375-4403-9D53-C42F1096776E}"/>
                  </a:ext>
                </a:extLst>
              </p:cNvPr>
              <p:cNvSpPr/>
              <p:nvPr/>
            </p:nvSpPr>
            <p:spPr bwMode="auto">
              <a:xfrm>
                <a:off x="7349411" y="2669611"/>
                <a:ext cx="827500" cy="370793"/>
              </a:xfrm>
              <a:custGeom>
                <a:avLst/>
                <a:gdLst/>
                <a:ahLst/>
                <a:cxnLst/>
                <a:rect l="l" t="t" r="r" b="b"/>
                <a:pathLst>
                  <a:path w="14515" h="6504" extrusionOk="0">
                    <a:moveTo>
                      <a:pt x="13675" y="0"/>
                    </a:moveTo>
                    <a:lnTo>
                      <a:pt x="8367" y="5308"/>
                    </a:lnTo>
                    <a:lnTo>
                      <a:pt x="0" y="5308"/>
                    </a:lnTo>
                    <a:lnTo>
                      <a:pt x="0" y="6503"/>
                    </a:lnTo>
                    <a:lnTo>
                      <a:pt x="8865" y="6503"/>
                    </a:lnTo>
                    <a:lnTo>
                      <a:pt x="14515" y="840"/>
                    </a:lnTo>
                    <a:lnTo>
                      <a:pt x="13675"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9" name="Google Shape;545;p20">
                <a:extLst>
                  <a:ext uri="{FF2B5EF4-FFF2-40B4-BE49-F238E27FC236}">
                    <a16:creationId xmlns:a16="http://schemas.microsoft.com/office/drawing/2014/main" id="{7A25E949-F501-4C31-BF61-F5CEC6967371}"/>
                  </a:ext>
                </a:extLst>
              </p:cNvPr>
              <p:cNvSpPr/>
              <p:nvPr/>
            </p:nvSpPr>
            <p:spPr bwMode="auto">
              <a:xfrm>
                <a:off x="7349411" y="2717444"/>
                <a:ext cx="401579" cy="68241"/>
              </a:xfrm>
              <a:custGeom>
                <a:avLst/>
                <a:gdLst/>
                <a:ahLst/>
                <a:cxnLst/>
                <a:rect l="l" t="t" r="r" b="b"/>
                <a:pathLst>
                  <a:path w="7044" h="1197" extrusionOk="0">
                    <a:moveTo>
                      <a:pt x="0" y="1"/>
                    </a:moveTo>
                    <a:lnTo>
                      <a:pt x="0" y="1196"/>
                    </a:lnTo>
                    <a:lnTo>
                      <a:pt x="7044" y="1196"/>
                    </a:lnTo>
                    <a:lnTo>
                      <a:pt x="7044"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0" name="Google Shape;546;p20">
                <a:extLst>
                  <a:ext uri="{FF2B5EF4-FFF2-40B4-BE49-F238E27FC236}">
                    <a16:creationId xmlns:a16="http://schemas.microsoft.com/office/drawing/2014/main" id="{CBAEEE88-9A6D-430C-ACDC-2277ACE41086}"/>
                  </a:ext>
                </a:extLst>
              </p:cNvPr>
              <p:cNvSpPr/>
              <p:nvPr/>
            </p:nvSpPr>
            <p:spPr bwMode="auto">
              <a:xfrm>
                <a:off x="7349411" y="3363218"/>
                <a:ext cx="1001951" cy="339152"/>
              </a:xfrm>
              <a:custGeom>
                <a:avLst/>
                <a:gdLst/>
                <a:ahLst/>
                <a:cxnLst/>
                <a:rect l="l" t="t" r="r" b="b"/>
                <a:pathLst>
                  <a:path w="17575" h="5949" extrusionOk="0">
                    <a:moveTo>
                      <a:pt x="0" y="1"/>
                    </a:moveTo>
                    <a:lnTo>
                      <a:pt x="0" y="1182"/>
                    </a:lnTo>
                    <a:lnTo>
                      <a:pt x="11967" y="1182"/>
                    </a:lnTo>
                    <a:lnTo>
                      <a:pt x="16734" y="5949"/>
                    </a:lnTo>
                    <a:lnTo>
                      <a:pt x="17574" y="5109"/>
                    </a:lnTo>
                    <a:lnTo>
                      <a:pt x="12466"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1" name="Google Shape;547;p20">
                <a:extLst>
                  <a:ext uri="{FF2B5EF4-FFF2-40B4-BE49-F238E27FC236}">
                    <a16:creationId xmlns:a16="http://schemas.microsoft.com/office/drawing/2014/main" id="{008253A2-6758-48CD-B391-4D8723BB23A1}"/>
                  </a:ext>
                </a:extLst>
              </p:cNvPr>
              <p:cNvSpPr/>
              <p:nvPr/>
            </p:nvSpPr>
            <p:spPr bwMode="auto">
              <a:xfrm>
                <a:off x="7349411" y="3584709"/>
                <a:ext cx="785313" cy="331057"/>
              </a:xfrm>
              <a:custGeom>
                <a:avLst/>
                <a:gdLst/>
                <a:ahLst/>
                <a:cxnLst/>
                <a:rect l="l" t="t" r="r" b="b"/>
                <a:pathLst>
                  <a:path w="13775" h="5807" extrusionOk="0">
                    <a:moveTo>
                      <a:pt x="0" y="1"/>
                    </a:moveTo>
                    <a:lnTo>
                      <a:pt x="0" y="1196"/>
                    </a:lnTo>
                    <a:lnTo>
                      <a:pt x="8325" y="1196"/>
                    </a:lnTo>
                    <a:lnTo>
                      <a:pt x="12935" y="5806"/>
                    </a:lnTo>
                    <a:lnTo>
                      <a:pt x="13775" y="4953"/>
                    </a:lnTo>
                    <a:lnTo>
                      <a:pt x="8823"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2" name="Google Shape;548;p20">
                <a:extLst>
                  <a:ext uri="{FF2B5EF4-FFF2-40B4-BE49-F238E27FC236}">
                    <a16:creationId xmlns:a16="http://schemas.microsoft.com/office/drawing/2014/main" id="{0EB46ACD-1195-49AD-AD0D-B6D496CA7F44}"/>
                  </a:ext>
                </a:extLst>
              </p:cNvPr>
              <p:cNvSpPr/>
              <p:nvPr/>
            </p:nvSpPr>
            <p:spPr bwMode="auto">
              <a:xfrm>
                <a:off x="7349411" y="3807798"/>
                <a:ext cx="401579" cy="68241"/>
              </a:xfrm>
              <a:custGeom>
                <a:avLst/>
                <a:gdLst/>
                <a:ahLst/>
                <a:cxnLst/>
                <a:rect l="l" t="t" r="r" b="b"/>
                <a:pathLst>
                  <a:path w="7044" h="1197" extrusionOk="0">
                    <a:moveTo>
                      <a:pt x="0" y="1"/>
                    </a:moveTo>
                    <a:lnTo>
                      <a:pt x="0" y="1196"/>
                    </a:lnTo>
                    <a:lnTo>
                      <a:pt x="7044" y="1196"/>
                    </a:lnTo>
                    <a:lnTo>
                      <a:pt x="7044"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3" name="Google Shape;549;p20">
                <a:extLst>
                  <a:ext uri="{FF2B5EF4-FFF2-40B4-BE49-F238E27FC236}">
                    <a16:creationId xmlns:a16="http://schemas.microsoft.com/office/drawing/2014/main" id="{A519419C-CEC8-4C8B-B512-ADC124B2D544}"/>
                  </a:ext>
                </a:extLst>
              </p:cNvPr>
              <p:cNvSpPr/>
              <p:nvPr/>
            </p:nvSpPr>
            <p:spPr bwMode="auto">
              <a:xfrm>
                <a:off x="7997579" y="3782655"/>
                <a:ext cx="193948" cy="193948"/>
              </a:xfrm>
              <a:custGeom>
                <a:avLst/>
                <a:gdLst/>
                <a:ahLst/>
                <a:cxnLst/>
                <a:rect l="l" t="t" r="r" b="b"/>
                <a:pathLst>
                  <a:path w="3402" h="3402" extrusionOk="0">
                    <a:moveTo>
                      <a:pt x="1523" y="1"/>
                    </a:moveTo>
                    <a:lnTo>
                      <a:pt x="1353" y="29"/>
                    </a:lnTo>
                    <a:lnTo>
                      <a:pt x="1196" y="72"/>
                    </a:lnTo>
                    <a:lnTo>
                      <a:pt x="1040" y="129"/>
                    </a:lnTo>
                    <a:lnTo>
                      <a:pt x="883" y="200"/>
                    </a:lnTo>
                    <a:lnTo>
                      <a:pt x="741" y="285"/>
                    </a:lnTo>
                    <a:lnTo>
                      <a:pt x="613" y="385"/>
                    </a:lnTo>
                    <a:lnTo>
                      <a:pt x="499" y="499"/>
                    </a:lnTo>
                    <a:lnTo>
                      <a:pt x="385" y="613"/>
                    </a:lnTo>
                    <a:lnTo>
                      <a:pt x="285" y="755"/>
                    </a:lnTo>
                    <a:lnTo>
                      <a:pt x="200" y="883"/>
                    </a:lnTo>
                    <a:lnTo>
                      <a:pt x="129" y="1040"/>
                    </a:lnTo>
                    <a:lnTo>
                      <a:pt x="72" y="1196"/>
                    </a:lnTo>
                    <a:lnTo>
                      <a:pt x="29" y="1353"/>
                    </a:lnTo>
                    <a:lnTo>
                      <a:pt x="1" y="1523"/>
                    </a:lnTo>
                    <a:lnTo>
                      <a:pt x="1" y="1694"/>
                    </a:lnTo>
                    <a:lnTo>
                      <a:pt x="1" y="1879"/>
                    </a:lnTo>
                    <a:lnTo>
                      <a:pt x="29" y="2050"/>
                    </a:lnTo>
                    <a:lnTo>
                      <a:pt x="72" y="2206"/>
                    </a:lnTo>
                    <a:lnTo>
                      <a:pt x="129" y="2363"/>
                    </a:lnTo>
                    <a:lnTo>
                      <a:pt x="200" y="2505"/>
                    </a:lnTo>
                    <a:lnTo>
                      <a:pt x="285" y="2648"/>
                    </a:lnTo>
                    <a:lnTo>
                      <a:pt x="385" y="2776"/>
                    </a:lnTo>
                    <a:lnTo>
                      <a:pt x="499" y="2904"/>
                    </a:lnTo>
                    <a:lnTo>
                      <a:pt x="613" y="3017"/>
                    </a:lnTo>
                    <a:lnTo>
                      <a:pt x="741" y="3117"/>
                    </a:lnTo>
                    <a:lnTo>
                      <a:pt x="883" y="3202"/>
                    </a:lnTo>
                    <a:lnTo>
                      <a:pt x="1040" y="3274"/>
                    </a:lnTo>
                    <a:lnTo>
                      <a:pt x="1196" y="3331"/>
                    </a:lnTo>
                    <a:lnTo>
                      <a:pt x="1353" y="3373"/>
                    </a:lnTo>
                    <a:lnTo>
                      <a:pt x="1523" y="3387"/>
                    </a:lnTo>
                    <a:lnTo>
                      <a:pt x="1694" y="3402"/>
                    </a:lnTo>
                    <a:lnTo>
                      <a:pt x="1865" y="3387"/>
                    </a:lnTo>
                    <a:lnTo>
                      <a:pt x="2036" y="3373"/>
                    </a:lnTo>
                    <a:lnTo>
                      <a:pt x="2206" y="3331"/>
                    </a:lnTo>
                    <a:lnTo>
                      <a:pt x="2363" y="3274"/>
                    </a:lnTo>
                    <a:lnTo>
                      <a:pt x="2505" y="3202"/>
                    </a:lnTo>
                    <a:lnTo>
                      <a:pt x="2648" y="3117"/>
                    </a:lnTo>
                    <a:lnTo>
                      <a:pt x="2776" y="3017"/>
                    </a:lnTo>
                    <a:lnTo>
                      <a:pt x="2904" y="2904"/>
                    </a:lnTo>
                    <a:lnTo>
                      <a:pt x="3003" y="2776"/>
                    </a:lnTo>
                    <a:lnTo>
                      <a:pt x="3103" y="2648"/>
                    </a:lnTo>
                    <a:lnTo>
                      <a:pt x="3188" y="2505"/>
                    </a:lnTo>
                    <a:lnTo>
                      <a:pt x="3259" y="2363"/>
                    </a:lnTo>
                    <a:lnTo>
                      <a:pt x="3316" y="2206"/>
                    </a:lnTo>
                    <a:lnTo>
                      <a:pt x="3359" y="2050"/>
                    </a:lnTo>
                    <a:lnTo>
                      <a:pt x="3388" y="1879"/>
                    </a:lnTo>
                    <a:lnTo>
                      <a:pt x="3402" y="1694"/>
                    </a:lnTo>
                    <a:lnTo>
                      <a:pt x="3388" y="1523"/>
                    </a:lnTo>
                    <a:lnTo>
                      <a:pt x="3359" y="1353"/>
                    </a:lnTo>
                    <a:lnTo>
                      <a:pt x="3316" y="1196"/>
                    </a:lnTo>
                    <a:lnTo>
                      <a:pt x="3259" y="1040"/>
                    </a:lnTo>
                    <a:lnTo>
                      <a:pt x="3188" y="883"/>
                    </a:lnTo>
                    <a:lnTo>
                      <a:pt x="3103" y="755"/>
                    </a:lnTo>
                    <a:lnTo>
                      <a:pt x="3003" y="613"/>
                    </a:lnTo>
                    <a:lnTo>
                      <a:pt x="2904" y="499"/>
                    </a:lnTo>
                    <a:lnTo>
                      <a:pt x="2776" y="385"/>
                    </a:lnTo>
                    <a:lnTo>
                      <a:pt x="2648" y="285"/>
                    </a:lnTo>
                    <a:lnTo>
                      <a:pt x="2505" y="200"/>
                    </a:lnTo>
                    <a:lnTo>
                      <a:pt x="2363" y="129"/>
                    </a:lnTo>
                    <a:lnTo>
                      <a:pt x="2206" y="72"/>
                    </a:lnTo>
                    <a:lnTo>
                      <a:pt x="2036" y="29"/>
                    </a:lnTo>
                    <a:lnTo>
                      <a:pt x="1865"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4" name="Google Shape;550;p20">
                <a:extLst>
                  <a:ext uri="{FF2B5EF4-FFF2-40B4-BE49-F238E27FC236}">
                    <a16:creationId xmlns:a16="http://schemas.microsoft.com/office/drawing/2014/main" id="{53A28A9D-4C40-447A-9308-EF1B1CE7E065}"/>
                  </a:ext>
                </a:extLst>
              </p:cNvPr>
              <p:cNvSpPr/>
              <p:nvPr/>
            </p:nvSpPr>
            <p:spPr bwMode="auto">
              <a:xfrm>
                <a:off x="8210973" y="3568518"/>
                <a:ext cx="194747" cy="193891"/>
              </a:xfrm>
              <a:custGeom>
                <a:avLst/>
                <a:gdLst/>
                <a:ahLst/>
                <a:cxnLst/>
                <a:rect l="l" t="t" r="r" b="b"/>
                <a:pathLst>
                  <a:path w="3416" h="3401" extrusionOk="0">
                    <a:moveTo>
                      <a:pt x="1708" y="0"/>
                    </a:moveTo>
                    <a:lnTo>
                      <a:pt x="1537" y="14"/>
                    </a:lnTo>
                    <a:lnTo>
                      <a:pt x="1366" y="43"/>
                    </a:lnTo>
                    <a:lnTo>
                      <a:pt x="1196" y="71"/>
                    </a:lnTo>
                    <a:lnTo>
                      <a:pt x="1039" y="128"/>
                    </a:lnTo>
                    <a:lnTo>
                      <a:pt x="897" y="213"/>
                    </a:lnTo>
                    <a:lnTo>
                      <a:pt x="754" y="285"/>
                    </a:lnTo>
                    <a:lnTo>
                      <a:pt x="626" y="384"/>
                    </a:lnTo>
                    <a:lnTo>
                      <a:pt x="498" y="498"/>
                    </a:lnTo>
                    <a:lnTo>
                      <a:pt x="399" y="626"/>
                    </a:lnTo>
                    <a:lnTo>
                      <a:pt x="299" y="754"/>
                    </a:lnTo>
                    <a:lnTo>
                      <a:pt x="214" y="897"/>
                    </a:lnTo>
                    <a:lnTo>
                      <a:pt x="143" y="1039"/>
                    </a:lnTo>
                    <a:lnTo>
                      <a:pt x="86" y="1195"/>
                    </a:lnTo>
                    <a:lnTo>
                      <a:pt x="43" y="1366"/>
                    </a:lnTo>
                    <a:lnTo>
                      <a:pt x="14" y="1523"/>
                    </a:lnTo>
                    <a:lnTo>
                      <a:pt x="0" y="1708"/>
                    </a:lnTo>
                    <a:lnTo>
                      <a:pt x="14" y="1878"/>
                    </a:lnTo>
                    <a:lnTo>
                      <a:pt x="43" y="2049"/>
                    </a:lnTo>
                    <a:lnTo>
                      <a:pt x="86" y="2206"/>
                    </a:lnTo>
                    <a:lnTo>
                      <a:pt x="143" y="2362"/>
                    </a:lnTo>
                    <a:lnTo>
                      <a:pt x="214" y="2519"/>
                    </a:lnTo>
                    <a:lnTo>
                      <a:pt x="299" y="2661"/>
                    </a:lnTo>
                    <a:lnTo>
                      <a:pt x="399" y="2789"/>
                    </a:lnTo>
                    <a:lnTo>
                      <a:pt x="498" y="2903"/>
                    </a:lnTo>
                    <a:lnTo>
                      <a:pt x="626" y="3017"/>
                    </a:lnTo>
                    <a:lnTo>
                      <a:pt x="754" y="3116"/>
                    </a:lnTo>
                    <a:lnTo>
                      <a:pt x="897" y="3202"/>
                    </a:lnTo>
                    <a:lnTo>
                      <a:pt x="1039" y="3273"/>
                    </a:lnTo>
                    <a:lnTo>
                      <a:pt x="1196" y="3330"/>
                    </a:lnTo>
                    <a:lnTo>
                      <a:pt x="1366" y="3373"/>
                    </a:lnTo>
                    <a:lnTo>
                      <a:pt x="1537" y="3401"/>
                    </a:lnTo>
                    <a:lnTo>
                      <a:pt x="1879" y="3401"/>
                    </a:lnTo>
                    <a:lnTo>
                      <a:pt x="2049" y="3373"/>
                    </a:lnTo>
                    <a:lnTo>
                      <a:pt x="2220" y="3330"/>
                    </a:lnTo>
                    <a:lnTo>
                      <a:pt x="2377" y="3273"/>
                    </a:lnTo>
                    <a:lnTo>
                      <a:pt x="2519" y="3202"/>
                    </a:lnTo>
                    <a:lnTo>
                      <a:pt x="2661" y="3116"/>
                    </a:lnTo>
                    <a:lnTo>
                      <a:pt x="2789" y="3017"/>
                    </a:lnTo>
                    <a:lnTo>
                      <a:pt x="2917" y="2903"/>
                    </a:lnTo>
                    <a:lnTo>
                      <a:pt x="3017" y="2789"/>
                    </a:lnTo>
                    <a:lnTo>
                      <a:pt x="3117" y="2661"/>
                    </a:lnTo>
                    <a:lnTo>
                      <a:pt x="3202" y="2519"/>
                    </a:lnTo>
                    <a:lnTo>
                      <a:pt x="3273" y="2362"/>
                    </a:lnTo>
                    <a:lnTo>
                      <a:pt x="3330" y="2206"/>
                    </a:lnTo>
                    <a:lnTo>
                      <a:pt x="3373" y="2049"/>
                    </a:lnTo>
                    <a:lnTo>
                      <a:pt x="3401" y="1878"/>
                    </a:lnTo>
                    <a:lnTo>
                      <a:pt x="3415" y="1708"/>
                    </a:lnTo>
                    <a:lnTo>
                      <a:pt x="3401" y="1523"/>
                    </a:lnTo>
                    <a:lnTo>
                      <a:pt x="3373" y="1366"/>
                    </a:lnTo>
                    <a:lnTo>
                      <a:pt x="3330" y="1195"/>
                    </a:lnTo>
                    <a:lnTo>
                      <a:pt x="3273" y="1039"/>
                    </a:lnTo>
                    <a:lnTo>
                      <a:pt x="3202" y="897"/>
                    </a:lnTo>
                    <a:lnTo>
                      <a:pt x="3117" y="754"/>
                    </a:lnTo>
                    <a:lnTo>
                      <a:pt x="3017" y="626"/>
                    </a:lnTo>
                    <a:lnTo>
                      <a:pt x="2917" y="498"/>
                    </a:lnTo>
                    <a:lnTo>
                      <a:pt x="2789" y="384"/>
                    </a:lnTo>
                    <a:lnTo>
                      <a:pt x="2661" y="285"/>
                    </a:lnTo>
                    <a:lnTo>
                      <a:pt x="2519" y="213"/>
                    </a:lnTo>
                    <a:lnTo>
                      <a:pt x="2377" y="128"/>
                    </a:lnTo>
                    <a:lnTo>
                      <a:pt x="2220" y="71"/>
                    </a:lnTo>
                    <a:lnTo>
                      <a:pt x="2049" y="43"/>
                    </a:lnTo>
                    <a:lnTo>
                      <a:pt x="1879" y="14"/>
                    </a:lnTo>
                    <a:lnTo>
                      <a:pt x="1708"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5" name="Google Shape;551;p20">
                <a:extLst>
                  <a:ext uri="{FF2B5EF4-FFF2-40B4-BE49-F238E27FC236}">
                    <a16:creationId xmlns:a16="http://schemas.microsoft.com/office/drawing/2014/main" id="{A8DCA2C9-BB16-4814-AA39-F6BB77DF86F8}"/>
                  </a:ext>
                </a:extLst>
              </p:cNvPr>
              <p:cNvSpPr/>
              <p:nvPr/>
            </p:nvSpPr>
            <p:spPr bwMode="auto">
              <a:xfrm>
                <a:off x="8013827" y="2619326"/>
                <a:ext cx="193948" cy="194747"/>
              </a:xfrm>
              <a:custGeom>
                <a:avLst/>
                <a:gdLst/>
                <a:ahLst/>
                <a:cxnLst/>
                <a:rect l="l" t="t" r="r" b="b"/>
                <a:pathLst>
                  <a:path w="3402" h="3416" extrusionOk="0">
                    <a:moveTo>
                      <a:pt x="1694" y="0"/>
                    </a:moveTo>
                    <a:lnTo>
                      <a:pt x="1523" y="14"/>
                    </a:lnTo>
                    <a:lnTo>
                      <a:pt x="1352" y="43"/>
                    </a:lnTo>
                    <a:lnTo>
                      <a:pt x="1196" y="85"/>
                    </a:lnTo>
                    <a:lnTo>
                      <a:pt x="1039" y="142"/>
                    </a:lnTo>
                    <a:lnTo>
                      <a:pt x="883" y="213"/>
                    </a:lnTo>
                    <a:lnTo>
                      <a:pt x="755" y="299"/>
                    </a:lnTo>
                    <a:lnTo>
                      <a:pt x="612" y="398"/>
                    </a:lnTo>
                    <a:lnTo>
                      <a:pt x="498" y="498"/>
                    </a:lnTo>
                    <a:lnTo>
                      <a:pt x="385" y="626"/>
                    </a:lnTo>
                    <a:lnTo>
                      <a:pt x="285" y="754"/>
                    </a:lnTo>
                    <a:lnTo>
                      <a:pt x="200" y="897"/>
                    </a:lnTo>
                    <a:lnTo>
                      <a:pt x="128" y="1039"/>
                    </a:lnTo>
                    <a:lnTo>
                      <a:pt x="72" y="1195"/>
                    </a:lnTo>
                    <a:lnTo>
                      <a:pt x="29" y="1366"/>
                    </a:lnTo>
                    <a:lnTo>
                      <a:pt x="0" y="1537"/>
                    </a:lnTo>
                    <a:lnTo>
                      <a:pt x="0" y="1708"/>
                    </a:lnTo>
                    <a:lnTo>
                      <a:pt x="0" y="1878"/>
                    </a:lnTo>
                    <a:lnTo>
                      <a:pt x="29" y="2049"/>
                    </a:lnTo>
                    <a:lnTo>
                      <a:pt x="72" y="2220"/>
                    </a:lnTo>
                    <a:lnTo>
                      <a:pt x="128" y="2376"/>
                    </a:lnTo>
                    <a:lnTo>
                      <a:pt x="200" y="2519"/>
                    </a:lnTo>
                    <a:lnTo>
                      <a:pt x="285" y="2661"/>
                    </a:lnTo>
                    <a:lnTo>
                      <a:pt x="385" y="2789"/>
                    </a:lnTo>
                    <a:lnTo>
                      <a:pt x="498" y="2917"/>
                    </a:lnTo>
                    <a:lnTo>
                      <a:pt x="612" y="3017"/>
                    </a:lnTo>
                    <a:lnTo>
                      <a:pt x="755" y="3116"/>
                    </a:lnTo>
                    <a:lnTo>
                      <a:pt x="883" y="3202"/>
                    </a:lnTo>
                    <a:lnTo>
                      <a:pt x="1039" y="3273"/>
                    </a:lnTo>
                    <a:lnTo>
                      <a:pt x="1196" y="3330"/>
                    </a:lnTo>
                    <a:lnTo>
                      <a:pt x="1352" y="3373"/>
                    </a:lnTo>
                    <a:lnTo>
                      <a:pt x="1523" y="3401"/>
                    </a:lnTo>
                    <a:lnTo>
                      <a:pt x="1694" y="3415"/>
                    </a:lnTo>
                    <a:lnTo>
                      <a:pt x="1879" y="3401"/>
                    </a:lnTo>
                    <a:lnTo>
                      <a:pt x="2035" y="3373"/>
                    </a:lnTo>
                    <a:lnTo>
                      <a:pt x="2206" y="3330"/>
                    </a:lnTo>
                    <a:lnTo>
                      <a:pt x="2363" y="3273"/>
                    </a:lnTo>
                    <a:lnTo>
                      <a:pt x="2505" y="3202"/>
                    </a:lnTo>
                    <a:lnTo>
                      <a:pt x="2647" y="3116"/>
                    </a:lnTo>
                    <a:lnTo>
                      <a:pt x="2775" y="3017"/>
                    </a:lnTo>
                    <a:lnTo>
                      <a:pt x="2903" y="2917"/>
                    </a:lnTo>
                    <a:lnTo>
                      <a:pt x="3017" y="2789"/>
                    </a:lnTo>
                    <a:lnTo>
                      <a:pt x="3117" y="2661"/>
                    </a:lnTo>
                    <a:lnTo>
                      <a:pt x="3202" y="2519"/>
                    </a:lnTo>
                    <a:lnTo>
                      <a:pt x="3273" y="2376"/>
                    </a:lnTo>
                    <a:lnTo>
                      <a:pt x="3330" y="2220"/>
                    </a:lnTo>
                    <a:lnTo>
                      <a:pt x="3373" y="2049"/>
                    </a:lnTo>
                    <a:lnTo>
                      <a:pt x="3387" y="1878"/>
                    </a:lnTo>
                    <a:lnTo>
                      <a:pt x="3401" y="1708"/>
                    </a:lnTo>
                    <a:lnTo>
                      <a:pt x="3387" y="1537"/>
                    </a:lnTo>
                    <a:lnTo>
                      <a:pt x="3373" y="1366"/>
                    </a:lnTo>
                    <a:lnTo>
                      <a:pt x="3330" y="1195"/>
                    </a:lnTo>
                    <a:lnTo>
                      <a:pt x="3273" y="1039"/>
                    </a:lnTo>
                    <a:lnTo>
                      <a:pt x="3202" y="897"/>
                    </a:lnTo>
                    <a:lnTo>
                      <a:pt x="3117" y="754"/>
                    </a:lnTo>
                    <a:lnTo>
                      <a:pt x="3017" y="626"/>
                    </a:lnTo>
                    <a:lnTo>
                      <a:pt x="2903" y="498"/>
                    </a:lnTo>
                    <a:lnTo>
                      <a:pt x="2775" y="398"/>
                    </a:lnTo>
                    <a:lnTo>
                      <a:pt x="2647" y="299"/>
                    </a:lnTo>
                    <a:lnTo>
                      <a:pt x="2505" y="213"/>
                    </a:lnTo>
                    <a:lnTo>
                      <a:pt x="2363" y="142"/>
                    </a:lnTo>
                    <a:lnTo>
                      <a:pt x="2206" y="85"/>
                    </a:lnTo>
                    <a:lnTo>
                      <a:pt x="2035" y="43"/>
                    </a:lnTo>
                    <a:lnTo>
                      <a:pt x="1879" y="14"/>
                    </a:lnTo>
                    <a:lnTo>
                      <a:pt x="1694"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6" name="Google Shape;552;p20">
                <a:extLst>
                  <a:ext uri="{FF2B5EF4-FFF2-40B4-BE49-F238E27FC236}">
                    <a16:creationId xmlns:a16="http://schemas.microsoft.com/office/drawing/2014/main" id="{53F96ED7-9AE4-4DE3-9F1D-D5D5090AFB5B}"/>
                  </a:ext>
                </a:extLst>
              </p:cNvPr>
              <p:cNvSpPr/>
              <p:nvPr/>
            </p:nvSpPr>
            <p:spPr bwMode="auto">
              <a:xfrm>
                <a:off x="4014273" y="3216011"/>
                <a:ext cx="827500" cy="370793"/>
              </a:xfrm>
              <a:custGeom>
                <a:avLst/>
                <a:gdLst/>
                <a:ahLst/>
                <a:cxnLst/>
                <a:rect l="l" t="t" r="r" b="b"/>
                <a:pathLst>
                  <a:path w="14515" h="6504" extrusionOk="0">
                    <a:moveTo>
                      <a:pt x="840" y="0"/>
                    </a:moveTo>
                    <a:lnTo>
                      <a:pt x="0" y="840"/>
                    </a:lnTo>
                    <a:lnTo>
                      <a:pt x="5664" y="6503"/>
                    </a:lnTo>
                    <a:lnTo>
                      <a:pt x="14515" y="6503"/>
                    </a:lnTo>
                    <a:lnTo>
                      <a:pt x="14515" y="5308"/>
                    </a:lnTo>
                    <a:lnTo>
                      <a:pt x="6147" y="5308"/>
                    </a:lnTo>
                    <a:lnTo>
                      <a:pt x="840"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7" name="Google Shape;553;p20">
                <a:extLst>
                  <a:ext uri="{FF2B5EF4-FFF2-40B4-BE49-F238E27FC236}">
                    <a16:creationId xmlns:a16="http://schemas.microsoft.com/office/drawing/2014/main" id="{947B3869-75FD-4AC6-96F1-3A0F11158662}"/>
                  </a:ext>
                </a:extLst>
              </p:cNvPr>
              <p:cNvSpPr/>
              <p:nvPr/>
            </p:nvSpPr>
            <p:spPr bwMode="auto">
              <a:xfrm>
                <a:off x="4440152" y="3263844"/>
                <a:ext cx="401636" cy="68241"/>
              </a:xfrm>
              <a:custGeom>
                <a:avLst/>
                <a:gdLst/>
                <a:ahLst/>
                <a:cxnLst/>
                <a:rect l="l" t="t" r="r" b="b"/>
                <a:pathLst>
                  <a:path w="7045" h="1197" extrusionOk="0">
                    <a:moveTo>
                      <a:pt x="1" y="1"/>
                    </a:moveTo>
                    <a:lnTo>
                      <a:pt x="1" y="1196"/>
                    </a:lnTo>
                    <a:lnTo>
                      <a:pt x="7045" y="1196"/>
                    </a:lnTo>
                    <a:lnTo>
                      <a:pt x="704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8" name="Google Shape;554;p20">
                <a:extLst>
                  <a:ext uri="{FF2B5EF4-FFF2-40B4-BE49-F238E27FC236}">
                    <a16:creationId xmlns:a16="http://schemas.microsoft.com/office/drawing/2014/main" id="{CED01039-57FA-46D9-98A4-46F04CEC4085}"/>
                  </a:ext>
                </a:extLst>
              </p:cNvPr>
              <p:cNvSpPr/>
              <p:nvPr/>
            </p:nvSpPr>
            <p:spPr bwMode="auto">
              <a:xfrm>
                <a:off x="3839817" y="3909618"/>
                <a:ext cx="1001951" cy="339152"/>
              </a:xfrm>
              <a:custGeom>
                <a:avLst/>
                <a:gdLst/>
                <a:ahLst/>
                <a:cxnLst/>
                <a:rect l="l" t="t" r="r" b="b"/>
                <a:pathLst>
                  <a:path w="17575" h="5949" extrusionOk="0">
                    <a:moveTo>
                      <a:pt x="5109" y="1"/>
                    </a:moveTo>
                    <a:lnTo>
                      <a:pt x="1" y="5109"/>
                    </a:lnTo>
                    <a:lnTo>
                      <a:pt x="840" y="5949"/>
                    </a:lnTo>
                    <a:lnTo>
                      <a:pt x="5607" y="1182"/>
                    </a:lnTo>
                    <a:lnTo>
                      <a:pt x="17575" y="1182"/>
                    </a:lnTo>
                    <a:lnTo>
                      <a:pt x="1757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9" name="Google Shape;555;p20">
                <a:extLst>
                  <a:ext uri="{FF2B5EF4-FFF2-40B4-BE49-F238E27FC236}">
                    <a16:creationId xmlns:a16="http://schemas.microsoft.com/office/drawing/2014/main" id="{27F1EBD4-9750-4B8B-864D-43C7AAC0A955}"/>
                  </a:ext>
                </a:extLst>
              </p:cNvPr>
              <p:cNvSpPr/>
              <p:nvPr/>
            </p:nvSpPr>
            <p:spPr bwMode="auto">
              <a:xfrm>
                <a:off x="4056405" y="4131110"/>
                <a:ext cx="785369" cy="331057"/>
              </a:xfrm>
              <a:custGeom>
                <a:avLst/>
                <a:gdLst/>
                <a:ahLst/>
                <a:cxnLst/>
                <a:rect l="l" t="t" r="r" b="b"/>
                <a:pathLst>
                  <a:path w="13776" h="5807" extrusionOk="0">
                    <a:moveTo>
                      <a:pt x="4953" y="1"/>
                    </a:moveTo>
                    <a:lnTo>
                      <a:pt x="1" y="4953"/>
                    </a:lnTo>
                    <a:lnTo>
                      <a:pt x="841" y="5806"/>
                    </a:lnTo>
                    <a:lnTo>
                      <a:pt x="5451" y="1196"/>
                    </a:lnTo>
                    <a:lnTo>
                      <a:pt x="13776" y="1196"/>
                    </a:lnTo>
                    <a:lnTo>
                      <a:pt x="13776"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0" name="Google Shape;556;p20">
                <a:extLst>
                  <a:ext uri="{FF2B5EF4-FFF2-40B4-BE49-F238E27FC236}">
                    <a16:creationId xmlns:a16="http://schemas.microsoft.com/office/drawing/2014/main" id="{826D1FC9-F3F6-45F5-A4EB-5B72CF527985}"/>
                  </a:ext>
                </a:extLst>
              </p:cNvPr>
              <p:cNvSpPr/>
              <p:nvPr/>
            </p:nvSpPr>
            <p:spPr bwMode="auto">
              <a:xfrm>
                <a:off x="4440152" y="4354198"/>
                <a:ext cx="401636" cy="68241"/>
              </a:xfrm>
              <a:custGeom>
                <a:avLst/>
                <a:gdLst/>
                <a:ahLst/>
                <a:cxnLst/>
                <a:rect l="l" t="t" r="r" b="b"/>
                <a:pathLst>
                  <a:path w="7045" h="1197" extrusionOk="0">
                    <a:moveTo>
                      <a:pt x="1" y="1"/>
                    </a:moveTo>
                    <a:lnTo>
                      <a:pt x="1" y="1196"/>
                    </a:lnTo>
                    <a:lnTo>
                      <a:pt x="7045" y="1196"/>
                    </a:lnTo>
                    <a:lnTo>
                      <a:pt x="704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1" name="Google Shape;557;p20">
                <a:extLst>
                  <a:ext uri="{FF2B5EF4-FFF2-40B4-BE49-F238E27FC236}">
                    <a16:creationId xmlns:a16="http://schemas.microsoft.com/office/drawing/2014/main" id="{DABB8E1D-1795-46C0-97AA-0230CB72C2D2}"/>
                  </a:ext>
                </a:extLst>
              </p:cNvPr>
              <p:cNvSpPr/>
              <p:nvPr/>
            </p:nvSpPr>
            <p:spPr bwMode="auto">
              <a:xfrm>
                <a:off x="3999621" y="4329055"/>
                <a:ext cx="194803" cy="193948"/>
              </a:xfrm>
              <a:custGeom>
                <a:avLst/>
                <a:gdLst/>
                <a:ahLst/>
                <a:cxnLst/>
                <a:rect l="l" t="t" r="r" b="b"/>
                <a:pathLst>
                  <a:path w="3417" h="3402" extrusionOk="0">
                    <a:moveTo>
                      <a:pt x="1538" y="1"/>
                    </a:moveTo>
                    <a:lnTo>
                      <a:pt x="1367" y="29"/>
                    </a:lnTo>
                    <a:lnTo>
                      <a:pt x="1196" y="72"/>
                    </a:lnTo>
                    <a:lnTo>
                      <a:pt x="1040" y="129"/>
                    </a:lnTo>
                    <a:lnTo>
                      <a:pt x="897" y="200"/>
                    </a:lnTo>
                    <a:lnTo>
                      <a:pt x="755" y="285"/>
                    </a:lnTo>
                    <a:lnTo>
                      <a:pt x="627" y="385"/>
                    </a:lnTo>
                    <a:lnTo>
                      <a:pt x="499" y="499"/>
                    </a:lnTo>
                    <a:lnTo>
                      <a:pt x="399" y="613"/>
                    </a:lnTo>
                    <a:lnTo>
                      <a:pt x="300" y="755"/>
                    </a:lnTo>
                    <a:lnTo>
                      <a:pt x="214" y="883"/>
                    </a:lnTo>
                    <a:lnTo>
                      <a:pt x="143" y="1040"/>
                    </a:lnTo>
                    <a:lnTo>
                      <a:pt x="86" y="1196"/>
                    </a:lnTo>
                    <a:lnTo>
                      <a:pt x="44" y="1353"/>
                    </a:lnTo>
                    <a:lnTo>
                      <a:pt x="15" y="1523"/>
                    </a:lnTo>
                    <a:lnTo>
                      <a:pt x="1" y="1694"/>
                    </a:lnTo>
                    <a:lnTo>
                      <a:pt x="15" y="1879"/>
                    </a:lnTo>
                    <a:lnTo>
                      <a:pt x="44" y="2050"/>
                    </a:lnTo>
                    <a:lnTo>
                      <a:pt x="86" y="2206"/>
                    </a:lnTo>
                    <a:lnTo>
                      <a:pt x="143" y="2363"/>
                    </a:lnTo>
                    <a:lnTo>
                      <a:pt x="214" y="2505"/>
                    </a:lnTo>
                    <a:lnTo>
                      <a:pt x="300" y="2648"/>
                    </a:lnTo>
                    <a:lnTo>
                      <a:pt x="399" y="2776"/>
                    </a:lnTo>
                    <a:lnTo>
                      <a:pt x="499" y="2904"/>
                    </a:lnTo>
                    <a:lnTo>
                      <a:pt x="627" y="3017"/>
                    </a:lnTo>
                    <a:lnTo>
                      <a:pt x="755" y="3117"/>
                    </a:lnTo>
                    <a:lnTo>
                      <a:pt x="897" y="3202"/>
                    </a:lnTo>
                    <a:lnTo>
                      <a:pt x="1040" y="3274"/>
                    </a:lnTo>
                    <a:lnTo>
                      <a:pt x="1196" y="3331"/>
                    </a:lnTo>
                    <a:lnTo>
                      <a:pt x="1367" y="3373"/>
                    </a:lnTo>
                    <a:lnTo>
                      <a:pt x="1538" y="3387"/>
                    </a:lnTo>
                    <a:lnTo>
                      <a:pt x="1708" y="3402"/>
                    </a:lnTo>
                    <a:lnTo>
                      <a:pt x="1879" y="3387"/>
                    </a:lnTo>
                    <a:lnTo>
                      <a:pt x="2050" y="3373"/>
                    </a:lnTo>
                    <a:lnTo>
                      <a:pt x="2221" y="3331"/>
                    </a:lnTo>
                    <a:lnTo>
                      <a:pt x="2377" y="3274"/>
                    </a:lnTo>
                    <a:lnTo>
                      <a:pt x="2520" y="3202"/>
                    </a:lnTo>
                    <a:lnTo>
                      <a:pt x="2662" y="3117"/>
                    </a:lnTo>
                    <a:lnTo>
                      <a:pt x="2790" y="3017"/>
                    </a:lnTo>
                    <a:lnTo>
                      <a:pt x="2918" y="2904"/>
                    </a:lnTo>
                    <a:lnTo>
                      <a:pt x="3018" y="2776"/>
                    </a:lnTo>
                    <a:lnTo>
                      <a:pt x="3117" y="2648"/>
                    </a:lnTo>
                    <a:lnTo>
                      <a:pt x="3203" y="2505"/>
                    </a:lnTo>
                    <a:lnTo>
                      <a:pt x="3274" y="2363"/>
                    </a:lnTo>
                    <a:lnTo>
                      <a:pt x="3331" y="2206"/>
                    </a:lnTo>
                    <a:lnTo>
                      <a:pt x="3373" y="2050"/>
                    </a:lnTo>
                    <a:lnTo>
                      <a:pt x="3402" y="1879"/>
                    </a:lnTo>
                    <a:lnTo>
                      <a:pt x="3416" y="1694"/>
                    </a:lnTo>
                    <a:lnTo>
                      <a:pt x="3402" y="1523"/>
                    </a:lnTo>
                    <a:lnTo>
                      <a:pt x="3373" y="1353"/>
                    </a:lnTo>
                    <a:lnTo>
                      <a:pt x="3331" y="1196"/>
                    </a:lnTo>
                    <a:lnTo>
                      <a:pt x="3274" y="1040"/>
                    </a:lnTo>
                    <a:lnTo>
                      <a:pt x="3203" y="883"/>
                    </a:lnTo>
                    <a:lnTo>
                      <a:pt x="3117" y="755"/>
                    </a:lnTo>
                    <a:lnTo>
                      <a:pt x="3018" y="613"/>
                    </a:lnTo>
                    <a:lnTo>
                      <a:pt x="2918" y="499"/>
                    </a:lnTo>
                    <a:lnTo>
                      <a:pt x="2790" y="385"/>
                    </a:lnTo>
                    <a:lnTo>
                      <a:pt x="2662" y="285"/>
                    </a:lnTo>
                    <a:lnTo>
                      <a:pt x="2520" y="200"/>
                    </a:lnTo>
                    <a:lnTo>
                      <a:pt x="2377" y="129"/>
                    </a:lnTo>
                    <a:lnTo>
                      <a:pt x="2221" y="72"/>
                    </a:lnTo>
                    <a:lnTo>
                      <a:pt x="2050" y="29"/>
                    </a:lnTo>
                    <a:lnTo>
                      <a:pt x="1879"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2" name="Google Shape;558;p20">
                <a:extLst>
                  <a:ext uri="{FF2B5EF4-FFF2-40B4-BE49-F238E27FC236}">
                    <a16:creationId xmlns:a16="http://schemas.microsoft.com/office/drawing/2014/main" id="{A7A8F4E9-9967-46E6-877A-D0FA89E30203}"/>
                  </a:ext>
                </a:extLst>
              </p:cNvPr>
              <p:cNvSpPr/>
              <p:nvPr/>
            </p:nvSpPr>
            <p:spPr bwMode="auto">
              <a:xfrm>
                <a:off x="3786282" y="4114918"/>
                <a:ext cx="193948" cy="193891"/>
              </a:xfrm>
              <a:custGeom>
                <a:avLst/>
                <a:gdLst/>
                <a:ahLst/>
                <a:cxnLst/>
                <a:rect l="l" t="t" r="r" b="b"/>
                <a:pathLst>
                  <a:path w="3402" h="3401" extrusionOk="0">
                    <a:moveTo>
                      <a:pt x="1694" y="0"/>
                    </a:moveTo>
                    <a:lnTo>
                      <a:pt x="1523" y="14"/>
                    </a:lnTo>
                    <a:lnTo>
                      <a:pt x="1352" y="43"/>
                    </a:lnTo>
                    <a:lnTo>
                      <a:pt x="1196" y="71"/>
                    </a:lnTo>
                    <a:lnTo>
                      <a:pt x="1039" y="128"/>
                    </a:lnTo>
                    <a:lnTo>
                      <a:pt x="883" y="213"/>
                    </a:lnTo>
                    <a:lnTo>
                      <a:pt x="740" y="285"/>
                    </a:lnTo>
                    <a:lnTo>
                      <a:pt x="612" y="384"/>
                    </a:lnTo>
                    <a:lnTo>
                      <a:pt x="498" y="498"/>
                    </a:lnTo>
                    <a:lnTo>
                      <a:pt x="385" y="626"/>
                    </a:lnTo>
                    <a:lnTo>
                      <a:pt x="285" y="754"/>
                    </a:lnTo>
                    <a:lnTo>
                      <a:pt x="200" y="897"/>
                    </a:lnTo>
                    <a:lnTo>
                      <a:pt x="128" y="1039"/>
                    </a:lnTo>
                    <a:lnTo>
                      <a:pt x="72" y="1195"/>
                    </a:lnTo>
                    <a:lnTo>
                      <a:pt x="29" y="1366"/>
                    </a:lnTo>
                    <a:lnTo>
                      <a:pt x="0" y="1523"/>
                    </a:lnTo>
                    <a:lnTo>
                      <a:pt x="0" y="1708"/>
                    </a:lnTo>
                    <a:lnTo>
                      <a:pt x="0" y="1878"/>
                    </a:lnTo>
                    <a:lnTo>
                      <a:pt x="29" y="2049"/>
                    </a:lnTo>
                    <a:lnTo>
                      <a:pt x="72" y="2206"/>
                    </a:lnTo>
                    <a:lnTo>
                      <a:pt x="128" y="2362"/>
                    </a:lnTo>
                    <a:lnTo>
                      <a:pt x="200" y="2519"/>
                    </a:lnTo>
                    <a:lnTo>
                      <a:pt x="285" y="2661"/>
                    </a:lnTo>
                    <a:lnTo>
                      <a:pt x="385" y="2789"/>
                    </a:lnTo>
                    <a:lnTo>
                      <a:pt x="498" y="2903"/>
                    </a:lnTo>
                    <a:lnTo>
                      <a:pt x="612" y="3017"/>
                    </a:lnTo>
                    <a:lnTo>
                      <a:pt x="740" y="3116"/>
                    </a:lnTo>
                    <a:lnTo>
                      <a:pt x="883" y="3202"/>
                    </a:lnTo>
                    <a:lnTo>
                      <a:pt x="1039" y="3273"/>
                    </a:lnTo>
                    <a:lnTo>
                      <a:pt x="1196" y="3330"/>
                    </a:lnTo>
                    <a:lnTo>
                      <a:pt x="1352" y="3373"/>
                    </a:lnTo>
                    <a:lnTo>
                      <a:pt x="1523" y="3401"/>
                    </a:lnTo>
                    <a:lnTo>
                      <a:pt x="1865" y="3401"/>
                    </a:lnTo>
                    <a:lnTo>
                      <a:pt x="2035" y="3373"/>
                    </a:lnTo>
                    <a:lnTo>
                      <a:pt x="2206" y="3330"/>
                    </a:lnTo>
                    <a:lnTo>
                      <a:pt x="2363" y="3273"/>
                    </a:lnTo>
                    <a:lnTo>
                      <a:pt x="2505" y="3202"/>
                    </a:lnTo>
                    <a:lnTo>
                      <a:pt x="2647" y="3116"/>
                    </a:lnTo>
                    <a:lnTo>
                      <a:pt x="2775" y="3017"/>
                    </a:lnTo>
                    <a:lnTo>
                      <a:pt x="2903" y="2903"/>
                    </a:lnTo>
                    <a:lnTo>
                      <a:pt x="3003" y="2789"/>
                    </a:lnTo>
                    <a:lnTo>
                      <a:pt x="3103" y="2661"/>
                    </a:lnTo>
                    <a:lnTo>
                      <a:pt x="3188" y="2519"/>
                    </a:lnTo>
                    <a:lnTo>
                      <a:pt x="3259" y="2362"/>
                    </a:lnTo>
                    <a:lnTo>
                      <a:pt x="3316" y="2206"/>
                    </a:lnTo>
                    <a:lnTo>
                      <a:pt x="3359" y="2049"/>
                    </a:lnTo>
                    <a:lnTo>
                      <a:pt x="3387" y="1878"/>
                    </a:lnTo>
                    <a:lnTo>
                      <a:pt x="3401" y="1708"/>
                    </a:lnTo>
                    <a:lnTo>
                      <a:pt x="3387" y="1523"/>
                    </a:lnTo>
                    <a:lnTo>
                      <a:pt x="3359" y="1366"/>
                    </a:lnTo>
                    <a:lnTo>
                      <a:pt x="3316" y="1195"/>
                    </a:lnTo>
                    <a:lnTo>
                      <a:pt x="3259" y="1039"/>
                    </a:lnTo>
                    <a:lnTo>
                      <a:pt x="3188" y="897"/>
                    </a:lnTo>
                    <a:lnTo>
                      <a:pt x="3103" y="754"/>
                    </a:lnTo>
                    <a:lnTo>
                      <a:pt x="3003" y="626"/>
                    </a:lnTo>
                    <a:lnTo>
                      <a:pt x="2903" y="498"/>
                    </a:lnTo>
                    <a:lnTo>
                      <a:pt x="2775" y="384"/>
                    </a:lnTo>
                    <a:lnTo>
                      <a:pt x="2647" y="285"/>
                    </a:lnTo>
                    <a:lnTo>
                      <a:pt x="2505" y="213"/>
                    </a:lnTo>
                    <a:lnTo>
                      <a:pt x="2363" y="128"/>
                    </a:lnTo>
                    <a:lnTo>
                      <a:pt x="2206" y="71"/>
                    </a:lnTo>
                    <a:lnTo>
                      <a:pt x="2035" y="43"/>
                    </a:lnTo>
                    <a:lnTo>
                      <a:pt x="1865" y="14"/>
                    </a:lnTo>
                    <a:lnTo>
                      <a:pt x="1694"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3" name="Google Shape;559;p20">
                <a:extLst>
                  <a:ext uri="{FF2B5EF4-FFF2-40B4-BE49-F238E27FC236}">
                    <a16:creationId xmlns:a16="http://schemas.microsoft.com/office/drawing/2014/main" id="{EB12347F-71FD-4B02-A383-6FE953142366}"/>
                  </a:ext>
                </a:extLst>
              </p:cNvPr>
              <p:cNvSpPr/>
              <p:nvPr/>
            </p:nvSpPr>
            <p:spPr bwMode="auto">
              <a:xfrm>
                <a:off x="3983430" y="3165726"/>
                <a:ext cx="193948" cy="194747"/>
              </a:xfrm>
              <a:custGeom>
                <a:avLst/>
                <a:gdLst/>
                <a:ahLst/>
                <a:cxnLst/>
                <a:rect l="l" t="t" r="r" b="b"/>
                <a:pathLst>
                  <a:path w="3402" h="3416" extrusionOk="0">
                    <a:moveTo>
                      <a:pt x="1708" y="0"/>
                    </a:moveTo>
                    <a:lnTo>
                      <a:pt x="1537" y="14"/>
                    </a:lnTo>
                    <a:lnTo>
                      <a:pt x="1366" y="43"/>
                    </a:lnTo>
                    <a:lnTo>
                      <a:pt x="1196" y="85"/>
                    </a:lnTo>
                    <a:lnTo>
                      <a:pt x="1039" y="142"/>
                    </a:lnTo>
                    <a:lnTo>
                      <a:pt x="897" y="213"/>
                    </a:lnTo>
                    <a:lnTo>
                      <a:pt x="754" y="299"/>
                    </a:lnTo>
                    <a:lnTo>
                      <a:pt x="626" y="398"/>
                    </a:lnTo>
                    <a:lnTo>
                      <a:pt x="498" y="498"/>
                    </a:lnTo>
                    <a:lnTo>
                      <a:pt x="384" y="626"/>
                    </a:lnTo>
                    <a:lnTo>
                      <a:pt x="299" y="754"/>
                    </a:lnTo>
                    <a:lnTo>
                      <a:pt x="214" y="897"/>
                    </a:lnTo>
                    <a:lnTo>
                      <a:pt x="143" y="1039"/>
                    </a:lnTo>
                    <a:lnTo>
                      <a:pt x="86" y="1195"/>
                    </a:lnTo>
                    <a:lnTo>
                      <a:pt x="43" y="1366"/>
                    </a:lnTo>
                    <a:lnTo>
                      <a:pt x="15" y="1537"/>
                    </a:lnTo>
                    <a:lnTo>
                      <a:pt x="0" y="1708"/>
                    </a:lnTo>
                    <a:lnTo>
                      <a:pt x="15" y="1878"/>
                    </a:lnTo>
                    <a:lnTo>
                      <a:pt x="43" y="2049"/>
                    </a:lnTo>
                    <a:lnTo>
                      <a:pt x="86" y="2220"/>
                    </a:lnTo>
                    <a:lnTo>
                      <a:pt x="143" y="2376"/>
                    </a:lnTo>
                    <a:lnTo>
                      <a:pt x="214" y="2519"/>
                    </a:lnTo>
                    <a:lnTo>
                      <a:pt x="299" y="2661"/>
                    </a:lnTo>
                    <a:lnTo>
                      <a:pt x="384" y="2789"/>
                    </a:lnTo>
                    <a:lnTo>
                      <a:pt x="498" y="2917"/>
                    </a:lnTo>
                    <a:lnTo>
                      <a:pt x="626" y="3017"/>
                    </a:lnTo>
                    <a:lnTo>
                      <a:pt x="754" y="3116"/>
                    </a:lnTo>
                    <a:lnTo>
                      <a:pt x="897" y="3202"/>
                    </a:lnTo>
                    <a:lnTo>
                      <a:pt x="1039" y="3273"/>
                    </a:lnTo>
                    <a:lnTo>
                      <a:pt x="1196" y="3330"/>
                    </a:lnTo>
                    <a:lnTo>
                      <a:pt x="1366" y="3373"/>
                    </a:lnTo>
                    <a:lnTo>
                      <a:pt x="1537" y="3401"/>
                    </a:lnTo>
                    <a:lnTo>
                      <a:pt x="1708" y="3415"/>
                    </a:lnTo>
                    <a:lnTo>
                      <a:pt x="1879" y="3401"/>
                    </a:lnTo>
                    <a:lnTo>
                      <a:pt x="2049" y="3373"/>
                    </a:lnTo>
                    <a:lnTo>
                      <a:pt x="2206" y="3330"/>
                    </a:lnTo>
                    <a:lnTo>
                      <a:pt x="2362" y="3273"/>
                    </a:lnTo>
                    <a:lnTo>
                      <a:pt x="2519" y="3202"/>
                    </a:lnTo>
                    <a:lnTo>
                      <a:pt x="2661" y="3116"/>
                    </a:lnTo>
                    <a:lnTo>
                      <a:pt x="2789" y="3017"/>
                    </a:lnTo>
                    <a:lnTo>
                      <a:pt x="2903" y="2917"/>
                    </a:lnTo>
                    <a:lnTo>
                      <a:pt x="3017" y="2789"/>
                    </a:lnTo>
                    <a:lnTo>
                      <a:pt x="3117" y="2661"/>
                    </a:lnTo>
                    <a:lnTo>
                      <a:pt x="3202" y="2519"/>
                    </a:lnTo>
                    <a:lnTo>
                      <a:pt x="3273" y="2376"/>
                    </a:lnTo>
                    <a:lnTo>
                      <a:pt x="3330" y="2220"/>
                    </a:lnTo>
                    <a:lnTo>
                      <a:pt x="3373" y="2049"/>
                    </a:lnTo>
                    <a:lnTo>
                      <a:pt x="3401" y="1878"/>
                    </a:lnTo>
                    <a:lnTo>
                      <a:pt x="3401" y="1708"/>
                    </a:lnTo>
                    <a:lnTo>
                      <a:pt x="3401" y="1537"/>
                    </a:lnTo>
                    <a:lnTo>
                      <a:pt x="3373" y="1366"/>
                    </a:lnTo>
                    <a:lnTo>
                      <a:pt x="3330" y="1195"/>
                    </a:lnTo>
                    <a:lnTo>
                      <a:pt x="3273" y="1039"/>
                    </a:lnTo>
                    <a:lnTo>
                      <a:pt x="3202" y="897"/>
                    </a:lnTo>
                    <a:lnTo>
                      <a:pt x="3117" y="754"/>
                    </a:lnTo>
                    <a:lnTo>
                      <a:pt x="3017" y="626"/>
                    </a:lnTo>
                    <a:lnTo>
                      <a:pt x="2903" y="498"/>
                    </a:lnTo>
                    <a:lnTo>
                      <a:pt x="2789" y="398"/>
                    </a:lnTo>
                    <a:lnTo>
                      <a:pt x="2661" y="299"/>
                    </a:lnTo>
                    <a:lnTo>
                      <a:pt x="2519" y="213"/>
                    </a:lnTo>
                    <a:lnTo>
                      <a:pt x="2362" y="142"/>
                    </a:lnTo>
                    <a:lnTo>
                      <a:pt x="2206" y="85"/>
                    </a:lnTo>
                    <a:lnTo>
                      <a:pt x="2049" y="43"/>
                    </a:lnTo>
                    <a:lnTo>
                      <a:pt x="1879" y="14"/>
                    </a:lnTo>
                    <a:lnTo>
                      <a:pt x="1708"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4" name="Google Shape;560;p20">
                <a:extLst>
                  <a:ext uri="{FF2B5EF4-FFF2-40B4-BE49-F238E27FC236}">
                    <a16:creationId xmlns:a16="http://schemas.microsoft.com/office/drawing/2014/main" id="{3B220E78-A531-495A-BC00-47ACB7EACB1B}"/>
                  </a:ext>
                </a:extLst>
              </p:cNvPr>
              <p:cNvSpPr/>
              <p:nvPr/>
            </p:nvSpPr>
            <p:spPr bwMode="auto">
              <a:xfrm>
                <a:off x="5348702" y="1573496"/>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75" name="Google Shape;561;p20">
                <a:extLst>
                  <a:ext uri="{FF2B5EF4-FFF2-40B4-BE49-F238E27FC236}">
                    <a16:creationId xmlns:a16="http://schemas.microsoft.com/office/drawing/2014/main" id="{1E4E553F-3BDC-433A-ABBC-2ECBDEE38EBA}"/>
                  </a:ext>
                </a:extLst>
              </p:cNvPr>
              <p:cNvSpPr/>
              <p:nvPr/>
            </p:nvSpPr>
            <p:spPr bwMode="auto">
              <a:xfrm>
                <a:off x="5572413" y="4603301"/>
                <a:ext cx="1046400" cy="1046400"/>
              </a:xfrm>
              <a:prstGeom prst="ellipse">
                <a:avLst/>
              </a:prstGeom>
              <a:solidFill>
                <a:schemeClr val="accent6"/>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grpSp>
            <p:nvGrpSpPr>
              <p:cNvPr id="76" name="Google Shape;562;p20">
                <a:extLst>
                  <a:ext uri="{FF2B5EF4-FFF2-40B4-BE49-F238E27FC236}">
                    <a16:creationId xmlns:a16="http://schemas.microsoft.com/office/drawing/2014/main" id="{F608C391-0295-4DC0-AA10-EBF5857735B3}"/>
                  </a:ext>
                </a:extLst>
              </p:cNvPr>
              <p:cNvGrpSpPr/>
              <p:nvPr/>
            </p:nvGrpSpPr>
            <p:grpSpPr bwMode="auto">
              <a:xfrm>
                <a:off x="5778262" y="4811510"/>
                <a:ext cx="629523" cy="629483"/>
                <a:chOff x="-44512325" y="3176075"/>
                <a:chExt cx="300899" cy="300899"/>
              </a:xfrm>
            </p:grpSpPr>
            <p:sp>
              <p:nvSpPr>
                <p:cNvPr id="77" name="Google Shape;563;p20">
                  <a:extLst>
                    <a:ext uri="{FF2B5EF4-FFF2-40B4-BE49-F238E27FC236}">
                      <a16:creationId xmlns:a16="http://schemas.microsoft.com/office/drawing/2014/main" id="{0EE68B6D-0BA0-48AF-9775-B465E9B95C61}"/>
                    </a:ext>
                  </a:extLst>
                </p:cNvPr>
                <p:cNvSpPr/>
                <p:nvPr/>
              </p:nvSpPr>
              <p:spPr bwMode="auto">
                <a:xfrm>
                  <a:off x="-44512325" y="3176075"/>
                  <a:ext cx="300899" cy="300899"/>
                </a:xfrm>
                <a:custGeom>
                  <a:avLst/>
                  <a:gdLst/>
                  <a:ahLst/>
                  <a:cxnLst/>
                  <a:rect l="l" t="t" r="r" b="b"/>
                  <a:pathLst>
                    <a:path w="12036" h="12036" extrusionOk="0">
                      <a:moveTo>
                        <a:pt x="3246" y="2868"/>
                      </a:moveTo>
                      <a:cubicBezTo>
                        <a:pt x="3435" y="2868"/>
                        <a:pt x="3592" y="3025"/>
                        <a:pt x="3592" y="3246"/>
                      </a:cubicBezTo>
                      <a:cubicBezTo>
                        <a:pt x="3592" y="3435"/>
                        <a:pt x="3435" y="3592"/>
                        <a:pt x="3246" y="3592"/>
                      </a:cubicBezTo>
                      <a:cubicBezTo>
                        <a:pt x="3057" y="3592"/>
                        <a:pt x="2899" y="3435"/>
                        <a:pt x="2899" y="3246"/>
                      </a:cubicBezTo>
                      <a:cubicBezTo>
                        <a:pt x="2899" y="3025"/>
                        <a:pt x="3057" y="2868"/>
                        <a:pt x="3246" y="2868"/>
                      </a:cubicBezTo>
                      <a:close/>
                      <a:moveTo>
                        <a:pt x="8854" y="2868"/>
                      </a:moveTo>
                      <a:cubicBezTo>
                        <a:pt x="9043" y="2868"/>
                        <a:pt x="9200" y="3025"/>
                        <a:pt x="9200" y="3246"/>
                      </a:cubicBezTo>
                      <a:cubicBezTo>
                        <a:pt x="9200" y="3435"/>
                        <a:pt x="9043" y="3592"/>
                        <a:pt x="8854" y="3592"/>
                      </a:cubicBezTo>
                      <a:cubicBezTo>
                        <a:pt x="8665" y="3592"/>
                        <a:pt x="8507" y="3435"/>
                        <a:pt x="8507" y="3246"/>
                      </a:cubicBezTo>
                      <a:cubicBezTo>
                        <a:pt x="8507" y="3025"/>
                        <a:pt x="8665" y="2868"/>
                        <a:pt x="8854" y="2868"/>
                      </a:cubicBezTo>
                      <a:close/>
                      <a:moveTo>
                        <a:pt x="6774" y="3277"/>
                      </a:moveTo>
                      <a:cubicBezTo>
                        <a:pt x="6963" y="3277"/>
                        <a:pt x="7121" y="3435"/>
                        <a:pt x="7121" y="3624"/>
                      </a:cubicBezTo>
                      <a:lnTo>
                        <a:pt x="7121" y="3876"/>
                      </a:lnTo>
                      <a:cubicBezTo>
                        <a:pt x="7247" y="3907"/>
                        <a:pt x="7341" y="3970"/>
                        <a:pt x="7467" y="4065"/>
                      </a:cubicBezTo>
                      <a:lnTo>
                        <a:pt x="7656" y="3939"/>
                      </a:lnTo>
                      <a:cubicBezTo>
                        <a:pt x="7706" y="3919"/>
                        <a:pt x="7766" y="3908"/>
                        <a:pt x="7825" y="3908"/>
                      </a:cubicBezTo>
                      <a:cubicBezTo>
                        <a:pt x="7955" y="3908"/>
                        <a:pt x="8086" y="3957"/>
                        <a:pt x="8129" y="4065"/>
                      </a:cubicBezTo>
                      <a:lnTo>
                        <a:pt x="8854" y="5294"/>
                      </a:lnTo>
                      <a:cubicBezTo>
                        <a:pt x="8917" y="5451"/>
                        <a:pt x="8885" y="5672"/>
                        <a:pt x="8728" y="5735"/>
                      </a:cubicBezTo>
                      <a:lnTo>
                        <a:pt x="8539" y="5861"/>
                      </a:lnTo>
                      <a:lnTo>
                        <a:pt x="8539" y="6270"/>
                      </a:lnTo>
                      <a:lnTo>
                        <a:pt x="8728" y="6396"/>
                      </a:lnTo>
                      <a:cubicBezTo>
                        <a:pt x="8885" y="6459"/>
                        <a:pt x="8980" y="6711"/>
                        <a:pt x="8854" y="6869"/>
                      </a:cubicBezTo>
                      <a:lnTo>
                        <a:pt x="8129" y="8066"/>
                      </a:lnTo>
                      <a:cubicBezTo>
                        <a:pt x="8043" y="8174"/>
                        <a:pt x="7927" y="8222"/>
                        <a:pt x="7812" y="8222"/>
                      </a:cubicBezTo>
                      <a:cubicBezTo>
                        <a:pt x="7759" y="8222"/>
                        <a:pt x="7706" y="8212"/>
                        <a:pt x="7656" y="8192"/>
                      </a:cubicBezTo>
                      <a:lnTo>
                        <a:pt x="7467" y="8066"/>
                      </a:lnTo>
                      <a:cubicBezTo>
                        <a:pt x="7341" y="8160"/>
                        <a:pt x="7215" y="8223"/>
                        <a:pt x="7121" y="8255"/>
                      </a:cubicBezTo>
                      <a:lnTo>
                        <a:pt x="7121" y="8507"/>
                      </a:lnTo>
                      <a:cubicBezTo>
                        <a:pt x="7121" y="8696"/>
                        <a:pt x="6963" y="8854"/>
                        <a:pt x="6774" y="8854"/>
                      </a:cubicBezTo>
                      <a:lnTo>
                        <a:pt x="5357" y="8854"/>
                      </a:lnTo>
                      <a:cubicBezTo>
                        <a:pt x="5136" y="8854"/>
                        <a:pt x="4978" y="8696"/>
                        <a:pt x="4978" y="8507"/>
                      </a:cubicBezTo>
                      <a:lnTo>
                        <a:pt x="4978" y="8255"/>
                      </a:lnTo>
                      <a:cubicBezTo>
                        <a:pt x="4884" y="8223"/>
                        <a:pt x="4758" y="8160"/>
                        <a:pt x="4632" y="8066"/>
                      </a:cubicBezTo>
                      <a:lnTo>
                        <a:pt x="4443" y="8192"/>
                      </a:lnTo>
                      <a:cubicBezTo>
                        <a:pt x="4393" y="8212"/>
                        <a:pt x="4334" y="8222"/>
                        <a:pt x="4274" y="8222"/>
                      </a:cubicBezTo>
                      <a:cubicBezTo>
                        <a:pt x="4145" y="8222"/>
                        <a:pt x="4013" y="8174"/>
                        <a:pt x="3970" y="8066"/>
                      </a:cubicBezTo>
                      <a:lnTo>
                        <a:pt x="3246" y="6869"/>
                      </a:lnTo>
                      <a:cubicBezTo>
                        <a:pt x="3183" y="6680"/>
                        <a:pt x="3214" y="6459"/>
                        <a:pt x="3372" y="6396"/>
                      </a:cubicBezTo>
                      <a:lnTo>
                        <a:pt x="3561" y="6270"/>
                      </a:lnTo>
                      <a:lnTo>
                        <a:pt x="3561" y="5861"/>
                      </a:lnTo>
                      <a:lnTo>
                        <a:pt x="3372" y="5735"/>
                      </a:lnTo>
                      <a:cubicBezTo>
                        <a:pt x="3214" y="5672"/>
                        <a:pt x="3151" y="5420"/>
                        <a:pt x="3246" y="5294"/>
                      </a:cubicBezTo>
                      <a:lnTo>
                        <a:pt x="3970" y="4065"/>
                      </a:lnTo>
                      <a:cubicBezTo>
                        <a:pt x="4013" y="3958"/>
                        <a:pt x="4142" y="3880"/>
                        <a:pt x="4270" y="3880"/>
                      </a:cubicBezTo>
                      <a:cubicBezTo>
                        <a:pt x="4331" y="3880"/>
                        <a:pt x="4392" y="3898"/>
                        <a:pt x="4443" y="3939"/>
                      </a:cubicBezTo>
                      <a:lnTo>
                        <a:pt x="4632" y="4065"/>
                      </a:lnTo>
                      <a:cubicBezTo>
                        <a:pt x="4758" y="3970"/>
                        <a:pt x="4884" y="3907"/>
                        <a:pt x="4978" y="3876"/>
                      </a:cubicBezTo>
                      <a:lnTo>
                        <a:pt x="4978" y="3624"/>
                      </a:lnTo>
                      <a:cubicBezTo>
                        <a:pt x="4978" y="3435"/>
                        <a:pt x="5136" y="3277"/>
                        <a:pt x="5357" y="3277"/>
                      </a:cubicBezTo>
                      <a:close/>
                      <a:moveTo>
                        <a:pt x="3246" y="8475"/>
                      </a:moveTo>
                      <a:cubicBezTo>
                        <a:pt x="3435" y="8475"/>
                        <a:pt x="3592" y="8633"/>
                        <a:pt x="3592" y="8822"/>
                      </a:cubicBezTo>
                      <a:cubicBezTo>
                        <a:pt x="3592" y="9043"/>
                        <a:pt x="3435" y="9169"/>
                        <a:pt x="3246" y="9169"/>
                      </a:cubicBezTo>
                      <a:cubicBezTo>
                        <a:pt x="3057" y="9169"/>
                        <a:pt x="2899" y="9011"/>
                        <a:pt x="2899" y="8822"/>
                      </a:cubicBezTo>
                      <a:cubicBezTo>
                        <a:pt x="2899" y="8633"/>
                        <a:pt x="3057" y="8475"/>
                        <a:pt x="3246" y="8475"/>
                      </a:cubicBezTo>
                      <a:close/>
                      <a:moveTo>
                        <a:pt x="8854" y="8475"/>
                      </a:moveTo>
                      <a:cubicBezTo>
                        <a:pt x="9043" y="8475"/>
                        <a:pt x="9200" y="8633"/>
                        <a:pt x="9200" y="8822"/>
                      </a:cubicBezTo>
                      <a:cubicBezTo>
                        <a:pt x="9200" y="9043"/>
                        <a:pt x="9043" y="9169"/>
                        <a:pt x="8854" y="9169"/>
                      </a:cubicBezTo>
                      <a:cubicBezTo>
                        <a:pt x="8665" y="9169"/>
                        <a:pt x="8507" y="9011"/>
                        <a:pt x="8507" y="8822"/>
                      </a:cubicBezTo>
                      <a:cubicBezTo>
                        <a:pt x="8507" y="8633"/>
                        <a:pt x="8665" y="8475"/>
                        <a:pt x="8854" y="8475"/>
                      </a:cubicBezTo>
                      <a:close/>
                      <a:moveTo>
                        <a:pt x="3183" y="1"/>
                      </a:moveTo>
                      <a:cubicBezTo>
                        <a:pt x="2994" y="1"/>
                        <a:pt x="2836" y="158"/>
                        <a:pt x="2836" y="347"/>
                      </a:cubicBezTo>
                      <a:lnTo>
                        <a:pt x="2836" y="1418"/>
                      </a:lnTo>
                      <a:lnTo>
                        <a:pt x="2458" y="1418"/>
                      </a:lnTo>
                      <a:cubicBezTo>
                        <a:pt x="1891" y="1418"/>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1"/>
                        <a:pt x="1" y="4600"/>
                      </a:cubicBezTo>
                      <a:cubicBezTo>
                        <a:pt x="1" y="4821"/>
                        <a:pt x="158" y="4978"/>
                        <a:pt x="347" y="4978"/>
                      </a:cubicBezTo>
                      <a:lnTo>
                        <a:pt x="1418" y="4978"/>
                      </a:lnTo>
                      <a:lnTo>
                        <a:pt x="1418" y="5672"/>
                      </a:lnTo>
                      <a:lnTo>
                        <a:pt x="347" y="5672"/>
                      </a:lnTo>
                      <a:cubicBezTo>
                        <a:pt x="158" y="5672"/>
                        <a:pt x="1" y="5829"/>
                        <a:pt x="1" y="6018"/>
                      </a:cubicBezTo>
                      <a:cubicBezTo>
                        <a:pt x="1" y="6239"/>
                        <a:pt x="158" y="6396"/>
                        <a:pt x="347" y="6396"/>
                      </a:cubicBezTo>
                      <a:lnTo>
                        <a:pt x="1418" y="6396"/>
                      </a:lnTo>
                      <a:lnTo>
                        <a:pt x="1418" y="7089"/>
                      </a:lnTo>
                      <a:lnTo>
                        <a:pt x="347" y="7089"/>
                      </a:lnTo>
                      <a:cubicBezTo>
                        <a:pt x="158" y="7089"/>
                        <a:pt x="1" y="7247"/>
                        <a:pt x="1" y="7436"/>
                      </a:cubicBezTo>
                      <a:cubicBezTo>
                        <a:pt x="1" y="7656"/>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18"/>
                        <a:pt x="2458" y="10618"/>
                      </a:cubicBezTo>
                      <a:lnTo>
                        <a:pt x="2836" y="10618"/>
                      </a:lnTo>
                      <a:lnTo>
                        <a:pt x="2836" y="11689"/>
                      </a:lnTo>
                      <a:cubicBezTo>
                        <a:pt x="2836" y="11878"/>
                        <a:pt x="2994" y="12036"/>
                        <a:pt x="3183" y="12036"/>
                      </a:cubicBezTo>
                      <a:cubicBezTo>
                        <a:pt x="3372" y="12036"/>
                        <a:pt x="3529" y="11878"/>
                        <a:pt x="3529" y="11689"/>
                      </a:cubicBezTo>
                      <a:lnTo>
                        <a:pt x="3529" y="10618"/>
                      </a:lnTo>
                      <a:lnTo>
                        <a:pt x="4254" y="10618"/>
                      </a:lnTo>
                      <a:lnTo>
                        <a:pt x="4254" y="11689"/>
                      </a:lnTo>
                      <a:cubicBezTo>
                        <a:pt x="4254" y="11878"/>
                        <a:pt x="4411" y="12036"/>
                        <a:pt x="4600" y="12036"/>
                      </a:cubicBezTo>
                      <a:cubicBezTo>
                        <a:pt x="4789" y="12036"/>
                        <a:pt x="4947" y="11878"/>
                        <a:pt x="4947" y="11689"/>
                      </a:cubicBezTo>
                      <a:lnTo>
                        <a:pt x="4947" y="10618"/>
                      </a:lnTo>
                      <a:lnTo>
                        <a:pt x="5672" y="10618"/>
                      </a:lnTo>
                      <a:lnTo>
                        <a:pt x="5672" y="11689"/>
                      </a:lnTo>
                      <a:cubicBezTo>
                        <a:pt x="5672" y="11878"/>
                        <a:pt x="5829" y="12036"/>
                        <a:pt x="6018" y="12036"/>
                      </a:cubicBezTo>
                      <a:cubicBezTo>
                        <a:pt x="6207" y="12036"/>
                        <a:pt x="6365" y="11878"/>
                        <a:pt x="6365" y="11689"/>
                      </a:cubicBezTo>
                      <a:lnTo>
                        <a:pt x="6365" y="10618"/>
                      </a:lnTo>
                      <a:lnTo>
                        <a:pt x="7089" y="10618"/>
                      </a:lnTo>
                      <a:lnTo>
                        <a:pt x="7089" y="11689"/>
                      </a:lnTo>
                      <a:cubicBezTo>
                        <a:pt x="7089" y="11878"/>
                        <a:pt x="7247" y="12036"/>
                        <a:pt x="7436" y="12036"/>
                      </a:cubicBezTo>
                      <a:cubicBezTo>
                        <a:pt x="7625" y="12036"/>
                        <a:pt x="7782" y="11878"/>
                        <a:pt x="7782" y="11689"/>
                      </a:cubicBezTo>
                      <a:lnTo>
                        <a:pt x="7782" y="10618"/>
                      </a:lnTo>
                      <a:lnTo>
                        <a:pt x="8507" y="10618"/>
                      </a:lnTo>
                      <a:lnTo>
                        <a:pt x="8507" y="11689"/>
                      </a:lnTo>
                      <a:cubicBezTo>
                        <a:pt x="8507" y="11878"/>
                        <a:pt x="8665" y="12036"/>
                        <a:pt x="8854" y="12036"/>
                      </a:cubicBezTo>
                      <a:cubicBezTo>
                        <a:pt x="9043" y="12036"/>
                        <a:pt x="9200" y="11878"/>
                        <a:pt x="9200" y="11689"/>
                      </a:cubicBezTo>
                      <a:lnTo>
                        <a:pt x="9200" y="10618"/>
                      </a:lnTo>
                      <a:lnTo>
                        <a:pt x="9547" y="10618"/>
                      </a:lnTo>
                      <a:cubicBezTo>
                        <a:pt x="10145" y="10618"/>
                        <a:pt x="10618" y="10177"/>
                        <a:pt x="10618" y="9578"/>
                      </a:cubicBezTo>
                      <a:lnTo>
                        <a:pt x="10618" y="9232"/>
                      </a:lnTo>
                      <a:lnTo>
                        <a:pt x="11689" y="9232"/>
                      </a:lnTo>
                      <a:cubicBezTo>
                        <a:pt x="11878" y="9232"/>
                        <a:pt x="12036" y="9074"/>
                        <a:pt x="12036" y="8854"/>
                      </a:cubicBezTo>
                      <a:cubicBezTo>
                        <a:pt x="12036" y="8665"/>
                        <a:pt x="11878" y="8507"/>
                        <a:pt x="11689" y="8507"/>
                      </a:cubicBezTo>
                      <a:lnTo>
                        <a:pt x="10618" y="8507"/>
                      </a:lnTo>
                      <a:lnTo>
                        <a:pt x="10618" y="7814"/>
                      </a:lnTo>
                      <a:lnTo>
                        <a:pt x="11689" y="7814"/>
                      </a:lnTo>
                      <a:cubicBezTo>
                        <a:pt x="11878" y="7814"/>
                        <a:pt x="12036" y="7656"/>
                        <a:pt x="12036" y="7436"/>
                      </a:cubicBezTo>
                      <a:cubicBezTo>
                        <a:pt x="12036" y="7247"/>
                        <a:pt x="11878" y="7089"/>
                        <a:pt x="11689" y="7089"/>
                      </a:cubicBezTo>
                      <a:lnTo>
                        <a:pt x="10618" y="7089"/>
                      </a:lnTo>
                      <a:lnTo>
                        <a:pt x="10618" y="6396"/>
                      </a:lnTo>
                      <a:lnTo>
                        <a:pt x="11689" y="6396"/>
                      </a:lnTo>
                      <a:cubicBezTo>
                        <a:pt x="11878" y="6396"/>
                        <a:pt x="12036" y="6239"/>
                        <a:pt x="12036" y="6018"/>
                      </a:cubicBezTo>
                      <a:cubicBezTo>
                        <a:pt x="12036" y="5829"/>
                        <a:pt x="11878" y="5672"/>
                        <a:pt x="11689" y="5672"/>
                      </a:cubicBezTo>
                      <a:lnTo>
                        <a:pt x="10618" y="5672"/>
                      </a:lnTo>
                      <a:lnTo>
                        <a:pt x="10618" y="4978"/>
                      </a:lnTo>
                      <a:lnTo>
                        <a:pt x="11689" y="4978"/>
                      </a:lnTo>
                      <a:cubicBezTo>
                        <a:pt x="11878" y="4978"/>
                        <a:pt x="12036" y="4821"/>
                        <a:pt x="12036" y="4600"/>
                      </a:cubicBezTo>
                      <a:cubicBezTo>
                        <a:pt x="12036" y="4411"/>
                        <a:pt x="11878" y="4254"/>
                        <a:pt x="11689" y="4254"/>
                      </a:cubicBezTo>
                      <a:lnTo>
                        <a:pt x="10618" y="4254"/>
                      </a:lnTo>
                      <a:lnTo>
                        <a:pt x="10618" y="3529"/>
                      </a:lnTo>
                      <a:lnTo>
                        <a:pt x="11689" y="3529"/>
                      </a:lnTo>
                      <a:cubicBezTo>
                        <a:pt x="11878" y="3529"/>
                        <a:pt x="12036" y="3372"/>
                        <a:pt x="12036" y="3183"/>
                      </a:cubicBezTo>
                      <a:cubicBezTo>
                        <a:pt x="12036" y="2994"/>
                        <a:pt x="11878" y="2836"/>
                        <a:pt x="11689" y="2836"/>
                      </a:cubicBezTo>
                      <a:lnTo>
                        <a:pt x="10618" y="2836"/>
                      </a:lnTo>
                      <a:lnTo>
                        <a:pt x="10618" y="2490"/>
                      </a:lnTo>
                      <a:cubicBezTo>
                        <a:pt x="10618" y="1891"/>
                        <a:pt x="10145" y="1418"/>
                        <a:pt x="9547" y="1418"/>
                      </a:cubicBezTo>
                      <a:lnTo>
                        <a:pt x="9200" y="1418"/>
                      </a:lnTo>
                      <a:lnTo>
                        <a:pt x="9200" y="347"/>
                      </a:lnTo>
                      <a:cubicBezTo>
                        <a:pt x="9200" y="158"/>
                        <a:pt x="9043" y="1"/>
                        <a:pt x="8854" y="1"/>
                      </a:cubicBezTo>
                      <a:cubicBezTo>
                        <a:pt x="8665" y="1"/>
                        <a:pt x="8507" y="158"/>
                        <a:pt x="8507" y="347"/>
                      </a:cubicBezTo>
                      <a:lnTo>
                        <a:pt x="8507" y="1418"/>
                      </a:lnTo>
                      <a:lnTo>
                        <a:pt x="7782" y="1418"/>
                      </a:lnTo>
                      <a:lnTo>
                        <a:pt x="7782" y="347"/>
                      </a:lnTo>
                      <a:cubicBezTo>
                        <a:pt x="7782" y="158"/>
                        <a:pt x="7625" y="1"/>
                        <a:pt x="7436" y="1"/>
                      </a:cubicBezTo>
                      <a:cubicBezTo>
                        <a:pt x="7247" y="1"/>
                        <a:pt x="7089" y="158"/>
                        <a:pt x="7089" y="347"/>
                      </a:cubicBezTo>
                      <a:lnTo>
                        <a:pt x="7089" y="1418"/>
                      </a:lnTo>
                      <a:lnTo>
                        <a:pt x="6365" y="1418"/>
                      </a:lnTo>
                      <a:lnTo>
                        <a:pt x="6365" y="347"/>
                      </a:lnTo>
                      <a:cubicBezTo>
                        <a:pt x="6365" y="158"/>
                        <a:pt x="6207" y="1"/>
                        <a:pt x="6018" y="1"/>
                      </a:cubicBezTo>
                      <a:cubicBezTo>
                        <a:pt x="5829" y="1"/>
                        <a:pt x="5672" y="158"/>
                        <a:pt x="5672" y="347"/>
                      </a:cubicBezTo>
                      <a:lnTo>
                        <a:pt x="5672" y="1418"/>
                      </a:lnTo>
                      <a:lnTo>
                        <a:pt x="4947" y="1418"/>
                      </a:lnTo>
                      <a:lnTo>
                        <a:pt x="4947" y="347"/>
                      </a:lnTo>
                      <a:cubicBezTo>
                        <a:pt x="4947" y="158"/>
                        <a:pt x="4789" y="1"/>
                        <a:pt x="4600" y="1"/>
                      </a:cubicBezTo>
                      <a:cubicBezTo>
                        <a:pt x="4411" y="1"/>
                        <a:pt x="4254" y="158"/>
                        <a:pt x="4254" y="347"/>
                      </a:cubicBezTo>
                      <a:lnTo>
                        <a:pt x="4254" y="1418"/>
                      </a:lnTo>
                      <a:lnTo>
                        <a:pt x="3529" y="1418"/>
                      </a:lnTo>
                      <a:lnTo>
                        <a:pt x="3529" y="347"/>
                      </a:lnTo>
                      <a:cubicBezTo>
                        <a:pt x="3529" y="158"/>
                        <a:pt x="3372" y="1"/>
                        <a:pt x="3183" y="1"/>
                      </a:cubicBez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8" name="Google Shape;564;p20">
                  <a:extLst>
                    <a:ext uri="{FF2B5EF4-FFF2-40B4-BE49-F238E27FC236}">
                      <a16:creationId xmlns:a16="http://schemas.microsoft.com/office/drawing/2014/main" id="{1182A217-8184-453E-B99D-F2AE5D23B3F7}"/>
                    </a:ext>
                  </a:extLst>
                </p:cNvPr>
                <p:cNvSpPr/>
                <p:nvPr/>
              </p:nvSpPr>
              <p:spPr bwMode="auto">
                <a:xfrm>
                  <a:off x="-44369750" y="3317850"/>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9" name="Google Shape;565;p20">
                  <a:extLst>
                    <a:ext uri="{FF2B5EF4-FFF2-40B4-BE49-F238E27FC236}">
                      <a16:creationId xmlns:a16="http://schemas.microsoft.com/office/drawing/2014/main" id="{0698F407-940C-47D2-8CF9-A6A87F3684C0}"/>
                    </a:ext>
                  </a:extLst>
                </p:cNvPr>
                <p:cNvSpPr/>
                <p:nvPr/>
              </p:nvSpPr>
              <p:spPr bwMode="auto">
                <a:xfrm>
                  <a:off x="-44411500" y="3275325"/>
                  <a:ext cx="100825" cy="102400"/>
                </a:xfrm>
                <a:custGeom>
                  <a:avLst/>
                  <a:gdLst/>
                  <a:ahLst/>
                  <a:cxnLst/>
                  <a:rect l="l" t="t" r="r" b="b"/>
                  <a:pathLst>
                    <a:path w="4033" h="4096" extrusionOk="0">
                      <a:moveTo>
                        <a:pt x="2017" y="1008"/>
                      </a:moveTo>
                      <a:cubicBezTo>
                        <a:pt x="2615" y="1008"/>
                        <a:pt x="3088" y="1481"/>
                        <a:pt x="3088" y="2048"/>
                      </a:cubicBezTo>
                      <a:cubicBezTo>
                        <a:pt x="3088" y="2647"/>
                        <a:pt x="2615" y="3119"/>
                        <a:pt x="2017" y="3119"/>
                      </a:cubicBezTo>
                      <a:cubicBezTo>
                        <a:pt x="1418" y="3119"/>
                        <a:pt x="945" y="2647"/>
                        <a:pt x="945" y="2048"/>
                      </a:cubicBezTo>
                      <a:cubicBezTo>
                        <a:pt x="945" y="1481"/>
                        <a:pt x="1418" y="1008"/>
                        <a:pt x="2017" y="1008"/>
                      </a:cubicBezTo>
                      <a:close/>
                      <a:moveTo>
                        <a:pt x="1670" y="0"/>
                      </a:moveTo>
                      <a:lnTo>
                        <a:pt x="1670" y="126"/>
                      </a:lnTo>
                      <a:cubicBezTo>
                        <a:pt x="1670" y="284"/>
                        <a:pt x="1576" y="410"/>
                        <a:pt x="1418" y="441"/>
                      </a:cubicBezTo>
                      <a:cubicBezTo>
                        <a:pt x="1229" y="536"/>
                        <a:pt x="1040" y="630"/>
                        <a:pt x="882" y="756"/>
                      </a:cubicBezTo>
                      <a:cubicBezTo>
                        <a:pt x="809" y="811"/>
                        <a:pt x="725" y="845"/>
                        <a:pt x="643" y="845"/>
                      </a:cubicBezTo>
                      <a:cubicBezTo>
                        <a:pt x="584" y="845"/>
                        <a:pt x="526" y="828"/>
                        <a:pt x="473" y="788"/>
                      </a:cubicBezTo>
                      <a:lnTo>
                        <a:pt x="347" y="725"/>
                      </a:lnTo>
                      <a:lnTo>
                        <a:pt x="0" y="1324"/>
                      </a:lnTo>
                      <a:lnTo>
                        <a:pt x="126" y="1387"/>
                      </a:lnTo>
                      <a:cubicBezTo>
                        <a:pt x="252" y="1481"/>
                        <a:pt x="315" y="1639"/>
                        <a:pt x="284" y="1733"/>
                      </a:cubicBezTo>
                      <a:cubicBezTo>
                        <a:pt x="252" y="1985"/>
                        <a:pt x="252" y="2143"/>
                        <a:pt x="284" y="2363"/>
                      </a:cubicBezTo>
                      <a:cubicBezTo>
                        <a:pt x="315" y="2521"/>
                        <a:pt x="252" y="2647"/>
                        <a:pt x="126" y="2741"/>
                      </a:cubicBezTo>
                      <a:lnTo>
                        <a:pt x="0" y="2804"/>
                      </a:lnTo>
                      <a:lnTo>
                        <a:pt x="347" y="3403"/>
                      </a:lnTo>
                      <a:lnTo>
                        <a:pt x="473" y="3308"/>
                      </a:lnTo>
                      <a:cubicBezTo>
                        <a:pt x="518" y="3286"/>
                        <a:pt x="566" y="3276"/>
                        <a:pt x="616" y="3276"/>
                      </a:cubicBezTo>
                      <a:cubicBezTo>
                        <a:pt x="707" y="3276"/>
                        <a:pt x="801" y="3310"/>
                        <a:pt x="882" y="3371"/>
                      </a:cubicBezTo>
                      <a:cubicBezTo>
                        <a:pt x="1040" y="3529"/>
                        <a:pt x="1229" y="3592"/>
                        <a:pt x="1418" y="3686"/>
                      </a:cubicBezTo>
                      <a:cubicBezTo>
                        <a:pt x="1576" y="3718"/>
                        <a:pt x="1670" y="3875"/>
                        <a:pt x="1670" y="4001"/>
                      </a:cubicBezTo>
                      <a:lnTo>
                        <a:pt x="1670" y="4096"/>
                      </a:lnTo>
                      <a:lnTo>
                        <a:pt x="2363" y="4096"/>
                      </a:lnTo>
                      <a:lnTo>
                        <a:pt x="2363" y="4001"/>
                      </a:lnTo>
                      <a:cubicBezTo>
                        <a:pt x="2363" y="3844"/>
                        <a:pt x="2458" y="3718"/>
                        <a:pt x="2615" y="3686"/>
                      </a:cubicBezTo>
                      <a:cubicBezTo>
                        <a:pt x="2804" y="3592"/>
                        <a:pt x="2993" y="3466"/>
                        <a:pt x="3151" y="3371"/>
                      </a:cubicBezTo>
                      <a:cubicBezTo>
                        <a:pt x="3232" y="3310"/>
                        <a:pt x="3327" y="3276"/>
                        <a:pt x="3417" y="3276"/>
                      </a:cubicBezTo>
                      <a:cubicBezTo>
                        <a:pt x="3467" y="3276"/>
                        <a:pt x="3516" y="3286"/>
                        <a:pt x="3560" y="3308"/>
                      </a:cubicBezTo>
                      <a:lnTo>
                        <a:pt x="3686" y="3403"/>
                      </a:lnTo>
                      <a:lnTo>
                        <a:pt x="4033" y="2804"/>
                      </a:lnTo>
                      <a:lnTo>
                        <a:pt x="3907" y="2741"/>
                      </a:lnTo>
                      <a:cubicBezTo>
                        <a:pt x="3781" y="2647"/>
                        <a:pt x="3718" y="2489"/>
                        <a:pt x="3749" y="2363"/>
                      </a:cubicBezTo>
                      <a:cubicBezTo>
                        <a:pt x="3781" y="2143"/>
                        <a:pt x="3781" y="1985"/>
                        <a:pt x="3749" y="1733"/>
                      </a:cubicBezTo>
                      <a:cubicBezTo>
                        <a:pt x="3718" y="1576"/>
                        <a:pt x="3781" y="1481"/>
                        <a:pt x="3907" y="1387"/>
                      </a:cubicBezTo>
                      <a:lnTo>
                        <a:pt x="4033" y="1324"/>
                      </a:lnTo>
                      <a:lnTo>
                        <a:pt x="3686" y="725"/>
                      </a:lnTo>
                      <a:lnTo>
                        <a:pt x="3560" y="788"/>
                      </a:lnTo>
                      <a:cubicBezTo>
                        <a:pt x="3502" y="832"/>
                        <a:pt x="3437" y="855"/>
                        <a:pt x="3371" y="855"/>
                      </a:cubicBezTo>
                      <a:cubicBezTo>
                        <a:pt x="3295" y="855"/>
                        <a:pt x="3218" y="824"/>
                        <a:pt x="3151" y="756"/>
                      </a:cubicBezTo>
                      <a:cubicBezTo>
                        <a:pt x="2993" y="599"/>
                        <a:pt x="2804" y="536"/>
                        <a:pt x="2615" y="441"/>
                      </a:cubicBezTo>
                      <a:cubicBezTo>
                        <a:pt x="2458" y="410"/>
                        <a:pt x="2363" y="252"/>
                        <a:pt x="2363" y="126"/>
                      </a:cubicBezTo>
                      <a:lnTo>
                        <a:pt x="2363" y="0"/>
                      </a:ln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grpSp>
        </p:grpSp>
        <p:grpSp>
          <p:nvGrpSpPr>
            <p:cNvPr id="41" name="Google Shape;526;p20">
              <a:extLst>
                <a:ext uri="{FF2B5EF4-FFF2-40B4-BE49-F238E27FC236}">
                  <a16:creationId xmlns:a16="http://schemas.microsoft.com/office/drawing/2014/main" id="{E088BEF3-CD20-40BD-855B-2F3585769B3C}"/>
                </a:ext>
              </a:extLst>
            </p:cNvPr>
            <p:cNvGrpSpPr/>
            <p:nvPr/>
          </p:nvGrpSpPr>
          <p:grpSpPr bwMode="auto">
            <a:xfrm>
              <a:off x="5226443" y="3045255"/>
              <a:ext cx="2030498" cy="1285605"/>
              <a:chOff x="3645513" y="2018909"/>
              <a:chExt cx="1734599" cy="1080291"/>
            </a:xfrm>
          </p:grpSpPr>
          <p:sp>
            <p:nvSpPr>
              <p:cNvPr id="42" name="Google Shape;527;p20">
                <a:extLst>
                  <a:ext uri="{FF2B5EF4-FFF2-40B4-BE49-F238E27FC236}">
                    <a16:creationId xmlns:a16="http://schemas.microsoft.com/office/drawing/2014/main" id="{C8FCE738-6F1B-4413-A6F8-62A332C8492F}"/>
                  </a:ext>
                </a:extLst>
              </p:cNvPr>
              <p:cNvSpPr txBox="1"/>
              <p:nvPr/>
            </p:nvSpPr>
            <p:spPr bwMode="auto">
              <a:xfrm>
                <a:off x="3645513" y="2018909"/>
                <a:ext cx="1734599" cy="278100"/>
              </a:xfrm>
              <a:prstGeom prst="rect">
                <a:avLst/>
              </a:prstGeom>
              <a:noFill/>
              <a:ln>
                <a:noFill/>
              </a:ln>
            </p:spPr>
            <p:txBody>
              <a:bodyPr spcFirstLastPara="1" wrap="square" lIns="121900" tIns="121900" rIns="121900" bIns="121900" anchor="ctr" anchorCtr="0">
                <a:noAutofit/>
              </a:bodyPr>
              <a:lstStyle/>
              <a:p>
                <a:pPr algn="ctr" defTabSz="1219110">
                  <a:buClr>
                    <a:srgbClr val="000000"/>
                  </a:buClr>
                  <a:defRPr/>
                </a:pPr>
                <a:r>
                  <a:rPr lang="en" sz="2400" b="1" kern="0" dirty="0">
                    <a:solidFill>
                      <a:srgbClr val="000000"/>
                    </a:solidFill>
                    <a:latin typeface="Fira Sans Extra Condensed"/>
                    <a:ea typeface="Fira Sans Extra Condensed"/>
                    <a:cs typeface="Fira Sans Extra Condensed"/>
                    <a:sym typeface="Arial"/>
                  </a:rPr>
                  <a:t>AlphaPEM</a:t>
                </a:r>
                <a:endParaRPr sz="2400" b="1" kern="0" dirty="0">
                  <a:solidFill>
                    <a:srgbClr val="000000"/>
                  </a:solidFill>
                  <a:latin typeface="Fira Sans Extra Condensed"/>
                  <a:ea typeface="Fira Sans Extra Condensed"/>
                  <a:cs typeface="Fira Sans Extra Condensed"/>
                  <a:sym typeface="Arial"/>
                </a:endParaRPr>
              </a:p>
            </p:txBody>
          </p:sp>
          <p:sp>
            <p:nvSpPr>
              <p:cNvPr id="43" name="Google Shape;528;p20">
                <a:extLst>
                  <a:ext uri="{FF2B5EF4-FFF2-40B4-BE49-F238E27FC236}">
                    <a16:creationId xmlns:a16="http://schemas.microsoft.com/office/drawing/2014/main" id="{1B789571-543E-440A-A013-F07978B76FC2}"/>
                  </a:ext>
                </a:extLst>
              </p:cNvPr>
              <p:cNvSpPr txBox="1"/>
              <p:nvPr/>
            </p:nvSpPr>
            <p:spPr bwMode="auto">
              <a:xfrm>
                <a:off x="3809200" y="2398700"/>
                <a:ext cx="1524600" cy="700500"/>
              </a:xfrm>
              <a:prstGeom prst="rect">
                <a:avLst/>
              </a:prstGeom>
              <a:noFill/>
              <a:ln>
                <a:noFill/>
              </a:ln>
            </p:spPr>
            <p:txBody>
              <a:bodyPr spcFirstLastPara="1" wrap="square" lIns="121900" tIns="121900" rIns="121900" bIns="121900" anchor="ctr" anchorCtr="0">
                <a:noAutofit/>
              </a:bodyPr>
              <a:lstStyle/>
              <a:p>
                <a:pPr algn="ctr" defTabSz="1219110">
                  <a:buClr>
                    <a:srgbClr val="000000"/>
                  </a:buClr>
                  <a:defRPr/>
                </a:pPr>
                <a:r>
                  <a:rPr lang="en" sz="1851" kern="0" dirty="0">
                    <a:solidFill>
                      <a:srgbClr val="000000"/>
                    </a:solidFill>
                    <a:latin typeface="Roboto"/>
                    <a:ea typeface="Roboto"/>
                    <a:cs typeface="Roboto"/>
                    <a:sym typeface="Arial"/>
                  </a:rPr>
                  <a:t>Black-box, complex simulator</a:t>
                </a:r>
                <a:endParaRPr sz="1851" kern="0" dirty="0">
                  <a:solidFill>
                    <a:srgbClr val="000000"/>
                  </a:solidFill>
                  <a:latin typeface="Roboto"/>
                  <a:ea typeface="Roboto"/>
                  <a:cs typeface="Roboto"/>
                  <a:sym typeface="Arial"/>
                </a:endParaRPr>
              </a:p>
            </p:txBody>
          </p:sp>
        </p:grpSp>
      </p:grpSp>
    </p:spTree>
    <p:extLst>
      <p:ext uri="{BB962C8B-B14F-4D97-AF65-F5344CB8AC3E}">
        <p14:creationId xmlns:p14="http://schemas.microsoft.com/office/powerpoint/2010/main" val="21541059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9</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80" name="CuadroTexto 79">
            <a:extLst>
              <a:ext uri="{FF2B5EF4-FFF2-40B4-BE49-F238E27FC236}">
                <a16:creationId xmlns:a16="http://schemas.microsoft.com/office/drawing/2014/main" id="{3942C44D-ED32-4B26-A8F9-F5BA347F7068}"/>
              </a:ext>
            </a:extLst>
          </p:cNvPr>
          <p:cNvSpPr txBox="1"/>
          <p:nvPr/>
        </p:nvSpPr>
        <p:spPr>
          <a:xfrm>
            <a:off x="3132306" y="1916349"/>
            <a:ext cx="5642043" cy="707886"/>
          </a:xfrm>
          <a:prstGeom prst="rect">
            <a:avLst/>
          </a:prstGeom>
          <a:noFill/>
        </p:spPr>
        <p:txBody>
          <a:bodyPr wrap="square" rtlCol="0">
            <a:spAutoFit/>
          </a:bodyPr>
          <a:lstStyle/>
          <a:p>
            <a:r>
              <a:rPr lang="es-ES" sz="4000" b="1" dirty="0">
                <a:solidFill>
                  <a:srgbClr val="FF0000"/>
                </a:solidFill>
              </a:rPr>
              <a:t>PARAMETERS</a:t>
            </a:r>
            <a:endParaRPr lang="es-CO" sz="4000" b="1" dirty="0">
              <a:solidFill>
                <a:srgbClr val="FF0000"/>
              </a:solidFill>
            </a:endParaRPr>
          </a:p>
        </p:txBody>
      </p:sp>
    </p:spTree>
    <p:extLst>
      <p:ext uri="{BB962C8B-B14F-4D97-AF65-F5344CB8AC3E}">
        <p14:creationId xmlns:p14="http://schemas.microsoft.com/office/powerpoint/2010/main" val="13315312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10</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15" name="Rectángulo redondeado 9">
            <a:extLst>
              <a:ext uri="{FF2B5EF4-FFF2-40B4-BE49-F238E27FC236}">
                <a16:creationId xmlns:a16="http://schemas.microsoft.com/office/drawing/2014/main" id="{E282CB46-2062-4766-9692-D8F8009E4107}"/>
              </a:ext>
            </a:extLst>
          </p:cNvPr>
          <p:cNvSpPr/>
          <p:nvPr/>
        </p:nvSpPr>
        <p:spPr>
          <a:xfrm>
            <a:off x="1056640" y="1301314"/>
            <a:ext cx="3637280" cy="1820166"/>
          </a:xfrm>
          <a:prstGeom prst="roundRect">
            <a:avLst/>
          </a:prstGeom>
          <a:solidFill>
            <a:srgbClr val="B278E6"/>
          </a:solid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358775">
              <a:lnSpc>
                <a:spcPct val="150000"/>
              </a:lnSpc>
            </a:pPr>
            <a:endParaRPr lang="es-CO" sz="3200" dirty="0">
              <a:solidFill>
                <a:schemeClr val="bg1"/>
              </a:solidFill>
              <a:latin typeface="Source Sans Pro" panose="020B0503030403020204" pitchFamily="34" charset="0"/>
              <a:ea typeface="Source Sans Pro" panose="020B0503030403020204" pitchFamily="34" charset="0"/>
            </a:endParaRPr>
          </a:p>
        </p:txBody>
      </p:sp>
      <p:sp>
        <p:nvSpPr>
          <p:cNvPr id="16" name="CuadroTexto 15">
            <a:extLst>
              <a:ext uri="{FF2B5EF4-FFF2-40B4-BE49-F238E27FC236}">
                <a16:creationId xmlns:a16="http://schemas.microsoft.com/office/drawing/2014/main" id="{22C7BEAA-429D-4588-9837-0E437DC74DC5}"/>
              </a:ext>
            </a:extLst>
          </p:cNvPr>
          <p:cNvSpPr txBox="1"/>
          <p:nvPr/>
        </p:nvSpPr>
        <p:spPr>
          <a:xfrm>
            <a:off x="1422467" y="1424424"/>
            <a:ext cx="2989452" cy="1077218"/>
          </a:xfrm>
          <a:prstGeom prst="rect">
            <a:avLst/>
          </a:prstGeom>
          <a:noFill/>
        </p:spPr>
        <p:txBody>
          <a:bodyPr wrap="square" rtlCol="0">
            <a:spAutoFit/>
          </a:bodyPr>
          <a:lstStyle/>
          <a:p>
            <a:r>
              <a:rPr lang="es-ES_tradnl" sz="3200" b="1" dirty="0" err="1">
                <a:solidFill>
                  <a:schemeClr val="bg1"/>
                </a:solidFill>
                <a:latin typeface="Source Sans Pro" panose="020B0503030403020204" pitchFamily="34" charset="0"/>
                <a:ea typeface="Source Sans Pro" panose="020B0503030403020204" pitchFamily="34" charset="0"/>
              </a:rPr>
              <a:t>Sampling</a:t>
            </a:r>
            <a:r>
              <a:rPr lang="es-ES_tradnl" sz="3200" b="1" dirty="0">
                <a:solidFill>
                  <a:schemeClr val="bg1"/>
                </a:solidFill>
                <a:latin typeface="Source Sans Pro" panose="020B0503030403020204" pitchFamily="34" charset="0"/>
                <a:ea typeface="Source Sans Pro" panose="020B0503030403020204" pitchFamily="34" charset="0"/>
              </a:rPr>
              <a:t> </a:t>
            </a:r>
            <a:r>
              <a:rPr lang="es-ES_tradnl" sz="3200" b="1" dirty="0" err="1">
                <a:solidFill>
                  <a:schemeClr val="bg1"/>
                </a:solidFill>
                <a:latin typeface="Source Sans Pro" panose="020B0503030403020204" pitchFamily="34" charset="0"/>
                <a:ea typeface="Source Sans Pro" panose="020B0503030403020204" pitchFamily="34" charset="0"/>
              </a:rPr>
              <a:t>from</a:t>
            </a:r>
            <a:r>
              <a:rPr lang="es-ES_tradnl" sz="3200" b="1" dirty="0">
                <a:solidFill>
                  <a:schemeClr val="bg1"/>
                </a:solidFill>
                <a:latin typeface="Source Sans Pro" panose="020B0503030403020204" pitchFamily="34" charset="0"/>
                <a:ea typeface="Source Sans Pro" panose="020B0503030403020204" pitchFamily="34" charset="0"/>
              </a:rPr>
              <a:t> </a:t>
            </a:r>
            <a:r>
              <a:rPr lang="es-ES_tradnl" sz="3200" b="1" dirty="0" err="1">
                <a:solidFill>
                  <a:schemeClr val="bg1"/>
                </a:solidFill>
                <a:latin typeface="Source Sans Pro" panose="020B0503030403020204" pitchFamily="34" charset="0"/>
                <a:ea typeface="Source Sans Pro" panose="020B0503030403020204" pitchFamily="34" charset="0"/>
              </a:rPr>
              <a:t>AlphaPEM</a:t>
            </a:r>
            <a:endParaRPr lang="es-ES_tradnl" sz="3200" b="1" dirty="0">
              <a:solidFill>
                <a:schemeClr val="bg1"/>
              </a:solidFill>
              <a:latin typeface="Source Sans Pro" panose="020B0503030403020204" pitchFamily="34" charset="0"/>
              <a:ea typeface="Source Sans Pro" panose="020B0503030403020204" pitchFamily="34" charset="0"/>
            </a:endParaRPr>
          </a:p>
        </p:txBody>
      </p:sp>
      <p:sp>
        <p:nvSpPr>
          <p:cNvPr id="18" name="CuadroTexto 17">
            <a:extLst>
              <a:ext uri="{FF2B5EF4-FFF2-40B4-BE49-F238E27FC236}">
                <a16:creationId xmlns:a16="http://schemas.microsoft.com/office/drawing/2014/main" id="{9D037F4B-3541-47B5-AC31-CB171AFE90C7}"/>
              </a:ext>
            </a:extLst>
          </p:cNvPr>
          <p:cNvSpPr txBox="1"/>
          <p:nvPr/>
        </p:nvSpPr>
        <p:spPr>
          <a:xfrm>
            <a:off x="4622800" y="1516758"/>
            <a:ext cx="7040880" cy="1323439"/>
          </a:xfrm>
          <a:prstGeom prst="rect">
            <a:avLst/>
          </a:prstGeom>
          <a:noFill/>
        </p:spPr>
        <p:txBody>
          <a:bodyPr wrap="square" rtlCol="0">
            <a:spAutoFit/>
          </a:bodyPr>
          <a:lstStyle/>
          <a:p>
            <a:pPr lvl="1"/>
            <a:r>
              <a:rPr lang="es-ES_tradnl" dirty="0"/>
              <a:t>→   </a:t>
            </a:r>
            <a:r>
              <a:rPr lang="es-ES_tradnl" sz="2000" dirty="0"/>
              <a:t> </a:t>
            </a:r>
            <a:r>
              <a:rPr lang="en-US" sz="2000" dirty="0"/>
              <a:t>Due to the lack of </a:t>
            </a:r>
            <a:r>
              <a:rPr lang="en-US" sz="2000" b="1" dirty="0"/>
              <a:t>empirical data</a:t>
            </a:r>
            <a:r>
              <a:rPr lang="en-US" sz="2000" dirty="0"/>
              <a:t>, we used </a:t>
            </a:r>
            <a:r>
              <a:rPr lang="en-US" sz="2000" b="1" dirty="0">
                <a:solidFill>
                  <a:srgbClr val="FFB903"/>
                </a:solidFill>
              </a:rPr>
              <a:t>Latin</a:t>
            </a:r>
            <a:r>
              <a:rPr lang="en-US" sz="2000" dirty="0"/>
              <a:t> </a:t>
            </a:r>
            <a:r>
              <a:rPr lang="en-US" sz="2000" b="1" dirty="0">
                <a:solidFill>
                  <a:srgbClr val="FFB903"/>
                </a:solidFill>
              </a:rPr>
              <a:t>Hypercube Sampling</a:t>
            </a:r>
            <a:r>
              <a:rPr lang="en-US" sz="2000" dirty="0"/>
              <a:t> to uniformly explore the full input space. </a:t>
            </a:r>
          </a:p>
          <a:p>
            <a:pPr lvl="1"/>
            <a:r>
              <a:rPr lang="es-ES_tradnl" dirty="0"/>
              <a:t>→    </a:t>
            </a:r>
            <a:r>
              <a:rPr lang="en-US" sz="2000" dirty="0"/>
              <a:t>No dependencies between features were assumed.</a:t>
            </a:r>
          </a:p>
        </p:txBody>
      </p:sp>
      <p:sp>
        <p:nvSpPr>
          <p:cNvPr id="19" name="Rectángulo redondeado 8">
            <a:extLst>
              <a:ext uri="{FF2B5EF4-FFF2-40B4-BE49-F238E27FC236}">
                <a16:creationId xmlns:a16="http://schemas.microsoft.com/office/drawing/2014/main" id="{F6F9F18F-91CB-4E57-9A60-94234F3073CA}"/>
              </a:ext>
            </a:extLst>
          </p:cNvPr>
          <p:cNvSpPr/>
          <p:nvPr/>
        </p:nvSpPr>
        <p:spPr>
          <a:xfrm>
            <a:off x="8143240" y="3348855"/>
            <a:ext cx="3298036" cy="133789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r"/>
            <a:r>
              <a:rPr lang="es-ES_tradnl" sz="2400" b="1" dirty="0" err="1">
                <a:solidFill>
                  <a:schemeClr val="tx1"/>
                </a:solidFill>
                <a:latin typeface="Source Sans Pro" panose="020B0503030403020204" pitchFamily="34" charset="0"/>
                <a:ea typeface="Source Sans Pro" panose="020B0503030403020204" pitchFamily="34" charset="0"/>
              </a:rPr>
              <a:t>What</a:t>
            </a:r>
            <a:r>
              <a:rPr lang="es-ES_tradnl" sz="2400" b="1" dirty="0">
                <a:solidFill>
                  <a:schemeClr val="tx1"/>
                </a:solidFill>
                <a:latin typeface="Source Sans Pro" panose="020B0503030403020204" pitchFamily="34" charset="0"/>
                <a:ea typeface="Source Sans Pro" panose="020B0503030403020204" pitchFamily="34" charset="0"/>
              </a:rPr>
              <a:t> </a:t>
            </a:r>
            <a:r>
              <a:rPr lang="es-ES_tradnl" sz="2400" b="1" dirty="0" err="1">
                <a:solidFill>
                  <a:schemeClr val="tx1"/>
                </a:solidFill>
                <a:latin typeface="Source Sans Pro" panose="020B0503030403020204" pitchFamily="34" charset="0"/>
                <a:ea typeface="Source Sans Pro" panose="020B0503030403020204" pitchFamily="34" charset="0"/>
              </a:rPr>
              <a:t>is</a:t>
            </a:r>
            <a:r>
              <a:rPr lang="es-ES_tradnl" sz="2400" b="1" dirty="0">
                <a:solidFill>
                  <a:schemeClr val="tx1"/>
                </a:solidFill>
                <a:latin typeface="Source Sans Pro" panose="020B0503030403020204" pitchFamily="34" charset="0"/>
                <a:ea typeface="Source Sans Pro" panose="020B0503030403020204" pitchFamily="34" charset="0"/>
              </a:rPr>
              <a:t> </a:t>
            </a:r>
            <a:r>
              <a:rPr lang="es-ES_tradnl" sz="2400" dirty="0">
                <a:solidFill>
                  <a:schemeClr val="tx1"/>
                </a:solidFill>
                <a:latin typeface="Source Sans Pro" panose="020B0503030403020204" pitchFamily="34" charset="0"/>
                <a:ea typeface="Source Sans Pro" panose="020B0503030403020204" pitchFamily="34" charset="0"/>
              </a:rPr>
              <a:t>a </a:t>
            </a:r>
            <a:r>
              <a:rPr lang="es-ES_tradnl" sz="2400" dirty="0" err="1">
                <a:solidFill>
                  <a:schemeClr val="tx1"/>
                </a:solidFill>
                <a:latin typeface="Source Sans Pro" panose="020B0503030403020204" pitchFamily="34" charset="0"/>
                <a:ea typeface="Source Sans Pro" panose="020B0503030403020204" pitchFamily="34" charset="0"/>
              </a:rPr>
              <a:t>valid</a:t>
            </a:r>
            <a:r>
              <a:rPr lang="es-ES_tradnl" sz="2400" dirty="0">
                <a:solidFill>
                  <a:schemeClr val="tx1"/>
                </a:solidFill>
                <a:latin typeface="Source Sans Pro" panose="020B0503030403020204" pitchFamily="34" charset="0"/>
                <a:ea typeface="Source Sans Pro" panose="020B0503030403020204" pitchFamily="34" charset="0"/>
              </a:rPr>
              <a:t> </a:t>
            </a:r>
            <a:r>
              <a:rPr lang="es-ES_tradnl" sz="2400" dirty="0" err="1">
                <a:solidFill>
                  <a:schemeClr val="tx1"/>
                </a:solidFill>
                <a:latin typeface="Source Sans Pro" panose="020B0503030403020204" pitchFamily="34" charset="0"/>
                <a:ea typeface="Source Sans Pro" panose="020B0503030403020204" pitchFamily="34" charset="0"/>
              </a:rPr>
              <a:t>polarization</a:t>
            </a:r>
            <a:r>
              <a:rPr lang="es-ES_tradnl" sz="2400" dirty="0">
                <a:solidFill>
                  <a:schemeClr val="tx1"/>
                </a:solidFill>
                <a:latin typeface="Source Sans Pro" panose="020B0503030403020204" pitchFamily="34" charset="0"/>
                <a:ea typeface="Source Sans Pro" panose="020B0503030403020204" pitchFamily="34" charset="0"/>
              </a:rPr>
              <a:t> curve</a:t>
            </a:r>
            <a:r>
              <a:rPr lang="es-ES_tradnl" sz="2400" b="1" dirty="0">
                <a:solidFill>
                  <a:schemeClr val="tx1"/>
                </a:solidFill>
                <a:latin typeface="Source Sans Pro" panose="020B0503030403020204" pitchFamily="34" charset="0"/>
                <a:ea typeface="Source Sans Pro" panose="020B0503030403020204" pitchFamily="34" charset="0"/>
              </a:rPr>
              <a:t>?</a:t>
            </a:r>
          </a:p>
        </p:txBody>
      </p:sp>
      <p:sp>
        <p:nvSpPr>
          <p:cNvPr id="20" name="CuadroTexto 19">
            <a:extLst>
              <a:ext uri="{FF2B5EF4-FFF2-40B4-BE49-F238E27FC236}">
                <a16:creationId xmlns:a16="http://schemas.microsoft.com/office/drawing/2014/main" id="{E746A820-D84F-444E-BA37-3CBBB55323B3}"/>
              </a:ext>
            </a:extLst>
          </p:cNvPr>
          <p:cNvSpPr txBox="1"/>
          <p:nvPr/>
        </p:nvSpPr>
        <p:spPr>
          <a:xfrm>
            <a:off x="5557443" y="4833410"/>
            <a:ext cx="6482157" cy="1015663"/>
          </a:xfrm>
          <a:prstGeom prst="rect">
            <a:avLst/>
          </a:prstGeom>
          <a:noFill/>
        </p:spPr>
        <p:txBody>
          <a:bodyPr wrap="square" rtlCol="0">
            <a:spAutoFit/>
          </a:bodyPr>
          <a:lstStyle/>
          <a:p>
            <a:pPr marR="0" lvl="0" algn="l" defTabSz="914400" rtl="0" eaLnBrk="0" fontAlgn="base" latinLnBrk="0" hangingPunct="0">
              <a:lnSpc>
                <a:spcPct val="100000"/>
              </a:lnSpc>
              <a:spcBef>
                <a:spcPct val="0"/>
              </a:spcBef>
              <a:spcAft>
                <a:spcPct val="0"/>
              </a:spcAft>
              <a:buClrTx/>
              <a:buSzTx/>
              <a:tabLst/>
            </a:pPr>
            <a:r>
              <a:rPr lang="es-ES_tradnl" dirty="0"/>
              <a:t>→</a:t>
            </a:r>
            <a:r>
              <a:rPr lang="es-ES_tradnl" sz="2000" dirty="0"/>
              <a:t>    </a:t>
            </a:r>
            <a:r>
              <a:rPr lang="es-CO" altLang="es-CO" sz="2000" dirty="0" err="1"/>
              <a:t>It</a:t>
            </a:r>
            <a:r>
              <a:rPr lang="es-CO" altLang="es-CO" sz="2000" dirty="0"/>
              <a:t> </a:t>
            </a:r>
            <a:r>
              <a:rPr lang="es-CO" altLang="es-CO" sz="2000" dirty="0" err="1"/>
              <a:t>starts</a:t>
            </a:r>
            <a:r>
              <a:rPr lang="es-CO" altLang="es-CO" sz="2000" dirty="0"/>
              <a:t> </a:t>
            </a:r>
            <a:r>
              <a:rPr lang="es-CO" altLang="es-CO" sz="2000" dirty="0" err="1"/>
              <a:t>within</a:t>
            </a:r>
            <a:r>
              <a:rPr lang="es-CO" altLang="es-CO" sz="2000" dirty="0"/>
              <a:t> </a:t>
            </a:r>
            <a:r>
              <a:rPr lang="es-CO" altLang="es-CO" sz="2000" dirty="0" err="1"/>
              <a:t>the</a:t>
            </a:r>
            <a:r>
              <a:rPr lang="es-CO" altLang="es-CO" sz="2000" dirty="0"/>
              <a:t> </a:t>
            </a:r>
            <a:r>
              <a:rPr lang="es-CO" altLang="es-CO" sz="2000" dirty="0" err="1"/>
              <a:t>expected</a:t>
            </a:r>
            <a:r>
              <a:rPr lang="es-CO" altLang="es-CO" sz="2000" dirty="0"/>
              <a:t> </a:t>
            </a:r>
            <a:r>
              <a:rPr lang="es-CO" altLang="es-CO" sz="2000" dirty="0" err="1"/>
              <a:t>voltage</a:t>
            </a:r>
            <a:r>
              <a:rPr lang="es-CO" altLang="es-CO" sz="2000" dirty="0"/>
              <a:t> </a:t>
            </a:r>
            <a:r>
              <a:rPr lang="es-CO" altLang="es-CO" sz="2000" dirty="0" err="1"/>
              <a:t>range</a:t>
            </a:r>
            <a:r>
              <a:rPr lang="es-CO" altLang="es-CO" sz="2000" dirty="0"/>
              <a:t> (0.0–1.23 V)</a:t>
            </a:r>
          </a:p>
          <a:p>
            <a:pPr marR="0" lvl="0" algn="l" defTabSz="914400" rtl="0" eaLnBrk="0" fontAlgn="base" latinLnBrk="0" hangingPunct="0">
              <a:lnSpc>
                <a:spcPct val="100000"/>
              </a:lnSpc>
              <a:spcBef>
                <a:spcPct val="0"/>
              </a:spcBef>
              <a:spcAft>
                <a:spcPct val="0"/>
              </a:spcAft>
              <a:buClrTx/>
              <a:buSzTx/>
              <a:tabLst/>
            </a:pPr>
            <a:r>
              <a:rPr lang="es-ES_tradnl" dirty="0"/>
              <a:t>→   </a:t>
            </a:r>
            <a:r>
              <a:rPr lang="es-ES_tradnl" sz="2000" dirty="0"/>
              <a:t> </a:t>
            </a:r>
            <a:r>
              <a:rPr lang="en-US" dirty="0">
                <a:solidFill>
                  <a:srgbClr val="000000"/>
                </a:solidFill>
                <a:latin typeface="Arial" panose="020B0604020202020204" pitchFamily="34" charset="0"/>
              </a:rPr>
              <a:t>D</a:t>
            </a:r>
            <a:r>
              <a:rPr lang="en-US" sz="1800" b="0" i="0" u="none" strike="noStrike" dirty="0">
                <a:solidFill>
                  <a:srgbClr val="000000"/>
                </a:solidFill>
                <a:effectLst/>
                <a:latin typeface="Arial" panose="020B0604020202020204" pitchFamily="34" charset="0"/>
              </a:rPr>
              <a:t>ecreases monotonically (within a 5 mV tolerance)</a:t>
            </a:r>
          </a:p>
          <a:p>
            <a:pPr marR="0" lvl="0" algn="l" defTabSz="914400" rtl="0" eaLnBrk="0" fontAlgn="base" latinLnBrk="0" hangingPunct="0">
              <a:lnSpc>
                <a:spcPct val="100000"/>
              </a:lnSpc>
              <a:spcBef>
                <a:spcPct val="0"/>
              </a:spcBef>
              <a:spcAft>
                <a:spcPct val="0"/>
              </a:spcAft>
              <a:buClrTx/>
              <a:buSzTx/>
              <a:tabLst/>
            </a:pPr>
            <a:r>
              <a:rPr lang="es-ES_tradnl" dirty="0"/>
              <a:t>→   </a:t>
            </a:r>
            <a:r>
              <a:rPr lang="es-ES_tradnl" sz="2000" dirty="0"/>
              <a:t> </a:t>
            </a:r>
            <a:r>
              <a:rPr lang="es-CO" altLang="es-CO" sz="2000" dirty="0" err="1"/>
              <a:t>It</a:t>
            </a:r>
            <a:r>
              <a:rPr lang="es-CO" altLang="es-CO" sz="2000" dirty="0"/>
              <a:t> </a:t>
            </a:r>
            <a:r>
              <a:rPr lang="es-CO" altLang="es-CO" sz="2000" dirty="0" err="1"/>
              <a:t>maintains</a:t>
            </a:r>
            <a:r>
              <a:rPr lang="es-CO" altLang="es-CO" sz="2000" dirty="0"/>
              <a:t> positive </a:t>
            </a:r>
            <a:r>
              <a:rPr lang="es-CO" altLang="es-CO" sz="2000" dirty="0" err="1"/>
              <a:t>voltage</a:t>
            </a:r>
            <a:r>
              <a:rPr lang="es-CO" altLang="es-CO" sz="2000" dirty="0"/>
              <a:t> at </a:t>
            </a:r>
            <a:r>
              <a:rPr lang="es-CO" altLang="es-CO" sz="2000" dirty="0" err="1"/>
              <a:t>low</a:t>
            </a:r>
            <a:r>
              <a:rPr lang="es-CO" altLang="es-CO" sz="2000" dirty="0"/>
              <a:t> </a:t>
            </a:r>
            <a:r>
              <a:rPr lang="es-CO" altLang="es-CO" sz="2000" dirty="0" err="1"/>
              <a:t>current</a:t>
            </a:r>
            <a:r>
              <a:rPr lang="es-CO" altLang="es-CO" sz="2000" dirty="0"/>
              <a:t> </a:t>
            </a:r>
            <a:r>
              <a:rPr lang="es-CO" altLang="es-CO" sz="2000" dirty="0" err="1"/>
              <a:t>densities</a:t>
            </a:r>
            <a:r>
              <a:rPr lang="es-CO" altLang="es-CO" sz="2000" dirty="0"/>
              <a:t>.</a:t>
            </a:r>
            <a:endParaRPr lang="en-US" sz="2000" dirty="0"/>
          </a:p>
        </p:txBody>
      </p:sp>
      <p:pic>
        <p:nvPicPr>
          <p:cNvPr id="4099" name="Picture 3" descr="Novel Trends in Proton Exchange Membrane Fuel Cells">
            <a:extLst>
              <a:ext uri="{FF2B5EF4-FFF2-40B4-BE49-F238E27FC236}">
                <a16:creationId xmlns:a16="http://schemas.microsoft.com/office/drawing/2014/main" id="{E3C570C4-A1A3-4832-8B44-E87D4BF84DB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56640" y="3348855"/>
            <a:ext cx="4026369" cy="25016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788615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ángulo 21">
            <a:extLst>
              <a:ext uri="{FF2B5EF4-FFF2-40B4-BE49-F238E27FC236}">
                <a16:creationId xmlns:a16="http://schemas.microsoft.com/office/drawing/2014/main" id="{4778F4CB-BE2B-49FB-8D01-C7705469CE44}"/>
              </a:ext>
            </a:extLst>
          </p:cNvPr>
          <p:cNvSpPr/>
          <p:nvPr/>
        </p:nvSpPr>
        <p:spPr>
          <a:xfrm>
            <a:off x="7218865" y="6042558"/>
            <a:ext cx="4973135" cy="400110"/>
          </a:xfrm>
          <a:prstGeom prst="rect">
            <a:avLst/>
          </a:prstGeom>
          <a:solidFill>
            <a:srgbClr val="BBE5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11</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11" name="CuadroTexto 10">
            <a:extLst>
              <a:ext uri="{FF2B5EF4-FFF2-40B4-BE49-F238E27FC236}">
                <a16:creationId xmlns:a16="http://schemas.microsoft.com/office/drawing/2014/main" id="{D4F477B0-2EDF-4635-ADDF-390676998C67}"/>
              </a:ext>
            </a:extLst>
          </p:cNvPr>
          <p:cNvSpPr txBox="1"/>
          <p:nvPr/>
        </p:nvSpPr>
        <p:spPr>
          <a:xfrm>
            <a:off x="1324331" y="1291409"/>
            <a:ext cx="3481844" cy="1446550"/>
          </a:xfrm>
          <a:prstGeom prst="rect">
            <a:avLst/>
          </a:prstGeom>
          <a:noFill/>
        </p:spPr>
        <p:txBody>
          <a:bodyPr wrap="square">
            <a:spAutoFit/>
          </a:bodyPr>
          <a:lstStyle/>
          <a:p>
            <a:r>
              <a:rPr lang="es-ES_tradnl" sz="3200" b="1" dirty="0" err="1">
                <a:latin typeface="Source Sans Pro" panose="020B0503030403020204" pitchFamily="34" charset="0"/>
                <a:ea typeface="Source Sans Pro" panose="020B0503030403020204" pitchFamily="34" charset="0"/>
              </a:rPr>
              <a:t>What</a:t>
            </a:r>
            <a:r>
              <a:rPr lang="es-ES_tradnl" sz="3200" b="1" dirty="0">
                <a:latin typeface="Source Sans Pro" panose="020B0503030403020204" pitchFamily="34" charset="0"/>
                <a:ea typeface="Source Sans Pro" panose="020B0503030403020204" pitchFamily="34" charset="0"/>
              </a:rPr>
              <a:t> </a:t>
            </a:r>
            <a:r>
              <a:rPr lang="es-ES_tradnl" sz="3200" b="1" dirty="0" err="1">
                <a:latin typeface="Source Sans Pro" panose="020B0503030403020204" pitchFamily="34" charset="0"/>
                <a:ea typeface="Source Sans Pro" panose="020B0503030403020204" pitchFamily="34" charset="0"/>
              </a:rPr>
              <a:t>is</a:t>
            </a:r>
            <a:r>
              <a:rPr lang="es-ES_tradnl" sz="3200" b="1" dirty="0">
                <a:latin typeface="Source Sans Pro" panose="020B0503030403020204" pitchFamily="34" charset="0"/>
                <a:ea typeface="Source Sans Pro" panose="020B0503030403020204" pitchFamily="34" charset="0"/>
              </a:rPr>
              <a:t> </a:t>
            </a:r>
            <a:r>
              <a:rPr lang="es-ES_tradnl" sz="2800" i="1" dirty="0" err="1">
                <a:latin typeface="Source Sans Pro Light" panose="020B0403030403020204" pitchFamily="34" charset="0"/>
                <a:ea typeface="Source Sans Pro Light" panose="020B0403030403020204" pitchFamily="34" charset="0"/>
              </a:rPr>
              <a:t>the</a:t>
            </a:r>
            <a:r>
              <a:rPr lang="es-ES_tradnl" sz="2800" i="1" dirty="0">
                <a:latin typeface="Source Sans Pro Light" panose="020B0403030403020204" pitchFamily="34" charset="0"/>
                <a:ea typeface="Source Sans Pro Light" panose="020B0403030403020204" pitchFamily="34" charset="0"/>
              </a:rPr>
              <a:t> </a:t>
            </a:r>
            <a:r>
              <a:rPr lang="es-CO" sz="2800" i="1" dirty="0">
                <a:latin typeface="Source Sans Pro Light" panose="020B0403030403020204" pitchFamily="34" charset="0"/>
                <a:ea typeface="Source Sans Pro Light" panose="020B0403030403020204" pitchFamily="34" charset="0"/>
              </a:rPr>
              <a:t>Interpretable Regional Descriptors (IRD)?</a:t>
            </a:r>
            <a:r>
              <a:rPr lang="es-ES_tradnl" sz="2800" b="1" dirty="0">
                <a:latin typeface="Source Sans Pro Light" panose="020B0403030403020204" pitchFamily="34" charset="0"/>
                <a:ea typeface="Source Sans Pro Light" panose="020B0403030403020204" pitchFamily="34" charset="0"/>
              </a:rPr>
              <a:t> </a:t>
            </a:r>
            <a:endParaRPr lang="es-ES_tradnl" sz="3200" b="1" dirty="0">
              <a:latin typeface="Source Sans Pro Light" panose="020B0403030403020204" pitchFamily="34" charset="0"/>
              <a:ea typeface="Source Sans Pro Light" panose="020B0403030403020204" pitchFamily="34" charset="0"/>
            </a:endParaRPr>
          </a:p>
        </p:txBody>
      </p:sp>
      <p:sp>
        <p:nvSpPr>
          <p:cNvPr id="12" name="CuadroTexto 11">
            <a:extLst>
              <a:ext uri="{FF2B5EF4-FFF2-40B4-BE49-F238E27FC236}">
                <a16:creationId xmlns:a16="http://schemas.microsoft.com/office/drawing/2014/main" id="{65963035-8647-43C7-9A32-07023A488324}"/>
              </a:ext>
            </a:extLst>
          </p:cNvPr>
          <p:cNvSpPr txBox="1"/>
          <p:nvPr/>
        </p:nvSpPr>
        <p:spPr>
          <a:xfrm>
            <a:off x="1324331" y="2921168"/>
            <a:ext cx="3481844" cy="1015663"/>
          </a:xfrm>
          <a:prstGeom prst="rect">
            <a:avLst/>
          </a:prstGeom>
          <a:noFill/>
        </p:spPr>
        <p:txBody>
          <a:bodyPr wrap="square">
            <a:spAutoFit/>
          </a:bodyPr>
          <a:lstStyle/>
          <a:p>
            <a:pPr algn="r"/>
            <a:r>
              <a:rPr lang="en-US" sz="2000" dirty="0"/>
              <a:t>IRD helps explain "where" in the input space certain types of output behavior occur.</a:t>
            </a:r>
            <a:endParaRPr lang="es-CO" sz="2000" dirty="0"/>
          </a:p>
        </p:txBody>
      </p:sp>
      <p:sp>
        <p:nvSpPr>
          <p:cNvPr id="7" name="Rectángulo: esquinas redondeadas 6">
            <a:extLst>
              <a:ext uri="{FF2B5EF4-FFF2-40B4-BE49-F238E27FC236}">
                <a16:creationId xmlns:a16="http://schemas.microsoft.com/office/drawing/2014/main" id="{7936BDBA-476A-4731-BBC6-490773D8E210}"/>
              </a:ext>
            </a:extLst>
          </p:cNvPr>
          <p:cNvSpPr/>
          <p:nvPr/>
        </p:nvSpPr>
        <p:spPr>
          <a:xfrm>
            <a:off x="1007853" y="932883"/>
            <a:ext cx="4114800" cy="3312160"/>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7" name="CuadroTexto 16">
            <a:extLst>
              <a:ext uri="{FF2B5EF4-FFF2-40B4-BE49-F238E27FC236}">
                <a16:creationId xmlns:a16="http://schemas.microsoft.com/office/drawing/2014/main" id="{3B01A503-ED39-4549-9BB9-08B9F29F3DC6}"/>
              </a:ext>
            </a:extLst>
          </p:cNvPr>
          <p:cNvSpPr txBox="1"/>
          <p:nvPr/>
        </p:nvSpPr>
        <p:spPr>
          <a:xfrm>
            <a:off x="5926372" y="1452626"/>
            <a:ext cx="5534108" cy="3447098"/>
          </a:xfrm>
          <a:prstGeom prst="rect">
            <a:avLst/>
          </a:prstGeom>
          <a:noFill/>
        </p:spPr>
        <p:txBody>
          <a:bodyPr wrap="square">
            <a:spAutoFit/>
          </a:bodyPr>
          <a:lstStyle/>
          <a:p>
            <a:r>
              <a:rPr lang="en-US" sz="3200" b="1" dirty="0">
                <a:latin typeface="Source Sans Pro" panose="020B0503030403020204" pitchFamily="34" charset="0"/>
                <a:ea typeface="Source Sans Pro" panose="020B0503030403020204" pitchFamily="34" charset="0"/>
              </a:rPr>
              <a:t>How does </a:t>
            </a:r>
            <a:r>
              <a:rPr lang="en-US" sz="2800" i="1" dirty="0">
                <a:latin typeface="Source Sans Pro Light" panose="020B0403030403020204" pitchFamily="34" charset="0"/>
                <a:ea typeface="Source Sans Pro Light" panose="020B0403030403020204" pitchFamily="34" charset="0"/>
              </a:rPr>
              <a:t>it work?</a:t>
            </a:r>
          </a:p>
          <a:p>
            <a:pPr marL="342900" indent="-342900">
              <a:buFont typeface="+mj-lt"/>
              <a:buAutoNum type="arabicPeriod"/>
            </a:pPr>
            <a:r>
              <a:rPr lang="en-US" b="1" dirty="0">
                <a:solidFill>
                  <a:srgbClr val="8879F5"/>
                </a:solidFill>
              </a:rPr>
              <a:t>Clustering and labeling </a:t>
            </a:r>
            <a:r>
              <a:rPr lang="en-US" dirty="0"/>
              <a:t>output curves based on shape(validity criteria). </a:t>
            </a:r>
          </a:p>
          <a:p>
            <a:pPr marL="342900" indent="-342900">
              <a:buFont typeface="+mj-lt"/>
              <a:buAutoNum type="arabicPeriod"/>
            </a:pPr>
            <a:r>
              <a:rPr lang="en-US" b="1" dirty="0">
                <a:solidFill>
                  <a:srgbClr val="8879F5"/>
                </a:solidFill>
              </a:rPr>
              <a:t>Training interpretable models </a:t>
            </a:r>
            <a:r>
              <a:rPr lang="en-US" dirty="0"/>
              <a:t>(typically decision trees or rule-based classifiers) to map input features to curve types.</a:t>
            </a:r>
          </a:p>
          <a:p>
            <a:pPr marL="342900" indent="-342900">
              <a:buFont typeface="+mj-lt"/>
              <a:buAutoNum type="arabicPeriod"/>
            </a:pPr>
            <a:r>
              <a:rPr lang="en-US" b="1" dirty="0">
                <a:solidFill>
                  <a:srgbClr val="8879F5"/>
                </a:solidFill>
              </a:rPr>
              <a:t>Generating regional descriptors:</a:t>
            </a:r>
            <a:r>
              <a:rPr lang="en-US" dirty="0"/>
              <a:t> rules or conditions that explain which input combinations lead to each type of curve.</a:t>
            </a:r>
          </a:p>
          <a:p>
            <a:endParaRPr lang="en-US" dirty="0"/>
          </a:p>
          <a:p>
            <a:r>
              <a:rPr lang="en-US" sz="2400" b="1" dirty="0">
                <a:latin typeface="Source Sans Pro" panose="020B0503030403020204" pitchFamily="34" charset="0"/>
                <a:ea typeface="Source Sans Pro" panose="020B0503030403020204" pitchFamily="34" charset="0"/>
              </a:rPr>
              <a:t>	</a:t>
            </a:r>
            <a:endParaRPr lang="en-US" dirty="0">
              <a:solidFill>
                <a:schemeClr val="tx1">
                  <a:lumMod val="50000"/>
                  <a:lumOff val="50000"/>
                </a:schemeClr>
              </a:solidFill>
            </a:endParaRPr>
          </a:p>
        </p:txBody>
      </p:sp>
      <p:sp>
        <p:nvSpPr>
          <p:cNvPr id="18" name="Rectángulo: esquinas redondeadas 17">
            <a:extLst>
              <a:ext uri="{FF2B5EF4-FFF2-40B4-BE49-F238E27FC236}">
                <a16:creationId xmlns:a16="http://schemas.microsoft.com/office/drawing/2014/main" id="{A4B21919-C5D8-43AA-931C-7EC6B0B123CB}"/>
              </a:ext>
            </a:extLst>
          </p:cNvPr>
          <p:cNvSpPr/>
          <p:nvPr/>
        </p:nvSpPr>
        <p:spPr>
          <a:xfrm>
            <a:off x="5439131" y="1068590"/>
            <a:ext cx="6266763" cy="4783570"/>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0" name="CuadroTexto 19">
            <a:extLst>
              <a:ext uri="{FF2B5EF4-FFF2-40B4-BE49-F238E27FC236}">
                <a16:creationId xmlns:a16="http://schemas.microsoft.com/office/drawing/2014/main" id="{7E35BE05-C208-4680-A0B4-139AE2113C5C}"/>
              </a:ext>
            </a:extLst>
          </p:cNvPr>
          <p:cNvSpPr txBox="1"/>
          <p:nvPr/>
        </p:nvSpPr>
        <p:spPr>
          <a:xfrm>
            <a:off x="7340785" y="6083794"/>
            <a:ext cx="3977455" cy="338554"/>
          </a:xfrm>
          <a:prstGeom prst="rect">
            <a:avLst/>
          </a:prstGeom>
          <a:noFill/>
          <a:ln>
            <a:noFill/>
          </a:ln>
        </p:spPr>
        <p:txBody>
          <a:bodyPr wrap="square" rtlCol="0">
            <a:spAutoFit/>
          </a:bodyPr>
          <a:lstStyle/>
          <a:p>
            <a:pPr>
              <a:spcBef>
                <a:spcPts val="1800"/>
              </a:spcBef>
            </a:pPr>
            <a:r>
              <a:rPr lang="es-ES_tradnl" sz="1600" dirty="0">
                <a:latin typeface="Source Sans Pro" panose="020B0503030403020204" pitchFamily="34" charset="0"/>
                <a:ea typeface="Source Sans Pro" panose="020B0503030403020204" pitchFamily="34" charset="0"/>
              </a:rPr>
              <a:t>In R </a:t>
            </a:r>
            <a:r>
              <a:rPr lang="es-ES_tradnl" sz="1600" dirty="0" err="1">
                <a:latin typeface="Source Sans Pro" panose="020B0503030403020204" pitchFamily="34" charset="0"/>
                <a:ea typeface="Source Sans Pro" panose="020B0503030403020204" pitchFamily="34" charset="0"/>
              </a:rPr>
              <a:t>it</a:t>
            </a:r>
            <a:r>
              <a:rPr lang="es-ES_tradnl" sz="1600" dirty="0">
                <a:latin typeface="Source Sans Pro" panose="020B0503030403020204" pitchFamily="34" charset="0"/>
                <a:ea typeface="Source Sans Pro" panose="020B0503030403020204" pitchFamily="34" charset="0"/>
              </a:rPr>
              <a:t> </a:t>
            </a:r>
            <a:r>
              <a:rPr lang="es-ES_tradnl" sz="1600" dirty="0" err="1">
                <a:latin typeface="Source Sans Pro" panose="020B0503030403020204" pitchFamily="34" charset="0"/>
                <a:ea typeface="Source Sans Pro" panose="020B0503030403020204" pitchFamily="34" charset="0"/>
              </a:rPr>
              <a:t>is</a:t>
            </a:r>
            <a:r>
              <a:rPr lang="es-ES_tradnl" sz="1600" dirty="0">
                <a:latin typeface="Source Sans Pro" panose="020B0503030403020204" pitchFamily="34" charset="0"/>
                <a:ea typeface="Source Sans Pro" panose="020B0503030403020204" pitchFamily="34" charset="0"/>
              </a:rPr>
              <a:t> </a:t>
            </a:r>
            <a:r>
              <a:rPr lang="es-ES_tradnl" sz="1600" dirty="0" err="1">
                <a:latin typeface="Source Sans Pro" panose="020B0503030403020204" pitchFamily="34" charset="0"/>
                <a:ea typeface="Source Sans Pro" panose="020B0503030403020204" pitchFamily="34" charset="0"/>
              </a:rPr>
              <a:t>implemented</a:t>
            </a:r>
            <a:r>
              <a:rPr lang="es-ES_tradnl" sz="1600" dirty="0">
                <a:latin typeface="Source Sans Pro" panose="020B0503030403020204" pitchFamily="34" charset="0"/>
                <a:ea typeface="Source Sans Pro" panose="020B0503030403020204" pitchFamily="34" charset="0"/>
              </a:rPr>
              <a:t> in </a:t>
            </a:r>
            <a:r>
              <a:rPr lang="es-ES_tradnl" sz="1600" dirty="0" err="1">
                <a:latin typeface="Source Sans Pro" panose="020B0503030403020204" pitchFamily="34" charset="0"/>
                <a:ea typeface="Source Sans Pro" panose="020B0503030403020204" pitchFamily="34" charset="0"/>
              </a:rPr>
              <a:t>the</a:t>
            </a:r>
            <a:r>
              <a:rPr lang="es-ES_tradnl" sz="1600" dirty="0">
                <a:latin typeface="Source Sans Pro" panose="020B0503030403020204" pitchFamily="34" charset="0"/>
                <a:ea typeface="Source Sans Pro" panose="020B0503030403020204" pitchFamily="34" charset="0"/>
              </a:rPr>
              <a:t> </a:t>
            </a:r>
            <a:r>
              <a:rPr lang="es-ES_tradnl" sz="1600" dirty="0" err="1">
                <a:latin typeface="Source Sans Pro" panose="020B0503030403020204" pitchFamily="34" charset="0"/>
                <a:ea typeface="Source Sans Pro" panose="020B0503030403020204" pitchFamily="34" charset="0"/>
              </a:rPr>
              <a:t>package</a:t>
            </a:r>
            <a:r>
              <a:rPr lang="es-ES_tradnl" sz="1600" dirty="0">
                <a:latin typeface="Source Sans Pro" panose="020B0503030403020204" pitchFamily="34" charset="0"/>
                <a:ea typeface="Source Sans Pro" panose="020B0503030403020204" pitchFamily="34" charset="0"/>
              </a:rPr>
              <a:t> XXXXXX</a:t>
            </a:r>
          </a:p>
        </p:txBody>
      </p:sp>
      <p:sp>
        <p:nvSpPr>
          <p:cNvPr id="24" name="CuadroTexto 23">
            <a:extLst>
              <a:ext uri="{FF2B5EF4-FFF2-40B4-BE49-F238E27FC236}">
                <a16:creationId xmlns:a16="http://schemas.microsoft.com/office/drawing/2014/main" id="{C61A4A3F-EF0B-488C-B977-753BC6DCDCEA}"/>
              </a:ext>
            </a:extLst>
          </p:cNvPr>
          <p:cNvSpPr txBox="1"/>
          <p:nvPr/>
        </p:nvSpPr>
        <p:spPr>
          <a:xfrm>
            <a:off x="6783133" y="4323619"/>
            <a:ext cx="5844597" cy="1292662"/>
          </a:xfrm>
          <a:prstGeom prst="rect">
            <a:avLst/>
          </a:prstGeom>
          <a:noFill/>
        </p:spPr>
        <p:txBody>
          <a:bodyPr wrap="square">
            <a:spAutoFit/>
          </a:bodyPr>
          <a:lstStyle/>
          <a:p>
            <a:r>
              <a:rPr lang="en-US" sz="2400" b="1" dirty="0">
                <a:solidFill>
                  <a:schemeClr val="tx1">
                    <a:lumMod val="50000"/>
                    <a:lumOff val="50000"/>
                  </a:schemeClr>
                </a:solidFill>
                <a:latin typeface="Source Sans Pro" panose="020B0503030403020204" pitchFamily="34" charset="0"/>
                <a:ea typeface="Source Sans Pro" panose="020B0503030403020204" pitchFamily="34" charset="0"/>
              </a:rPr>
              <a:t>What is </a:t>
            </a:r>
            <a:r>
              <a:rPr lang="en-US" sz="2000" i="1" dirty="0">
                <a:latin typeface="Source Sans Pro Light" panose="020B0403030403020204" pitchFamily="34" charset="0"/>
                <a:ea typeface="Source Sans Pro Light" panose="020B0403030403020204" pitchFamily="34" charset="0"/>
              </a:rPr>
              <a:t>the output?</a:t>
            </a:r>
          </a:p>
          <a:p>
            <a:r>
              <a:rPr lang="en-US" dirty="0"/>
              <a:t>	</a:t>
            </a:r>
            <a:r>
              <a:rPr lang="en-US" b="1" dirty="0">
                <a:solidFill>
                  <a:schemeClr val="tx1">
                    <a:lumMod val="65000"/>
                    <a:lumOff val="35000"/>
                  </a:schemeClr>
                </a:solidFill>
              </a:rPr>
              <a:t>Interpretable rules or regions</a:t>
            </a:r>
            <a:r>
              <a:rPr lang="en-US" dirty="0">
                <a:solidFill>
                  <a:schemeClr val="tx1">
                    <a:lumMod val="65000"/>
                    <a:lumOff val="35000"/>
                  </a:schemeClr>
                </a:solidFill>
              </a:rPr>
              <a:t> </a:t>
            </a:r>
          </a:p>
          <a:p>
            <a:r>
              <a:rPr lang="en-US" dirty="0"/>
              <a:t>	</a:t>
            </a:r>
            <a:r>
              <a:rPr lang="en-US" dirty="0">
                <a:solidFill>
                  <a:schemeClr val="tx1">
                    <a:lumMod val="50000"/>
                    <a:lumOff val="50000"/>
                  </a:schemeClr>
                </a:solidFill>
              </a:rPr>
              <a:t>(e.g., "Region A: high humidity, low 			temperature → flat voltage curves").</a:t>
            </a:r>
          </a:p>
        </p:txBody>
      </p:sp>
    </p:spTree>
    <p:extLst>
      <p:ext uri="{BB962C8B-B14F-4D97-AF65-F5344CB8AC3E}">
        <p14:creationId xmlns:p14="http://schemas.microsoft.com/office/powerpoint/2010/main" val="5732817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12</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29" name="CuadroTexto 28">
            <a:extLst>
              <a:ext uri="{FF2B5EF4-FFF2-40B4-BE49-F238E27FC236}">
                <a16:creationId xmlns:a16="http://schemas.microsoft.com/office/drawing/2014/main" id="{05B44B5D-C2B5-4811-B953-15C1AE7A0FEB}"/>
              </a:ext>
            </a:extLst>
          </p:cNvPr>
          <p:cNvSpPr txBox="1"/>
          <p:nvPr/>
        </p:nvSpPr>
        <p:spPr>
          <a:xfrm>
            <a:off x="3789680" y="1930400"/>
            <a:ext cx="4064000" cy="769441"/>
          </a:xfrm>
          <a:prstGeom prst="rect">
            <a:avLst/>
          </a:prstGeom>
          <a:noFill/>
        </p:spPr>
        <p:txBody>
          <a:bodyPr wrap="square" rtlCol="0">
            <a:spAutoFit/>
          </a:bodyPr>
          <a:lstStyle/>
          <a:p>
            <a:r>
              <a:rPr lang="es-ES" sz="4400" b="1" dirty="0" err="1"/>
              <a:t>Our</a:t>
            </a:r>
            <a:r>
              <a:rPr lang="es-ES" sz="4400" b="1" dirty="0"/>
              <a:t> </a:t>
            </a:r>
            <a:r>
              <a:rPr lang="es-ES" sz="4400" b="1" dirty="0" err="1"/>
              <a:t>results</a:t>
            </a:r>
            <a:r>
              <a:rPr lang="es-ES" sz="4400" b="1" dirty="0"/>
              <a:t>!</a:t>
            </a:r>
            <a:endParaRPr lang="es-CO" sz="4400" b="1" dirty="0"/>
          </a:p>
        </p:txBody>
      </p:sp>
    </p:spTree>
    <p:extLst>
      <p:ext uri="{BB962C8B-B14F-4D97-AF65-F5344CB8AC3E}">
        <p14:creationId xmlns:p14="http://schemas.microsoft.com/office/powerpoint/2010/main" val="18852754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uadroTexto 5">
            <a:extLst>
              <a:ext uri="{FF2B5EF4-FFF2-40B4-BE49-F238E27FC236}">
                <a16:creationId xmlns:a16="http://schemas.microsoft.com/office/drawing/2014/main" id="{71268644-AB8B-1468-26EB-95205BE58489}"/>
              </a:ext>
            </a:extLst>
          </p:cNvPr>
          <p:cNvSpPr txBox="1"/>
          <p:nvPr/>
        </p:nvSpPr>
        <p:spPr>
          <a:xfrm>
            <a:off x="2776215" y="1905506"/>
            <a:ext cx="6639571" cy="3046988"/>
          </a:xfrm>
          <a:prstGeom prst="rect">
            <a:avLst/>
          </a:prstGeom>
          <a:noFill/>
        </p:spPr>
        <p:txBody>
          <a:bodyPr wrap="square" rtlCol="0">
            <a:spAutoFit/>
          </a:bodyPr>
          <a:lstStyle/>
          <a:p>
            <a:pPr algn="ctr"/>
            <a:r>
              <a:rPr lang="es-ES_tradnl" sz="9600" i="1" dirty="0">
                <a:solidFill>
                  <a:schemeClr val="bg1"/>
                </a:solidFill>
                <a:latin typeface="Source Sans Pro Light" panose="020B0503030403020204" pitchFamily="34" charset="0"/>
                <a:ea typeface="Source Sans Pro Light" panose="020B0503030403020204" pitchFamily="34" charset="0"/>
              </a:rPr>
              <a:t>3. </a:t>
            </a:r>
            <a:r>
              <a:rPr lang="es-CO" sz="9600" i="1" dirty="0" err="1">
                <a:solidFill>
                  <a:schemeClr val="bg1"/>
                </a:solidFill>
                <a:latin typeface="Source Sans Pro Light" panose="020B0503030403020204" pitchFamily="34" charset="0"/>
                <a:ea typeface="Source Sans Pro Light" panose="020B0503030403020204" pitchFamily="34" charset="0"/>
              </a:rPr>
              <a:t>Sensitivity</a:t>
            </a:r>
            <a:r>
              <a:rPr lang="es-CO" sz="9600" i="1" dirty="0">
                <a:solidFill>
                  <a:schemeClr val="bg1"/>
                </a:solidFill>
                <a:latin typeface="Source Sans Pro Light" panose="020B0503030403020204" pitchFamily="34" charset="0"/>
                <a:ea typeface="Source Sans Pro Light" panose="020B0503030403020204" pitchFamily="34" charset="0"/>
              </a:rPr>
              <a:t> </a:t>
            </a:r>
            <a:r>
              <a:rPr lang="es-CO" sz="9600" i="1" dirty="0" err="1">
                <a:solidFill>
                  <a:schemeClr val="bg1"/>
                </a:solidFill>
                <a:latin typeface="Source Sans Pro Light" panose="020B0503030403020204" pitchFamily="34" charset="0"/>
                <a:ea typeface="Source Sans Pro Light" panose="020B0503030403020204" pitchFamily="34" charset="0"/>
              </a:rPr>
              <a:t>analysis</a:t>
            </a:r>
            <a:endParaRPr lang="es-ES_tradnl" sz="9600" i="1" dirty="0">
              <a:solidFill>
                <a:schemeClr val="bg1"/>
              </a:solidFill>
              <a:latin typeface="Source Sans Pro Light" panose="020B0503030403020204" pitchFamily="34" charset="0"/>
              <a:ea typeface="Source Sans Pro Light" panose="020B0503030403020204" pitchFamily="34" charset="0"/>
            </a:endParaRPr>
          </a:p>
        </p:txBody>
      </p:sp>
      <p:sp>
        <p:nvSpPr>
          <p:cNvPr id="3" name="CuadroTexto 2">
            <a:extLst>
              <a:ext uri="{FF2B5EF4-FFF2-40B4-BE49-F238E27FC236}">
                <a16:creationId xmlns:a16="http://schemas.microsoft.com/office/drawing/2014/main" id="{FB09FBE8-A3D0-487B-A360-154FA7270443}"/>
              </a:ext>
            </a:extLst>
          </p:cNvPr>
          <p:cNvSpPr txBox="1"/>
          <p:nvPr/>
        </p:nvSpPr>
        <p:spPr>
          <a:xfrm>
            <a:off x="4924472" y="1079439"/>
            <a:ext cx="2439366" cy="830997"/>
          </a:xfrm>
          <a:prstGeom prst="rect">
            <a:avLst/>
          </a:prstGeom>
          <a:solidFill>
            <a:schemeClr val="bg1">
              <a:lumMod val="95000"/>
            </a:schemeClr>
          </a:solidFill>
        </p:spPr>
        <p:txBody>
          <a:bodyPr wrap="square" rtlCol="0">
            <a:spAutoFit/>
          </a:bodyPr>
          <a:lstStyle/>
          <a:p>
            <a:pPr algn="ctr"/>
            <a:r>
              <a:rPr lang="es-ES" sz="4800" b="1" dirty="0">
                <a:solidFill>
                  <a:srgbClr val="FF0000"/>
                </a:solidFill>
              </a:rPr>
              <a:t>Camila</a:t>
            </a:r>
            <a:endParaRPr lang="es-CO" sz="4800" b="1" dirty="0">
              <a:solidFill>
                <a:srgbClr val="FF0000"/>
              </a:solidFill>
            </a:endParaRPr>
          </a:p>
        </p:txBody>
      </p:sp>
    </p:spTree>
    <p:extLst>
      <p:ext uri="{BB962C8B-B14F-4D97-AF65-F5344CB8AC3E}">
        <p14:creationId xmlns:p14="http://schemas.microsoft.com/office/powerpoint/2010/main" val="2216928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ángulo: esquinas redondeadas 14">
            <a:extLst>
              <a:ext uri="{FF2B5EF4-FFF2-40B4-BE49-F238E27FC236}">
                <a16:creationId xmlns:a16="http://schemas.microsoft.com/office/drawing/2014/main" id="{1AD154A4-30C1-488E-A32E-9C2D606D8264}"/>
              </a:ext>
            </a:extLst>
          </p:cNvPr>
          <p:cNvSpPr/>
          <p:nvPr/>
        </p:nvSpPr>
        <p:spPr>
          <a:xfrm>
            <a:off x="7887663" y="2700095"/>
            <a:ext cx="5016376" cy="8315810"/>
          </a:xfrm>
          <a:prstGeom prst="roundRect">
            <a:avLst/>
          </a:prstGeom>
          <a:solidFill>
            <a:srgbClr val="B278E6">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14</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28" name="Rectángulo redondeado 9">
            <a:extLst>
              <a:ext uri="{FF2B5EF4-FFF2-40B4-BE49-F238E27FC236}">
                <a16:creationId xmlns:a16="http://schemas.microsoft.com/office/drawing/2014/main" id="{940D3709-083B-49E3-A7CF-FEAE8E4D6EFA}"/>
              </a:ext>
            </a:extLst>
          </p:cNvPr>
          <p:cNvSpPr/>
          <p:nvPr/>
        </p:nvSpPr>
        <p:spPr>
          <a:xfrm>
            <a:off x="1066630" y="1053077"/>
            <a:ext cx="6360330" cy="3722123"/>
          </a:xfrm>
          <a:prstGeom prst="roundRect">
            <a:avLst/>
          </a:prstGeom>
          <a:gradFill>
            <a:gsLst>
              <a:gs pos="0">
                <a:srgbClr val="BBE555"/>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358775">
              <a:lnSpc>
                <a:spcPct val="150000"/>
              </a:lnSpc>
            </a:pPr>
            <a:r>
              <a:rPr lang="es-CO" sz="3200" dirty="0" err="1">
                <a:solidFill>
                  <a:srgbClr val="004617"/>
                </a:solidFill>
                <a:latin typeface="Source Sans Pro" panose="020B0503030403020204" pitchFamily="34" charset="0"/>
                <a:ea typeface="Source Sans Pro" panose="020B0503030403020204" pitchFamily="34" charset="0"/>
              </a:rPr>
              <a:t>What</a:t>
            </a:r>
            <a:r>
              <a:rPr lang="es-CO" sz="3200" dirty="0">
                <a:solidFill>
                  <a:srgbClr val="004617"/>
                </a:solidFill>
                <a:latin typeface="Source Sans Pro" panose="020B0503030403020204" pitchFamily="34" charset="0"/>
                <a:ea typeface="Source Sans Pro" panose="020B0503030403020204" pitchFamily="34" charset="0"/>
              </a:rPr>
              <a:t> </a:t>
            </a:r>
            <a:r>
              <a:rPr lang="es-CO" sz="3200" dirty="0" err="1">
                <a:solidFill>
                  <a:srgbClr val="004617"/>
                </a:solidFill>
                <a:latin typeface="Source Sans Pro" panose="020B0503030403020204" pitchFamily="34" charset="0"/>
                <a:ea typeface="Source Sans Pro" panose="020B0503030403020204" pitchFamily="34" charset="0"/>
              </a:rPr>
              <a:t>is</a:t>
            </a:r>
            <a:r>
              <a:rPr lang="es-CO" sz="3200" dirty="0">
                <a:solidFill>
                  <a:srgbClr val="004617"/>
                </a:solidFill>
                <a:latin typeface="Source Sans Pro" panose="020B0503030403020204" pitchFamily="34" charset="0"/>
                <a:ea typeface="Source Sans Pro" panose="020B0503030403020204" pitchFamily="34" charset="0"/>
              </a:rPr>
              <a:t> </a:t>
            </a:r>
            <a:r>
              <a:rPr lang="es-CO" sz="3200" b="1" dirty="0">
                <a:solidFill>
                  <a:srgbClr val="004617"/>
                </a:solidFill>
                <a:latin typeface="Source Sans Pro" panose="020B0503030403020204" pitchFamily="34" charset="0"/>
                <a:ea typeface="Source Sans Pro" panose="020B0503030403020204" pitchFamily="34" charset="0"/>
              </a:rPr>
              <a:t>a </a:t>
            </a:r>
            <a:r>
              <a:rPr lang="es-CO" sz="3200" b="1" dirty="0" err="1">
                <a:solidFill>
                  <a:srgbClr val="004617"/>
                </a:solidFill>
                <a:latin typeface="Source Sans Pro" panose="020B0503030403020204" pitchFamily="34" charset="0"/>
                <a:ea typeface="Source Sans Pro" panose="020B0503030403020204" pitchFamily="34" charset="0"/>
              </a:rPr>
              <a:t>sensitivity</a:t>
            </a:r>
            <a:r>
              <a:rPr lang="es-CO" sz="3200" b="1" dirty="0">
                <a:solidFill>
                  <a:srgbClr val="004617"/>
                </a:solidFill>
                <a:latin typeface="Source Sans Pro" panose="020B0503030403020204" pitchFamily="34" charset="0"/>
                <a:ea typeface="Source Sans Pro" panose="020B0503030403020204" pitchFamily="34" charset="0"/>
              </a:rPr>
              <a:t> </a:t>
            </a:r>
            <a:r>
              <a:rPr lang="es-CO" sz="3200" b="1" dirty="0" err="1">
                <a:solidFill>
                  <a:srgbClr val="004617"/>
                </a:solidFill>
                <a:latin typeface="Source Sans Pro" panose="020B0503030403020204" pitchFamily="34" charset="0"/>
                <a:ea typeface="Source Sans Pro" panose="020B0503030403020204" pitchFamily="34" charset="0"/>
              </a:rPr>
              <a:t>analysis</a:t>
            </a:r>
            <a:r>
              <a:rPr lang="es-CO" sz="3200" dirty="0">
                <a:solidFill>
                  <a:srgbClr val="004617"/>
                </a:solidFill>
                <a:latin typeface="Source Sans Pro" panose="020B0503030403020204" pitchFamily="34" charset="0"/>
                <a:ea typeface="Source Sans Pro" panose="020B0503030403020204" pitchFamily="34" charset="0"/>
              </a:rPr>
              <a:t>?</a:t>
            </a:r>
          </a:p>
          <a:p>
            <a:pPr marL="701675" indent="-342900">
              <a:buFont typeface="Wingdings" panose="05000000000000000000" pitchFamily="2" charset="2"/>
              <a:buChar char="§"/>
            </a:pPr>
            <a:r>
              <a:rPr lang="en-US" sz="2000" dirty="0">
                <a:solidFill>
                  <a:schemeClr val="tx1"/>
                </a:solidFill>
              </a:rPr>
              <a:t>It is a method used to determine </a:t>
            </a:r>
            <a:r>
              <a:rPr lang="en-US" sz="2000" b="1" dirty="0">
                <a:solidFill>
                  <a:schemeClr val="tx1"/>
                </a:solidFill>
              </a:rPr>
              <a:t>how changes in input variables influence the output of a model. </a:t>
            </a:r>
          </a:p>
          <a:p>
            <a:pPr marL="701675" indent="-342900">
              <a:buFont typeface="Wingdings" panose="05000000000000000000" pitchFamily="2" charset="2"/>
              <a:buChar char="§"/>
            </a:pPr>
            <a:r>
              <a:rPr lang="en-US" sz="2000" dirty="0">
                <a:solidFill>
                  <a:schemeClr val="tx1"/>
                </a:solidFill>
              </a:rPr>
              <a:t>It helps identify which </a:t>
            </a:r>
            <a:r>
              <a:rPr lang="en-US" sz="2000" b="1" dirty="0">
                <a:solidFill>
                  <a:schemeClr val="tx1"/>
                </a:solidFill>
              </a:rPr>
              <a:t>inputs</a:t>
            </a:r>
            <a:r>
              <a:rPr lang="en-US" sz="2000" dirty="0">
                <a:solidFill>
                  <a:schemeClr val="tx1"/>
                </a:solidFill>
              </a:rPr>
              <a:t> have the </a:t>
            </a:r>
            <a:r>
              <a:rPr lang="en-US" sz="2000" u="sng" dirty="0">
                <a:solidFill>
                  <a:schemeClr val="tx1"/>
                </a:solidFill>
              </a:rPr>
              <a:t>most significant effect on the results </a:t>
            </a:r>
            <a:r>
              <a:rPr lang="en-US" sz="2000" dirty="0">
                <a:solidFill>
                  <a:schemeClr val="tx1"/>
                </a:solidFill>
              </a:rPr>
              <a:t>and how robust the model is to variations or uncertainty in those inputs.</a:t>
            </a:r>
          </a:p>
          <a:p>
            <a:pPr marL="358775"/>
            <a:endParaRPr lang="en-US" sz="2000" dirty="0">
              <a:solidFill>
                <a:schemeClr val="tx1">
                  <a:lumMod val="75000"/>
                  <a:lumOff val="25000"/>
                </a:schemeClr>
              </a:solidFill>
            </a:endParaRPr>
          </a:p>
          <a:p>
            <a:pPr marL="358775"/>
            <a:endParaRPr lang="en-US" sz="2000" dirty="0">
              <a:solidFill>
                <a:schemeClr val="tx1">
                  <a:lumMod val="75000"/>
                  <a:lumOff val="25000"/>
                </a:schemeClr>
              </a:solidFill>
            </a:endParaRPr>
          </a:p>
        </p:txBody>
      </p:sp>
      <p:sp>
        <p:nvSpPr>
          <p:cNvPr id="31" name="CuadroTexto 30">
            <a:extLst>
              <a:ext uri="{FF2B5EF4-FFF2-40B4-BE49-F238E27FC236}">
                <a16:creationId xmlns:a16="http://schemas.microsoft.com/office/drawing/2014/main" id="{E2ECB358-5101-4C2F-8C6E-7846F62B60DB}"/>
              </a:ext>
            </a:extLst>
          </p:cNvPr>
          <p:cNvSpPr txBox="1"/>
          <p:nvPr/>
        </p:nvSpPr>
        <p:spPr>
          <a:xfrm>
            <a:off x="8191728" y="3159373"/>
            <a:ext cx="3817392" cy="3231654"/>
          </a:xfrm>
          <a:prstGeom prst="rect">
            <a:avLst/>
          </a:prstGeom>
          <a:noFill/>
        </p:spPr>
        <p:txBody>
          <a:bodyPr wrap="square">
            <a:spAutoFit/>
          </a:bodyPr>
          <a:lstStyle/>
          <a:p>
            <a:r>
              <a:rPr lang="en-US" sz="2400" b="1" dirty="0">
                <a:latin typeface="Source Sans Pro" panose="020B0503030403020204" pitchFamily="34" charset="0"/>
                <a:ea typeface="Source Sans Pro" panose="020B0503030403020204" pitchFamily="34" charset="0"/>
              </a:rPr>
              <a:t>What is the Goal?</a:t>
            </a:r>
          </a:p>
          <a:p>
            <a:pPr>
              <a:buFont typeface="Arial" panose="020B0604020202020204" pitchFamily="34" charset="0"/>
              <a:buChar char="•"/>
            </a:pPr>
            <a:endParaRPr lang="en-US" b="1" dirty="0"/>
          </a:p>
          <a:p>
            <a:pPr marL="285750" indent="-285750">
              <a:buFont typeface="Arial" panose="020B0604020202020204" pitchFamily="34" charset="0"/>
              <a:buChar char="•"/>
            </a:pPr>
            <a:r>
              <a:rPr lang="en-US" b="1" dirty="0"/>
              <a:t>Quantify</a:t>
            </a:r>
            <a:r>
              <a:rPr lang="en-US" dirty="0"/>
              <a:t> the influence of each input on the output.</a:t>
            </a:r>
          </a:p>
          <a:p>
            <a:pPr marL="285750" indent="-285750">
              <a:buFont typeface="Arial" panose="020B0604020202020204" pitchFamily="34" charset="0"/>
              <a:buChar char="•"/>
            </a:pPr>
            <a:r>
              <a:rPr lang="en-US" b="1" dirty="0"/>
              <a:t>Prioritize</a:t>
            </a:r>
            <a:r>
              <a:rPr lang="en-US" dirty="0"/>
              <a:t> the most impactful variables.</a:t>
            </a:r>
          </a:p>
          <a:p>
            <a:pPr marL="285750" indent="-285750">
              <a:buFont typeface="Arial" panose="020B0604020202020204" pitchFamily="34" charset="0"/>
              <a:buChar char="•"/>
            </a:pPr>
            <a:r>
              <a:rPr lang="en-US" b="1" dirty="0"/>
              <a:t>Guide</a:t>
            </a:r>
            <a:r>
              <a:rPr lang="en-US" dirty="0"/>
              <a:t> model simplification, optimization.</a:t>
            </a:r>
          </a:p>
          <a:p>
            <a:pPr marL="285750" indent="-285750">
              <a:buFont typeface="Arial" panose="020B0604020202020204" pitchFamily="34" charset="0"/>
              <a:buChar char="•"/>
            </a:pPr>
            <a:r>
              <a:rPr lang="en-US" dirty="0"/>
              <a:t>I</a:t>
            </a:r>
            <a:r>
              <a:rPr lang="en-US" b="1" dirty="0"/>
              <a:t>ncrease understanding</a:t>
            </a:r>
            <a:r>
              <a:rPr lang="en-US" dirty="0"/>
              <a:t> of the system's behavior under different conditions.</a:t>
            </a:r>
          </a:p>
        </p:txBody>
      </p:sp>
    </p:spTree>
    <p:extLst>
      <p:ext uri="{BB962C8B-B14F-4D97-AF65-F5344CB8AC3E}">
        <p14:creationId xmlns:p14="http://schemas.microsoft.com/office/powerpoint/2010/main" val="26336771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15</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31" name="Rectángulo 30">
            <a:extLst>
              <a:ext uri="{FF2B5EF4-FFF2-40B4-BE49-F238E27FC236}">
                <a16:creationId xmlns:a16="http://schemas.microsoft.com/office/drawing/2014/main" id="{E70CDB3F-DBEA-4544-8641-5AF3541ECD55}"/>
              </a:ext>
            </a:extLst>
          </p:cNvPr>
          <p:cNvSpPr/>
          <p:nvPr/>
        </p:nvSpPr>
        <p:spPr>
          <a:xfrm>
            <a:off x="8679860" y="2010463"/>
            <a:ext cx="3502971" cy="357962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2" name="CuadroTexto 31">
            <a:extLst>
              <a:ext uri="{FF2B5EF4-FFF2-40B4-BE49-F238E27FC236}">
                <a16:creationId xmlns:a16="http://schemas.microsoft.com/office/drawing/2014/main" id="{4CB583F6-0C2C-406E-8F02-DCA342A345EB}"/>
              </a:ext>
            </a:extLst>
          </p:cNvPr>
          <p:cNvSpPr txBox="1"/>
          <p:nvPr/>
        </p:nvSpPr>
        <p:spPr>
          <a:xfrm>
            <a:off x="828000" y="1242000"/>
            <a:ext cx="3481844" cy="769441"/>
          </a:xfrm>
          <a:prstGeom prst="rect">
            <a:avLst/>
          </a:prstGeom>
          <a:noFill/>
        </p:spPr>
        <p:txBody>
          <a:bodyPr wrap="square">
            <a:spAutoFit/>
          </a:bodyPr>
          <a:lstStyle/>
          <a:p>
            <a:r>
              <a:rPr lang="es-ES_tradnl" sz="3200" b="1" dirty="0" err="1">
                <a:latin typeface="Source Sans Pro" panose="020B0503030403020204" pitchFamily="34" charset="0"/>
                <a:ea typeface="Source Sans Pro" panose="020B0503030403020204" pitchFamily="34" charset="0"/>
              </a:rPr>
              <a:t>Sobol</a:t>
            </a:r>
            <a:r>
              <a:rPr lang="es-ES_tradnl" sz="2400" b="1" dirty="0">
                <a:latin typeface="Source Sans Pro" panose="020B0503030403020204" pitchFamily="34" charset="0"/>
                <a:ea typeface="Source Sans Pro" panose="020B0503030403020204" pitchFamily="34" charset="0"/>
              </a:rPr>
              <a:t> </a:t>
            </a:r>
            <a:r>
              <a:rPr lang="es-ES" sz="4400" i="1" dirty="0" err="1">
                <a:latin typeface="Source Sans Pro Light" panose="020B0403030403020204" pitchFamily="34" charset="0"/>
                <a:ea typeface="Source Sans Pro Light" panose="020B0403030403020204" pitchFamily="34" charset="0"/>
              </a:rPr>
              <a:t>Indices</a:t>
            </a:r>
            <a:endParaRPr lang="es-ES_tradnl" sz="4000" b="1" dirty="0">
              <a:latin typeface="Source Sans Pro Light" panose="020B0403030403020204" pitchFamily="34" charset="0"/>
              <a:ea typeface="Source Sans Pro Light" panose="020B0403030403020204" pitchFamily="34" charset="0"/>
            </a:endParaRPr>
          </a:p>
        </p:txBody>
      </p:sp>
      <p:sp>
        <p:nvSpPr>
          <p:cNvPr id="33" name="CuadroTexto 32">
            <a:extLst>
              <a:ext uri="{FF2B5EF4-FFF2-40B4-BE49-F238E27FC236}">
                <a16:creationId xmlns:a16="http://schemas.microsoft.com/office/drawing/2014/main" id="{B6FD8B24-8F4F-492E-8C52-1FD4631FE83E}"/>
              </a:ext>
            </a:extLst>
          </p:cNvPr>
          <p:cNvSpPr txBox="1"/>
          <p:nvPr/>
        </p:nvSpPr>
        <p:spPr>
          <a:xfrm>
            <a:off x="1260334" y="2010463"/>
            <a:ext cx="7110553" cy="506292"/>
          </a:xfrm>
          <a:prstGeom prst="rect">
            <a:avLst/>
          </a:prstGeom>
          <a:noFill/>
        </p:spPr>
        <p:txBody>
          <a:bodyPr wrap="square">
            <a:spAutoFit/>
          </a:bodyPr>
          <a:lstStyle/>
          <a:p>
            <a:pPr eaLnBrk="0" fontAlgn="base" hangingPunct="0">
              <a:lnSpc>
                <a:spcPct val="150000"/>
              </a:lnSpc>
              <a:spcBef>
                <a:spcPct val="0"/>
              </a:spcBef>
              <a:spcAft>
                <a:spcPct val="0"/>
              </a:spcAft>
            </a:pPr>
            <a:r>
              <a:rPr lang="en-US" sz="2000" dirty="0"/>
              <a:t>Sobol analysis assumes the model can be </a:t>
            </a:r>
            <a:r>
              <a:rPr lang="en-US" sz="2000" b="1" dirty="0"/>
              <a:t>decomposed additively</a:t>
            </a:r>
            <a:endParaRPr lang="en-US" sz="2000" dirty="0"/>
          </a:p>
        </p:txBody>
      </p:sp>
      <p:sp>
        <p:nvSpPr>
          <p:cNvPr id="34" name="CuadroTexto 33">
            <a:extLst>
              <a:ext uri="{FF2B5EF4-FFF2-40B4-BE49-F238E27FC236}">
                <a16:creationId xmlns:a16="http://schemas.microsoft.com/office/drawing/2014/main" id="{5F3BCBC7-2C4B-4C36-AA84-5C34D9DDEE17}"/>
              </a:ext>
            </a:extLst>
          </p:cNvPr>
          <p:cNvSpPr txBox="1"/>
          <p:nvPr/>
        </p:nvSpPr>
        <p:spPr>
          <a:xfrm>
            <a:off x="8859558" y="2154689"/>
            <a:ext cx="3226837" cy="369332"/>
          </a:xfrm>
          <a:prstGeom prst="rect">
            <a:avLst/>
          </a:prstGeom>
          <a:noFill/>
        </p:spPr>
        <p:txBody>
          <a:bodyPr wrap="square">
            <a:spAutoFit/>
          </a:bodyPr>
          <a:lstStyle/>
          <a:p>
            <a:pPr eaLnBrk="0" fontAlgn="base" hangingPunct="0">
              <a:spcBef>
                <a:spcPct val="0"/>
              </a:spcBef>
              <a:spcAft>
                <a:spcPct val="0"/>
              </a:spcAft>
            </a:pPr>
            <a:r>
              <a:rPr lang="en-US" sz="1800" b="1" dirty="0"/>
              <a:t> First-order (S1)</a:t>
            </a:r>
            <a:r>
              <a:rPr lang="en-US" sz="1800" dirty="0"/>
              <a:t> : </a:t>
            </a:r>
            <a:r>
              <a:rPr lang="en-US" sz="1600" dirty="0"/>
              <a:t>Individual effect</a:t>
            </a:r>
            <a:endParaRPr lang="en-US" sz="1800" dirty="0"/>
          </a:p>
        </p:txBody>
      </p:sp>
      <p:pic>
        <p:nvPicPr>
          <p:cNvPr id="35" name="Imagen 34">
            <a:extLst>
              <a:ext uri="{FF2B5EF4-FFF2-40B4-BE49-F238E27FC236}">
                <a16:creationId xmlns:a16="http://schemas.microsoft.com/office/drawing/2014/main" id="{2BE4DC65-9D19-48D4-B260-5D8122AE2B4E}"/>
              </a:ext>
            </a:extLst>
          </p:cNvPr>
          <p:cNvPicPr>
            <a:picLocks noChangeAspect="1"/>
          </p:cNvPicPr>
          <p:nvPr/>
        </p:nvPicPr>
        <p:blipFill>
          <a:blip r:embed="rId2"/>
          <a:stretch>
            <a:fillRect/>
          </a:stretch>
        </p:blipFill>
        <p:spPr>
          <a:xfrm>
            <a:off x="1260335" y="2479375"/>
            <a:ext cx="5922786" cy="707886"/>
          </a:xfrm>
          <a:prstGeom prst="rect">
            <a:avLst/>
          </a:prstGeom>
        </p:spPr>
      </p:pic>
      <p:sp>
        <p:nvSpPr>
          <p:cNvPr id="36" name="CuadroTexto 35">
            <a:extLst>
              <a:ext uri="{FF2B5EF4-FFF2-40B4-BE49-F238E27FC236}">
                <a16:creationId xmlns:a16="http://schemas.microsoft.com/office/drawing/2014/main" id="{2E13048B-07B5-4596-BA77-5CF03212F160}"/>
              </a:ext>
            </a:extLst>
          </p:cNvPr>
          <p:cNvSpPr txBox="1"/>
          <p:nvPr/>
        </p:nvSpPr>
        <p:spPr>
          <a:xfrm>
            <a:off x="1260334" y="3429000"/>
            <a:ext cx="6969265" cy="707886"/>
          </a:xfrm>
          <a:prstGeom prst="rect">
            <a:avLst/>
          </a:prstGeom>
          <a:noFill/>
        </p:spPr>
        <p:txBody>
          <a:bodyPr wrap="square">
            <a:spAutoFit/>
          </a:bodyPr>
          <a:lstStyle/>
          <a:p>
            <a:pPr eaLnBrk="0" fontAlgn="base" hangingPunct="0">
              <a:spcBef>
                <a:spcPct val="0"/>
              </a:spcBef>
              <a:spcAft>
                <a:spcPct val="0"/>
              </a:spcAft>
            </a:pPr>
            <a:r>
              <a:rPr lang="en-US" sz="2000" dirty="0"/>
              <a:t>Since the model is decomposed this way, the </a:t>
            </a:r>
            <a:r>
              <a:rPr lang="en-US" sz="2000" b="1" dirty="0"/>
              <a:t>total variance </a:t>
            </a:r>
            <a:r>
              <a:rPr lang="en-US" sz="2000" dirty="0"/>
              <a:t>of the output can be split into components.</a:t>
            </a:r>
          </a:p>
        </p:txBody>
      </p:sp>
      <p:sp>
        <p:nvSpPr>
          <p:cNvPr id="37" name="CuadroTexto 36">
            <a:extLst>
              <a:ext uri="{FF2B5EF4-FFF2-40B4-BE49-F238E27FC236}">
                <a16:creationId xmlns:a16="http://schemas.microsoft.com/office/drawing/2014/main" id="{0A0CC44D-5D4D-4DCA-893C-C9D47C9271A5}"/>
              </a:ext>
            </a:extLst>
          </p:cNvPr>
          <p:cNvSpPr txBox="1"/>
          <p:nvPr/>
        </p:nvSpPr>
        <p:spPr>
          <a:xfrm>
            <a:off x="1261844" y="5720645"/>
            <a:ext cx="6096000" cy="646331"/>
          </a:xfrm>
          <a:prstGeom prst="rect">
            <a:avLst/>
          </a:prstGeom>
          <a:noFill/>
          <a:ln>
            <a:noFill/>
            <a:prstDash val="sysDash"/>
          </a:ln>
        </p:spPr>
        <p:txBody>
          <a:bodyPr wrap="square">
            <a:spAutoFit/>
          </a:bodyPr>
          <a:lstStyle/>
          <a:p>
            <a:pPr marL="342900" indent="-342900" eaLnBrk="0" fontAlgn="base" hangingPunct="0">
              <a:spcBef>
                <a:spcPct val="0"/>
              </a:spcBef>
              <a:spcAft>
                <a:spcPct val="0"/>
              </a:spcAft>
              <a:buFont typeface="Wingdings" panose="05000000000000000000" pitchFamily="2" charset="2"/>
              <a:buChar char="ü"/>
            </a:pPr>
            <a:r>
              <a:rPr lang="en-US" sz="1800" b="1" dirty="0">
                <a:solidFill>
                  <a:srgbClr val="8879F5"/>
                </a:solidFill>
              </a:rPr>
              <a:t>Sobol indices </a:t>
            </a:r>
            <a:r>
              <a:rPr lang="en-US" sz="1800" dirty="0"/>
              <a:t>quantify how much of the output variance is due to each input (individually and via interactions).</a:t>
            </a:r>
          </a:p>
        </p:txBody>
      </p:sp>
      <p:pic>
        <p:nvPicPr>
          <p:cNvPr id="38" name="Imagen 37">
            <a:extLst>
              <a:ext uri="{FF2B5EF4-FFF2-40B4-BE49-F238E27FC236}">
                <a16:creationId xmlns:a16="http://schemas.microsoft.com/office/drawing/2014/main" id="{2BC278FC-4FE6-40E2-BEBA-D3BEB4D75227}"/>
              </a:ext>
            </a:extLst>
          </p:cNvPr>
          <p:cNvPicPr>
            <a:picLocks noChangeAspect="1"/>
          </p:cNvPicPr>
          <p:nvPr/>
        </p:nvPicPr>
        <p:blipFill>
          <a:blip r:embed="rId3"/>
          <a:stretch>
            <a:fillRect/>
          </a:stretch>
        </p:blipFill>
        <p:spPr>
          <a:xfrm>
            <a:off x="1375564" y="4196322"/>
            <a:ext cx="3469517" cy="677640"/>
          </a:xfrm>
          <a:prstGeom prst="rect">
            <a:avLst/>
          </a:prstGeom>
        </p:spPr>
      </p:pic>
      <p:pic>
        <p:nvPicPr>
          <p:cNvPr id="39" name="Imagen 38">
            <a:extLst>
              <a:ext uri="{FF2B5EF4-FFF2-40B4-BE49-F238E27FC236}">
                <a16:creationId xmlns:a16="http://schemas.microsoft.com/office/drawing/2014/main" id="{93765D19-2D0B-4141-8D74-4BBD26CFE08C}"/>
              </a:ext>
            </a:extLst>
          </p:cNvPr>
          <p:cNvPicPr>
            <a:picLocks noChangeAspect="1"/>
          </p:cNvPicPr>
          <p:nvPr/>
        </p:nvPicPr>
        <p:blipFill>
          <a:blip r:embed="rId4"/>
          <a:stretch>
            <a:fillRect/>
          </a:stretch>
        </p:blipFill>
        <p:spPr>
          <a:xfrm>
            <a:off x="1456844" y="4932309"/>
            <a:ext cx="1889266" cy="657781"/>
          </a:xfrm>
          <a:prstGeom prst="rect">
            <a:avLst/>
          </a:prstGeom>
        </p:spPr>
      </p:pic>
      <p:sp>
        <p:nvSpPr>
          <p:cNvPr id="40" name="CuadroTexto 39">
            <a:extLst>
              <a:ext uri="{FF2B5EF4-FFF2-40B4-BE49-F238E27FC236}">
                <a16:creationId xmlns:a16="http://schemas.microsoft.com/office/drawing/2014/main" id="{DD15D3B6-F128-4ABF-A1D4-BF3C5D758BD7}"/>
              </a:ext>
            </a:extLst>
          </p:cNvPr>
          <p:cNvSpPr txBox="1"/>
          <p:nvPr/>
        </p:nvSpPr>
        <p:spPr>
          <a:xfrm>
            <a:off x="8859558" y="4089272"/>
            <a:ext cx="2956065" cy="615553"/>
          </a:xfrm>
          <a:prstGeom prst="rect">
            <a:avLst/>
          </a:prstGeom>
          <a:noFill/>
        </p:spPr>
        <p:txBody>
          <a:bodyPr wrap="square">
            <a:spAutoFit/>
          </a:bodyPr>
          <a:lstStyle/>
          <a:p>
            <a:pPr eaLnBrk="0" fontAlgn="base" hangingPunct="0">
              <a:spcBef>
                <a:spcPct val="0"/>
              </a:spcBef>
              <a:spcAft>
                <a:spcPct val="0"/>
              </a:spcAft>
            </a:pPr>
            <a:r>
              <a:rPr lang="en-US" sz="1800" b="1" dirty="0"/>
              <a:t>Total-order (ST)</a:t>
            </a:r>
            <a:r>
              <a:rPr lang="en-US" b="1" dirty="0"/>
              <a:t>: </a:t>
            </a:r>
            <a:r>
              <a:rPr lang="en-US" sz="1600" dirty="0"/>
              <a:t>Total effect including interactions</a:t>
            </a:r>
            <a:endParaRPr lang="es-CO" sz="1800" dirty="0"/>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911A02C8-005F-4FFE-BCC2-93161CEE9E0C}"/>
                  </a:ext>
                </a:extLst>
              </p:cNvPr>
              <p:cNvSpPr txBox="1"/>
              <p:nvPr/>
            </p:nvSpPr>
            <p:spPr>
              <a:xfrm>
                <a:off x="9811543" y="2611073"/>
                <a:ext cx="1113382" cy="50469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ES" sz="1600" b="0" i="1" smtClean="0">
                              <a:latin typeface="Cambria Math" panose="02040503050406030204" pitchFamily="18" charset="0"/>
                            </a:rPr>
                          </m:ctrlPr>
                        </m:sSubPr>
                        <m:e>
                          <m:r>
                            <a:rPr lang="es-ES" sz="1600" b="0" i="1" smtClean="0">
                              <a:latin typeface="Cambria Math" panose="02040503050406030204" pitchFamily="18" charset="0"/>
                            </a:rPr>
                            <m:t>𝑆</m:t>
                          </m:r>
                        </m:e>
                        <m:sub>
                          <m:r>
                            <a:rPr lang="es-ES" sz="1600" b="0" i="1" smtClean="0">
                              <a:latin typeface="Cambria Math" panose="02040503050406030204" pitchFamily="18" charset="0"/>
                            </a:rPr>
                            <m:t>𝑖</m:t>
                          </m:r>
                        </m:sub>
                      </m:sSub>
                      <m:r>
                        <a:rPr lang="es-CO" sz="1600" i="1" smtClean="0">
                          <a:latin typeface="Cambria Math" panose="02040503050406030204" pitchFamily="18" charset="0"/>
                        </a:rPr>
                        <m:t>=</m:t>
                      </m:r>
                      <m:f>
                        <m:fPr>
                          <m:ctrlPr>
                            <a:rPr lang="es-CO" sz="1600" i="1" smtClean="0">
                              <a:latin typeface="Cambria Math" panose="02040503050406030204" pitchFamily="18" charset="0"/>
                            </a:rPr>
                          </m:ctrlPr>
                        </m:fPr>
                        <m:num>
                          <m:sSub>
                            <m:sSubPr>
                              <m:ctrlPr>
                                <a:rPr lang="es-ES" sz="1600" b="0" i="1" smtClean="0">
                                  <a:latin typeface="Cambria Math" panose="02040503050406030204" pitchFamily="18" charset="0"/>
                                </a:rPr>
                              </m:ctrlPr>
                            </m:sSubPr>
                            <m:e>
                              <m:r>
                                <a:rPr lang="es-ES" sz="1600" b="0" i="1" smtClean="0">
                                  <a:latin typeface="Cambria Math" panose="02040503050406030204" pitchFamily="18" charset="0"/>
                                </a:rPr>
                                <m:t>𝑉</m:t>
                              </m:r>
                            </m:e>
                            <m:sub>
                              <m:r>
                                <a:rPr lang="es-ES" sz="1600" b="0" i="1" smtClean="0">
                                  <a:latin typeface="Cambria Math" panose="02040503050406030204" pitchFamily="18" charset="0"/>
                                </a:rPr>
                                <m:t>𝑖</m:t>
                              </m:r>
                            </m:sub>
                          </m:sSub>
                        </m:num>
                        <m:den>
                          <m:r>
                            <a:rPr lang="es-ES" sz="1600" b="0" i="1" smtClean="0">
                              <a:latin typeface="Cambria Math" panose="02040503050406030204" pitchFamily="18" charset="0"/>
                            </a:rPr>
                            <m:t>𝑉𝑎𝑟</m:t>
                          </m:r>
                          <m:r>
                            <a:rPr lang="es-ES" sz="1600" b="0" i="1" smtClean="0">
                              <a:latin typeface="Cambria Math" panose="02040503050406030204" pitchFamily="18" charset="0"/>
                            </a:rPr>
                            <m:t>(</m:t>
                          </m:r>
                          <m:r>
                            <a:rPr lang="es-ES" sz="1600" b="0" i="1" smtClean="0">
                              <a:latin typeface="Cambria Math" panose="02040503050406030204" pitchFamily="18" charset="0"/>
                            </a:rPr>
                            <m:t>𝑓</m:t>
                          </m:r>
                          <m:r>
                            <a:rPr lang="es-ES" sz="1600" b="0" i="1" smtClean="0">
                              <a:latin typeface="Cambria Math" panose="02040503050406030204" pitchFamily="18" charset="0"/>
                            </a:rPr>
                            <m:t>)</m:t>
                          </m:r>
                        </m:den>
                      </m:f>
                    </m:oMath>
                  </m:oMathPara>
                </a14:m>
                <a:endParaRPr lang="es-CO" sz="1600" dirty="0"/>
              </a:p>
            </p:txBody>
          </p:sp>
        </mc:Choice>
        <mc:Fallback xmlns="">
          <p:sp>
            <p:nvSpPr>
              <p:cNvPr id="15" name="CuadroTexto 14">
                <a:extLst>
                  <a:ext uri="{FF2B5EF4-FFF2-40B4-BE49-F238E27FC236}">
                    <a16:creationId xmlns:a16="http://schemas.microsoft.com/office/drawing/2014/main" id="{911A02C8-005F-4FFE-BCC2-93161CEE9E0C}"/>
                  </a:ext>
                </a:extLst>
              </p:cNvPr>
              <p:cNvSpPr txBox="1">
                <a:spLocks noRot="1" noChangeAspect="1" noMove="1" noResize="1" noEditPoints="1" noAdjustHandles="1" noChangeArrowheads="1" noChangeShapeType="1" noTextEdit="1"/>
              </p:cNvSpPr>
              <p:nvPr/>
            </p:nvSpPr>
            <p:spPr>
              <a:xfrm>
                <a:off x="9811543" y="2611073"/>
                <a:ext cx="1113382" cy="504690"/>
              </a:xfrm>
              <a:prstGeom prst="rect">
                <a:avLst/>
              </a:prstGeom>
              <a:blipFill>
                <a:blip r:embed="rId5"/>
                <a:stretch>
                  <a:fillRect/>
                </a:stretch>
              </a:blipFill>
            </p:spPr>
            <p:txBody>
              <a:bodyPr/>
              <a:lstStyle/>
              <a:p>
                <a:r>
                  <a:rPr lang="es-CO">
                    <a:noFill/>
                  </a:rPr>
                  <a:t> </a:t>
                </a:r>
              </a:p>
            </p:txBody>
          </p:sp>
        </mc:Fallback>
      </mc:AlternateContent>
      <p:sp>
        <p:nvSpPr>
          <p:cNvPr id="41" name="CuadroTexto 40">
            <a:extLst>
              <a:ext uri="{FF2B5EF4-FFF2-40B4-BE49-F238E27FC236}">
                <a16:creationId xmlns:a16="http://schemas.microsoft.com/office/drawing/2014/main" id="{28CF37AD-29B6-4D56-922F-551D13DF59A8}"/>
              </a:ext>
            </a:extLst>
          </p:cNvPr>
          <p:cNvSpPr txBox="1"/>
          <p:nvPr/>
        </p:nvSpPr>
        <p:spPr>
          <a:xfrm>
            <a:off x="8859558" y="3277625"/>
            <a:ext cx="2824480" cy="615553"/>
          </a:xfrm>
          <a:prstGeom prst="rect">
            <a:avLst/>
          </a:prstGeom>
          <a:noFill/>
        </p:spPr>
        <p:txBody>
          <a:bodyPr wrap="square">
            <a:spAutoFit/>
          </a:bodyPr>
          <a:lstStyle/>
          <a:p>
            <a:pPr eaLnBrk="0" fontAlgn="base" hangingPunct="0">
              <a:spcBef>
                <a:spcPct val="0"/>
              </a:spcBef>
              <a:spcAft>
                <a:spcPct val="0"/>
              </a:spcAft>
            </a:pPr>
            <a:r>
              <a:rPr lang="en-US" sz="1800" b="1" dirty="0"/>
              <a:t>Second-order (S2)</a:t>
            </a:r>
            <a:r>
              <a:rPr lang="en-US" b="1" dirty="0"/>
              <a:t>:</a:t>
            </a:r>
            <a:r>
              <a:rPr lang="en-US" sz="1800" dirty="0"/>
              <a:t> </a:t>
            </a:r>
          </a:p>
          <a:p>
            <a:pPr eaLnBrk="0" fontAlgn="base" hangingPunct="0">
              <a:spcBef>
                <a:spcPct val="0"/>
              </a:spcBef>
              <a:spcAft>
                <a:spcPct val="0"/>
              </a:spcAft>
            </a:pPr>
            <a:r>
              <a:rPr lang="en-US" sz="1600" dirty="0"/>
              <a:t>pairwise interactions</a:t>
            </a:r>
          </a:p>
        </p:txBody>
      </p:sp>
      <mc:AlternateContent xmlns:mc="http://schemas.openxmlformats.org/markup-compatibility/2006" xmlns:a14="http://schemas.microsoft.com/office/drawing/2010/main">
        <mc:Choice Requires="a14">
          <p:sp>
            <p:nvSpPr>
              <p:cNvPr id="42" name="CuadroTexto 41">
                <a:extLst>
                  <a:ext uri="{FF2B5EF4-FFF2-40B4-BE49-F238E27FC236}">
                    <a16:creationId xmlns:a16="http://schemas.microsoft.com/office/drawing/2014/main" id="{0CA476DE-DF61-49CE-83A4-6A2A44C09193}"/>
                  </a:ext>
                </a:extLst>
              </p:cNvPr>
              <p:cNvSpPr txBox="1"/>
              <p:nvPr/>
            </p:nvSpPr>
            <p:spPr>
              <a:xfrm>
                <a:off x="8267723" y="4803627"/>
                <a:ext cx="4201022" cy="41992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ES" sz="1200" b="0" i="1" smtClean="0">
                              <a:latin typeface="Cambria Math" panose="02040503050406030204" pitchFamily="18" charset="0"/>
                            </a:rPr>
                          </m:ctrlPr>
                        </m:sSubPr>
                        <m:e>
                          <m:r>
                            <a:rPr lang="es-ES" sz="1200" b="0" i="1" smtClean="0">
                              <a:latin typeface="Cambria Math" panose="02040503050406030204" pitchFamily="18" charset="0"/>
                            </a:rPr>
                            <m:t>𝑆</m:t>
                          </m:r>
                        </m:e>
                        <m:sub>
                          <m:sSub>
                            <m:sSubPr>
                              <m:ctrlPr>
                                <a:rPr lang="es-ES" sz="1200" b="0" i="1" smtClean="0">
                                  <a:latin typeface="Cambria Math" panose="02040503050406030204" pitchFamily="18" charset="0"/>
                                </a:rPr>
                              </m:ctrlPr>
                            </m:sSubPr>
                            <m:e>
                              <m:r>
                                <a:rPr lang="es-ES" sz="1200" b="0" i="1" smtClean="0">
                                  <a:latin typeface="Cambria Math" panose="02040503050406030204" pitchFamily="18" charset="0"/>
                                </a:rPr>
                                <m:t>𝑇</m:t>
                              </m:r>
                            </m:e>
                            <m:sub>
                              <m:r>
                                <a:rPr lang="es-ES" sz="1200" b="0" i="1" smtClean="0">
                                  <a:latin typeface="Cambria Math" panose="02040503050406030204" pitchFamily="18" charset="0"/>
                                </a:rPr>
                                <m:t>𝑖</m:t>
                              </m:r>
                            </m:sub>
                          </m:sSub>
                        </m:sub>
                      </m:sSub>
                      <m:r>
                        <a:rPr lang="es-ES" sz="1200" b="0" i="1" smtClean="0">
                          <a:latin typeface="Cambria Math" panose="02040503050406030204" pitchFamily="18" charset="0"/>
                        </a:rPr>
                        <m:t>=</m:t>
                      </m:r>
                      <m:f>
                        <m:fPr>
                          <m:ctrlPr>
                            <a:rPr lang="es-ES" sz="1200" b="0" i="1" smtClean="0">
                              <a:latin typeface="Cambria Math" panose="02040503050406030204" pitchFamily="18" charset="0"/>
                            </a:rPr>
                          </m:ctrlPr>
                        </m:fPr>
                        <m:num>
                          <m:sSub>
                            <m:sSubPr>
                              <m:ctrlPr>
                                <a:rPr lang="es-ES" sz="1200" b="0" i="1" smtClean="0">
                                  <a:latin typeface="Cambria Math" panose="02040503050406030204" pitchFamily="18" charset="0"/>
                                </a:rPr>
                              </m:ctrlPr>
                            </m:sSubPr>
                            <m:e>
                              <m:r>
                                <a:rPr lang="es-ES" sz="1200" b="0" i="1" smtClean="0">
                                  <a:latin typeface="Cambria Math" panose="02040503050406030204" pitchFamily="18" charset="0"/>
                                </a:rPr>
                                <m:t>𝑉</m:t>
                              </m:r>
                            </m:e>
                            <m:sub>
                              <m:r>
                                <a:rPr lang="es-ES" sz="1200" b="0" i="1" smtClean="0">
                                  <a:latin typeface="Cambria Math" panose="02040503050406030204" pitchFamily="18" charset="0"/>
                                </a:rPr>
                                <m:t>𝑖</m:t>
                              </m:r>
                            </m:sub>
                          </m:sSub>
                          <m:r>
                            <a:rPr lang="es-ES" sz="1200" b="0" i="1" smtClean="0">
                              <a:latin typeface="Cambria Math" panose="02040503050406030204" pitchFamily="18" charset="0"/>
                            </a:rPr>
                            <m:t>+</m:t>
                          </m:r>
                          <m:r>
                            <m:rPr>
                              <m:nor/>
                            </m:rPr>
                            <a:rPr lang="es-CO" sz="1200"/>
                            <m:t>all</m:t>
                          </m:r>
                          <m:r>
                            <m:rPr>
                              <m:nor/>
                            </m:rPr>
                            <a:rPr lang="es-CO" sz="1200"/>
                            <m:t> </m:t>
                          </m:r>
                          <m:r>
                            <m:rPr>
                              <m:nor/>
                            </m:rPr>
                            <a:rPr lang="es-CO" sz="1200"/>
                            <m:t>interaction</m:t>
                          </m:r>
                          <m:r>
                            <m:rPr>
                              <m:nor/>
                            </m:rPr>
                            <a:rPr lang="es-CO" sz="1200"/>
                            <m:t> </m:t>
                          </m:r>
                          <m:r>
                            <m:rPr>
                              <m:nor/>
                            </m:rPr>
                            <a:rPr lang="es-CO" sz="1200"/>
                            <m:t>terms</m:t>
                          </m:r>
                          <m:r>
                            <m:rPr>
                              <m:nor/>
                            </m:rPr>
                            <a:rPr lang="es-CO" sz="1200"/>
                            <m:t> </m:t>
                          </m:r>
                          <m:r>
                            <m:rPr>
                              <m:nor/>
                            </m:rPr>
                            <a:rPr lang="es-CO" sz="1200"/>
                            <m:t>involving</m:t>
                          </m:r>
                          <m:r>
                            <a:rPr lang="es-ES" sz="1200" b="0" i="1" smtClean="0">
                              <a:latin typeface="Cambria Math" panose="02040503050406030204" pitchFamily="18" charset="0"/>
                            </a:rPr>
                            <m:t> </m:t>
                          </m:r>
                          <m:sSub>
                            <m:sSubPr>
                              <m:ctrlPr>
                                <a:rPr lang="es-ES" sz="1200" b="0" i="1" smtClean="0">
                                  <a:latin typeface="Cambria Math" panose="02040503050406030204" pitchFamily="18" charset="0"/>
                                </a:rPr>
                              </m:ctrlPr>
                            </m:sSubPr>
                            <m:e>
                              <m:r>
                                <a:rPr lang="es-ES" sz="1200" b="0" i="1" smtClean="0">
                                  <a:latin typeface="Cambria Math" panose="02040503050406030204" pitchFamily="18" charset="0"/>
                                </a:rPr>
                                <m:t>𝑥</m:t>
                              </m:r>
                            </m:e>
                            <m:sub>
                              <m:r>
                                <a:rPr lang="es-ES" sz="1200" b="0" i="1" smtClean="0">
                                  <a:latin typeface="Cambria Math" panose="02040503050406030204" pitchFamily="18" charset="0"/>
                                </a:rPr>
                                <m:t>𝑖</m:t>
                              </m:r>
                            </m:sub>
                          </m:sSub>
                          <m:r>
                            <a:rPr lang="es-ES" sz="1200" b="0" i="1" smtClean="0">
                              <a:latin typeface="Cambria Math" panose="02040503050406030204" pitchFamily="18" charset="0"/>
                            </a:rPr>
                            <m:t> </m:t>
                          </m:r>
                        </m:num>
                        <m:den>
                          <m:r>
                            <a:rPr lang="es-ES" sz="1200" b="0" i="1" smtClean="0">
                              <a:latin typeface="Cambria Math" panose="02040503050406030204" pitchFamily="18" charset="0"/>
                            </a:rPr>
                            <m:t>𝑉𝑎𝑟</m:t>
                          </m:r>
                          <m:r>
                            <a:rPr lang="es-ES" sz="1200" b="0" i="1" smtClean="0">
                              <a:latin typeface="Cambria Math" panose="02040503050406030204" pitchFamily="18" charset="0"/>
                            </a:rPr>
                            <m:t>(</m:t>
                          </m:r>
                          <m:r>
                            <a:rPr lang="es-ES" sz="1200" b="0" i="1" smtClean="0">
                              <a:latin typeface="Cambria Math" panose="02040503050406030204" pitchFamily="18" charset="0"/>
                            </a:rPr>
                            <m:t>𝑓</m:t>
                          </m:r>
                          <m:r>
                            <a:rPr lang="es-ES" sz="1200" b="0" i="1" smtClean="0">
                              <a:latin typeface="Cambria Math" panose="02040503050406030204" pitchFamily="18" charset="0"/>
                            </a:rPr>
                            <m:t>)</m:t>
                          </m:r>
                        </m:den>
                      </m:f>
                    </m:oMath>
                  </m:oMathPara>
                </a14:m>
                <a:endParaRPr lang="es-CO" sz="1200" dirty="0"/>
              </a:p>
            </p:txBody>
          </p:sp>
        </mc:Choice>
        <mc:Fallback xmlns="">
          <p:sp>
            <p:nvSpPr>
              <p:cNvPr id="42" name="CuadroTexto 41">
                <a:extLst>
                  <a:ext uri="{FF2B5EF4-FFF2-40B4-BE49-F238E27FC236}">
                    <a16:creationId xmlns:a16="http://schemas.microsoft.com/office/drawing/2014/main" id="{0CA476DE-DF61-49CE-83A4-6A2A44C09193}"/>
                  </a:ext>
                </a:extLst>
              </p:cNvPr>
              <p:cNvSpPr txBox="1">
                <a:spLocks noRot="1" noChangeAspect="1" noMove="1" noResize="1" noEditPoints="1" noAdjustHandles="1" noChangeArrowheads="1" noChangeShapeType="1" noTextEdit="1"/>
              </p:cNvSpPr>
              <p:nvPr/>
            </p:nvSpPr>
            <p:spPr>
              <a:xfrm>
                <a:off x="8267723" y="4803627"/>
                <a:ext cx="4201022" cy="419923"/>
              </a:xfrm>
              <a:prstGeom prst="rect">
                <a:avLst/>
              </a:prstGeom>
              <a:blipFill>
                <a:blip r:embed="rId6"/>
                <a:stretch>
                  <a:fillRect b="-17391"/>
                </a:stretch>
              </a:blipFill>
            </p:spPr>
            <p:txBody>
              <a:bodyPr/>
              <a:lstStyle/>
              <a:p>
                <a:r>
                  <a:rPr lang="es-CO">
                    <a:noFill/>
                  </a:rPr>
                  <a:t> </a:t>
                </a:r>
              </a:p>
            </p:txBody>
          </p:sp>
        </mc:Fallback>
      </mc:AlternateContent>
    </p:spTree>
    <p:extLst>
      <p:ext uri="{BB962C8B-B14F-4D97-AF65-F5344CB8AC3E}">
        <p14:creationId xmlns:p14="http://schemas.microsoft.com/office/powerpoint/2010/main" val="36004392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alpha val="30000"/>
          </a:schemeClr>
        </a:solidFill>
        <a:effectLst/>
      </p:bgPr>
    </p:bg>
    <p:spTree>
      <p:nvGrpSpPr>
        <p:cNvPr id="1" name=""/>
        <p:cNvGrpSpPr/>
        <p:nvPr/>
      </p:nvGrpSpPr>
      <p:grpSpPr>
        <a:xfrm>
          <a:off x="0" y="0"/>
          <a:ext cx="0" cy="0"/>
          <a:chOff x="0" y="0"/>
          <a:chExt cx="0" cy="0"/>
        </a:xfrm>
      </p:grpSpPr>
      <p:sp>
        <p:nvSpPr>
          <p:cNvPr id="81" name="Rectángulo 80">
            <a:extLst>
              <a:ext uri="{FF2B5EF4-FFF2-40B4-BE49-F238E27FC236}">
                <a16:creationId xmlns:a16="http://schemas.microsoft.com/office/drawing/2014/main" id="{156BE44C-AB83-469C-A425-1960DBE927BC}"/>
              </a:ext>
            </a:extLst>
          </p:cNvPr>
          <p:cNvSpPr/>
          <p:nvPr/>
        </p:nvSpPr>
        <p:spPr>
          <a:xfrm>
            <a:off x="-108383" y="4621696"/>
            <a:ext cx="664973" cy="2236304"/>
          </a:xfrm>
          <a:prstGeom prst="rect">
            <a:avLst/>
          </a:prstGeom>
          <a:solidFill>
            <a:schemeClr val="bg1">
              <a:lumMod val="85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80" name="Rectángulo 79">
            <a:extLst>
              <a:ext uri="{FF2B5EF4-FFF2-40B4-BE49-F238E27FC236}">
                <a16:creationId xmlns:a16="http://schemas.microsoft.com/office/drawing/2014/main" id="{46D7FABA-C002-43F7-A1B0-4910F913276A}"/>
              </a:ext>
            </a:extLst>
          </p:cNvPr>
          <p:cNvSpPr/>
          <p:nvPr/>
        </p:nvSpPr>
        <p:spPr>
          <a:xfrm>
            <a:off x="556590" y="2927309"/>
            <a:ext cx="11635409" cy="3930691"/>
          </a:xfrm>
          <a:prstGeom prst="rect">
            <a:avLst/>
          </a:prstGeom>
          <a:solidFill>
            <a:schemeClr val="bg1">
              <a:lumMod val="85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2" name="Google Shape;358;p19">
            <a:extLst>
              <a:ext uri="{FF2B5EF4-FFF2-40B4-BE49-F238E27FC236}">
                <a16:creationId xmlns:a16="http://schemas.microsoft.com/office/drawing/2014/main" id="{FFA2ADF4-D4F8-4C70-9BEC-ACECAFB7502B}"/>
              </a:ext>
            </a:extLst>
          </p:cNvPr>
          <p:cNvSpPr/>
          <p:nvPr/>
        </p:nvSpPr>
        <p:spPr>
          <a:xfrm>
            <a:off x="-164032" y="4326948"/>
            <a:ext cx="1658129" cy="801159"/>
          </a:xfrm>
          <a:custGeom>
            <a:avLst/>
            <a:gdLst/>
            <a:ahLst/>
            <a:cxnLst/>
            <a:rect l="l" t="t" r="r" b="b"/>
            <a:pathLst>
              <a:path w="53389" h="25796" extrusionOk="0">
                <a:moveTo>
                  <a:pt x="50844" y="0"/>
                </a:moveTo>
                <a:cubicBezTo>
                  <a:pt x="48772" y="0"/>
                  <a:pt x="38253" y="543"/>
                  <a:pt x="26588" y="10770"/>
                </a:cubicBezTo>
                <a:cubicBezTo>
                  <a:pt x="23611" y="13390"/>
                  <a:pt x="14538" y="21331"/>
                  <a:pt x="2227" y="21331"/>
                </a:cubicBezTo>
                <a:cubicBezTo>
                  <a:pt x="989" y="21331"/>
                  <a:pt x="1" y="22331"/>
                  <a:pt x="1" y="23569"/>
                </a:cubicBezTo>
                <a:cubicBezTo>
                  <a:pt x="1" y="24796"/>
                  <a:pt x="989" y="25796"/>
                  <a:pt x="2227" y="25796"/>
                </a:cubicBezTo>
                <a:cubicBezTo>
                  <a:pt x="3787" y="25796"/>
                  <a:pt x="7419" y="25796"/>
                  <a:pt x="12252" y="24296"/>
                </a:cubicBezTo>
                <a:cubicBezTo>
                  <a:pt x="18098" y="22486"/>
                  <a:pt x="23909" y="19057"/>
                  <a:pt x="29528" y="14128"/>
                </a:cubicBezTo>
                <a:cubicBezTo>
                  <a:pt x="35446" y="8949"/>
                  <a:pt x="40970" y="6591"/>
                  <a:pt x="44566" y="5531"/>
                </a:cubicBezTo>
                <a:cubicBezTo>
                  <a:pt x="48006" y="4515"/>
                  <a:pt x="50382" y="4459"/>
                  <a:pt x="50901" y="4459"/>
                </a:cubicBezTo>
                <a:cubicBezTo>
                  <a:pt x="50966" y="4459"/>
                  <a:pt x="51002" y="4460"/>
                  <a:pt x="51007" y="4460"/>
                </a:cubicBezTo>
                <a:cubicBezTo>
                  <a:pt x="51044" y="4462"/>
                  <a:pt x="51080" y="4463"/>
                  <a:pt x="51116" y="4463"/>
                </a:cubicBezTo>
                <a:cubicBezTo>
                  <a:pt x="52294" y="4463"/>
                  <a:pt x="53271" y="3530"/>
                  <a:pt x="53329" y="2341"/>
                </a:cubicBezTo>
                <a:cubicBezTo>
                  <a:pt x="53389" y="1102"/>
                  <a:pt x="52436" y="55"/>
                  <a:pt x="51198" y="7"/>
                </a:cubicBezTo>
                <a:cubicBezTo>
                  <a:pt x="51157" y="5"/>
                  <a:pt x="51037" y="0"/>
                  <a:pt x="50844" y="0"/>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Marcador de número de diapositiva 3">
            <a:extLst>
              <a:ext uri="{FF2B5EF4-FFF2-40B4-BE49-F238E27FC236}">
                <a16:creationId xmlns:a16="http://schemas.microsoft.com/office/drawing/2014/main" id="{C26BEDDA-4269-442C-A8F8-D6ABBC68E478}"/>
              </a:ext>
            </a:extLst>
          </p:cNvPr>
          <p:cNvSpPr>
            <a:spLocks noGrp="1"/>
          </p:cNvSpPr>
          <p:nvPr>
            <p:ph type="sldNum" sz="quarter" idx="12"/>
          </p:nvPr>
        </p:nvSpPr>
        <p:spPr/>
        <p:txBody>
          <a:bodyPr/>
          <a:lstStyle/>
          <a:p>
            <a:fld id="{B75BC28E-972B-EC47-BE79-29D89D46B9CA}" type="slidenum">
              <a:rPr lang="es-ES_tradnl" smtClean="0"/>
              <a:pPr/>
              <a:t>16</a:t>
            </a:fld>
            <a:endParaRPr lang="es-ES_tradnl" dirty="0"/>
          </a:p>
        </p:txBody>
      </p:sp>
      <p:sp>
        <p:nvSpPr>
          <p:cNvPr id="5" name="CuadroTexto 4">
            <a:extLst>
              <a:ext uri="{FF2B5EF4-FFF2-40B4-BE49-F238E27FC236}">
                <a16:creationId xmlns:a16="http://schemas.microsoft.com/office/drawing/2014/main" id="{074A2DD0-8981-4308-9D01-15027CBE4D27}"/>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D99B0C59-4D19-448C-833B-04D2F78DF0C8}"/>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631851AA-4E40-475F-8C90-03F24FF0FB50}"/>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9" name="Google Shape;355;p19">
            <a:extLst>
              <a:ext uri="{FF2B5EF4-FFF2-40B4-BE49-F238E27FC236}">
                <a16:creationId xmlns:a16="http://schemas.microsoft.com/office/drawing/2014/main" id="{B84D31D7-2B28-4594-9C4C-CFDF12D1C852}"/>
              </a:ext>
            </a:extLst>
          </p:cNvPr>
          <p:cNvSpPr/>
          <p:nvPr/>
        </p:nvSpPr>
        <p:spPr>
          <a:xfrm>
            <a:off x="7460268" y="4309245"/>
            <a:ext cx="1658098" cy="801159"/>
          </a:xfrm>
          <a:custGeom>
            <a:avLst/>
            <a:gdLst/>
            <a:ahLst/>
            <a:cxnLst/>
            <a:rect l="l" t="t" r="r" b="b"/>
            <a:pathLst>
              <a:path w="53388" h="25796" extrusionOk="0">
                <a:moveTo>
                  <a:pt x="2535" y="0"/>
                </a:moveTo>
                <a:cubicBezTo>
                  <a:pt x="2341" y="0"/>
                  <a:pt x="2221" y="5"/>
                  <a:pt x="2179" y="7"/>
                </a:cubicBezTo>
                <a:cubicBezTo>
                  <a:pt x="953" y="55"/>
                  <a:pt x="0" y="1102"/>
                  <a:pt x="48" y="2341"/>
                </a:cubicBezTo>
                <a:cubicBezTo>
                  <a:pt x="106" y="3530"/>
                  <a:pt x="1083" y="4463"/>
                  <a:pt x="2272" y="4463"/>
                </a:cubicBezTo>
                <a:cubicBezTo>
                  <a:pt x="2308" y="4463"/>
                  <a:pt x="2345" y="4462"/>
                  <a:pt x="2382" y="4460"/>
                </a:cubicBezTo>
                <a:cubicBezTo>
                  <a:pt x="2384" y="4460"/>
                  <a:pt x="2418" y="4459"/>
                  <a:pt x="2480" y="4459"/>
                </a:cubicBezTo>
                <a:cubicBezTo>
                  <a:pt x="2983" y="4459"/>
                  <a:pt x="5362" y="4515"/>
                  <a:pt x="8823" y="5531"/>
                </a:cubicBezTo>
                <a:cubicBezTo>
                  <a:pt x="12418" y="6591"/>
                  <a:pt x="17931" y="8949"/>
                  <a:pt x="23848" y="14128"/>
                </a:cubicBezTo>
                <a:cubicBezTo>
                  <a:pt x="29480" y="19057"/>
                  <a:pt x="35290" y="22486"/>
                  <a:pt x="41136" y="24296"/>
                </a:cubicBezTo>
                <a:cubicBezTo>
                  <a:pt x="45970" y="25796"/>
                  <a:pt x="49602" y="25796"/>
                  <a:pt x="51161" y="25796"/>
                </a:cubicBezTo>
                <a:cubicBezTo>
                  <a:pt x="52388" y="25796"/>
                  <a:pt x="53388" y="24796"/>
                  <a:pt x="53388" y="23569"/>
                </a:cubicBezTo>
                <a:cubicBezTo>
                  <a:pt x="53388" y="22331"/>
                  <a:pt x="52388" y="21331"/>
                  <a:pt x="51161" y="21331"/>
                </a:cubicBezTo>
                <a:cubicBezTo>
                  <a:pt x="48113" y="21331"/>
                  <a:pt x="38838" y="21331"/>
                  <a:pt x="26789" y="10770"/>
                </a:cubicBezTo>
                <a:cubicBezTo>
                  <a:pt x="15124" y="543"/>
                  <a:pt x="4615" y="0"/>
                  <a:pt x="2535" y="0"/>
                </a:cubicBezTo>
                <a:close/>
              </a:path>
            </a:pathLst>
          </a:custGeom>
          <a:solidFill>
            <a:srgbClr val="FFB90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356;p19">
            <a:extLst>
              <a:ext uri="{FF2B5EF4-FFF2-40B4-BE49-F238E27FC236}">
                <a16:creationId xmlns:a16="http://schemas.microsoft.com/office/drawing/2014/main" id="{A4FBB60B-0245-47E0-8307-3825BB164945}"/>
              </a:ext>
            </a:extLst>
          </p:cNvPr>
          <p:cNvSpPr/>
          <p:nvPr/>
        </p:nvSpPr>
        <p:spPr>
          <a:xfrm>
            <a:off x="5946028" y="4309245"/>
            <a:ext cx="1658098" cy="801159"/>
          </a:xfrm>
          <a:custGeom>
            <a:avLst/>
            <a:gdLst/>
            <a:ahLst/>
            <a:cxnLst/>
            <a:rect l="l" t="t" r="r" b="b"/>
            <a:pathLst>
              <a:path w="53388" h="25796" extrusionOk="0">
                <a:moveTo>
                  <a:pt x="50844" y="0"/>
                </a:moveTo>
                <a:cubicBezTo>
                  <a:pt x="48771" y="0"/>
                  <a:pt x="38252" y="543"/>
                  <a:pt x="26587" y="10770"/>
                </a:cubicBezTo>
                <a:cubicBezTo>
                  <a:pt x="23610" y="13390"/>
                  <a:pt x="14538" y="21331"/>
                  <a:pt x="2227" y="21331"/>
                </a:cubicBezTo>
                <a:cubicBezTo>
                  <a:pt x="988" y="21331"/>
                  <a:pt x="0" y="22331"/>
                  <a:pt x="0" y="23569"/>
                </a:cubicBezTo>
                <a:cubicBezTo>
                  <a:pt x="0" y="24796"/>
                  <a:pt x="988" y="25796"/>
                  <a:pt x="2227" y="25796"/>
                </a:cubicBezTo>
                <a:cubicBezTo>
                  <a:pt x="3786" y="25796"/>
                  <a:pt x="7418" y="25796"/>
                  <a:pt x="12252" y="24296"/>
                </a:cubicBezTo>
                <a:cubicBezTo>
                  <a:pt x="18098" y="22486"/>
                  <a:pt x="23908" y="19057"/>
                  <a:pt x="29528" y="14128"/>
                </a:cubicBezTo>
                <a:cubicBezTo>
                  <a:pt x="35445" y="8949"/>
                  <a:pt x="40970" y="6591"/>
                  <a:pt x="44565" y="5531"/>
                </a:cubicBezTo>
                <a:cubicBezTo>
                  <a:pt x="48005" y="4515"/>
                  <a:pt x="50381" y="4459"/>
                  <a:pt x="50900" y="4459"/>
                </a:cubicBezTo>
                <a:cubicBezTo>
                  <a:pt x="50965" y="4459"/>
                  <a:pt x="51001" y="4460"/>
                  <a:pt x="51007" y="4460"/>
                </a:cubicBezTo>
                <a:cubicBezTo>
                  <a:pt x="51043" y="4462"/>
                  <a:pt x="51079" y="4463"/>
                  <a:pt x="51115" y="4463"/>
                </a:cubicBezTo>
                <a:cubicBezTo>
                  <a:pt x="52294" y="4463"/>
                  <a:pt x="53270" y="3530"/>
                  <a:pt x="53328" y="2341"/>
                </a:cubicBezTo>
                <a:cubicBezTo>
                  <a:pt x="53388" y="1102"/>
                  <a:pt x="52435" y="55"/>
                  <a:pt x="51197" y="7"/>
                </a:cubicBezTo>
                <a:cubicBezTo>
                  <a:pt x="51156" y="5"/>
                  <a:pt x="51037" y="0"/>
                  <a:pt x="50844" y="0"/>
                </a:cubicBezTo>
                <a:close/>
              </a:path>
            </a:pathLst>
          </a:custGeom>
          <a:solidFill>
            <a:srgbClr val="B278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B278E6"/>
              </a:solidFill>
            </a:endParaRPr>
          </a:p>
        </p:txBody>
      </p:sp>
      <p:sp>
        <p:nvSpPr>
          <p:cNvPr id="11" name="Google Shape;357;p19">
            <a:extLst>
              <a:ext uri="{FF2B5EF4-FFF2-40B4-BE49-F238E27FC236}">
                <a16:creationId xmlns:a16="http://schemas.microsoft.com/office/drawing/2014/main" id="{463A3464-23E4-412E-B6C2-6F069107C53E}"/>
              </a:ext>
            </a:extLst>
          </p:cNvPr>
          <p:cNvSpPr/>
          <p:nvPr/>
        </p:nvSpPr>
        <p:spPr>
          <a:xfrm>
            <a:off x="4278227" y="4329123"/>
            <a:ext cx="1658098" cy="801159"/>
          </a:xfrm>
          <a:custGeom>
            <a:avLst/>
            <a:gdLst/>
            <a:ahLst/>
            <a:cxnLst/>
            <a:rect l="l" t="t" r="r" b="b"/>
            <a:pathLst>
              <a:path w="53388" h="25796" extrusionOk="0">
                <a:moveTo>
                  <a:pt x="2535" y="0"/>
                </a:moveTo>
                <a:cubicBezTo>
                  <a:pt x="2341" y="0"/>
                  <a:pt x="2220" y="5"/>
                  <a:pt x="2179" y="7"/>
                </a:cubicBezTo>
                <a:cubicBezTo>
                  <a:pt x="953" y="55"/>
                  <a:pt x="0" y="1102"/>
                  <a:pt x="48" y="2341"/>
                </a:cubicBezTo>
                <a:cubicBezTo>
                  <a:pt x="105" y="3530"/>
                  <a:pt x="1082" y="4463"/>
                  <a:pt x="2271" y="4463"/>
                </a:cubicBezTo>
                <a:cubicBezTo>
                  <a:pt x="2308" y="4463"/>
                  <a:pt x="2344" y="4462"/>
                  <a:pt x="2381" y="4460"/>
                </a:cubicBezTo>
                <a:cubicBezTo>
                  <a:pt x="2384" y="4460"/>
                  <a:pt x="2417" y="4459"/>
                  <a:pt x="2480" y="4459"/>
                </a:cubicBezTo>
                <a:cubicBezTo>
                  <a:pt x="2983" y="4459"/>
                  <a:pt x="5362" y="4515"/>
                  <a:pt x="8823" y="5531"/>
                </a:cubicBezTo>
                <a:cubicBezTo>
                  <a:pt x="12418" y="6591"/>
                  <a:pt x="17931" y="8949"/>
                  <a:pt x="23848" y="14128"/>
                </a:cubicBezTo>
                <a:cubicBezTo>
                  <a:pt x="29480" y="19057"/>
                  <a:pt x="35290" y="22486"/>
                  <a:pt x="41136" y="24296"/>
                </a:cubicBezTo>
                <a:cubicBezTo>
                  <a:pt x="45970" y="25796"/>
                  <a:pt x="49601" y="25796"/>
                  <a:pt x="51161" y="25796"/>
                </a:cubicBezTo>
                <a:cubicBezTo>
                  <a:pt x="52388" y="25796"/>
                  <a:pt x="53388" y="24796"/>
                  <a:pt x="53388" y="23569"/>
                </a:cubicBezTo>
                <a:cubicBezTo>
                  <a:pt x="53388" y="22331"/>
                  <a:pt x="52388" y="21331"/>
                  <a:pt x="51161" y="21331"/>
                </a:cubicBezTo>
                <a:cubicBezTo>
                  <a:pt x="48113" y="21331"/>
                  <a:pt x="38838" y="21331"/>
                  <a:pt x="26789" y="10770"/>
                </a:cubicBezTo>
                <a:cubicBezTo>
                  <a:pt x="15124" y="543"/>
                  <a:pt x="4615" y="0"/>
                  <a:pt x="2535" y="0"/>
                </a:cubicBezTo>
                <a:close/>
              </a:path>
            </a:pathLst>
          </a:custGeom>
          <a:solidFill>
            <a:srgbClr val="8879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358;p19">
            <a:extLst>
              <a:ext uri="{FF2B5EF4-FFF2-40B4-BE49-F238E27FC236}">
                <a16:creationId xmlns:a16="http://schemas.microsoft.com/office/drawing/2014/main" id="{BE8104D5-4961-400B-ACE0-784DD69F315A}"/>
              </a:ext>
            </a:extLst>
          </p:cNvPr>
          <p:cNvSpPr/>
          <p:nvPr/>
        </p:nvSpPr>
        <p:spPr>
          <a:xfrm>
            <a:off x="2913822" y="4309245"/>
            <a:ext cx="1658129" cy="801159"/>
          </a:xfrm>
          <a:custGeom>
            <a:avLst/>
            <a:gdLst/>
            <a:ahLst/>
            <a:cxnLst/>
            <a:rect l="l" t="t" r="r" b="b"/>
            <a:pathLst>
              <a:path w="53389" h="25796" extrusionOk="0">
                <a:moveTo>
                  <a:pt x="50844" y="0"/>
                </a:moveTo>
                <a:cubicBezTo>
                  <a:pt x="48772" y="0"/>
                  <a:pt x="38253" y="543"/>
                  <a:pt x="26588" y="10770"/>
                </a:cubicBezTo>
                <a:cubicBezTo>
                  <a:pt x="23611" y="13390"/>
                  <a:pt x="14538" y="21331"/>
                  <a:pt x="2227" y="21331"/>
                </a:cubicBezTo>
                <a:cubicBezTo>
                  <a:pt x="989" y="21331"/>
                  <a:pt x="1" y="22331"/>
                  <a:pt x="1" y="23569"/>
                </a:cubicBezTo>
                <a:cubicBezTo>
                  <a:pt x="1" y="24796"/>
                  <a:pt x="989" y="25796"/>
                  <a:pt x="2227" y="25796"/>
                </a:cubicBezTo>
                <a:cubicBezTo>
                  <a:pt x="3787" y="25796"/>
                  <a:pt x="7419" y="25796"/>
                  <a:pt x="12252" y="24296"/>
                </a:cubicBezTo>
                <a:cubicBezTo>
                  <a:pt x="18098" y="22486"/>
                  <a:pt x="23909" y="19057"/>
                  <a:pt x="29528" y="14128"/>
                </a:cubicBezTo>
                <a:cubicBezTo>
                  <a:pt x="35446" y="8949"/>
                  <a:pt x="40970" y="6591"/>
                  <a:pt x="44566" y="5531"/>
                </a:cubicBezTo>
                <a:cubicBezTo>
                  <a:pt x="48006" y="4515"/>
                  <a:pt x="50382" y="4459"/>
                  <a:pt x="50901" y="4459"/>
                </a:cubicBezTo>
                <a:cubicBezTo>
                  <a:pt x="50966" y="4459"/>
                  <a:pt x="51002" y="4460"/>
                  <a:pt x="51007" y="4460"/>
                </a:cubicBezTo>
                <a:cubicBezTo>
                  <a:pt x="51044" y="4462"/>
                  <a:pt x="51080" y="4463"/>
                  <a:pt x="51116" y="4463"/>
                </a:cubicBezTo>
                <a:cubicBezTo>
                  <a:pt x="52294" y="4463"/>
                  <a:pt x="53271" y="3530"/>
                  <a:pt x="53329" y="2341"/>
                </a:cubicBezTo>
                <a:cubicBezTo>
                  <a:pt x="53389" y="1102"/>
                  <a:pt x="52436" y="55"/>
                  <a:pt x="51198" y="7"/>
                </a:cubicBezTo>
                <a:cubicBezTo>
                  <a:pt x="51157" y="5"/>
                  <a:pt x="51037" y="0"/>
                  <a:pt x="50844" y="0"/>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359;p19">
            <a:extLst>
              <a:ext uri="{FF2B5EF4-FFF2-40B4-BE49-F238E27FC236}">
                <a16:creationId xmlns:a16="http://schemas.microsoft.com/office/drawing/2014/main" id="{ACF877ED-FFCB-4FC9-9D91-D3DEE71F8270}"/>
              </a:ext>
            </a:extLst>
          </p:cNvPr>
          <p:cNvSpPr/>
          <p:nvPr/>
        </p:nvSpPr>
        <p:spPr>
          <a:xfrm>
            <a:off x="1395514" y="4309245"/>
            <a:ext cx="1658502" cy="801159"/>
          </a:xfrm>
          <a:custGeom>
            <a:avLst/>
            <a:gdLst/>
            <a:ahLst/>
            <a:cxnLst/>
            <a:rect l="l" t="t" r="r" b="b"/>
            <a:pathLst>
              <a:path w="53401" h="25796" extrusionOk="0">
                <a:moveTo>
                  <a:pt x="2548" y="0"/>
                </a:moveTo>
                <a:cubicBezTo>
                  <a:pt x="2354" y="0"/>
                  <a:pt x="2233" y="5"/>
                  <a:pt x="2192" y="7"/>
                </a:cubicBezTo>
                <a:cubicBezTo>
                  <a:pt x="965" y="55"/>
                  <a:pt x="1" y="1102"/>
                  <a:pt x="60" y="2341"/>
                </a:cubicBezTo>
                <a:cubicBezTo>
                  <a:pt x="118" y="3530"/>
                  <a:pt x="1095" y="4463"/>
                  <a:pt x="2284" y="4463"/>
                </a:cubicBezTo>
                <a:cubicBezTo>
                  <a:pt x="2321" y="4463"/>
                  <a:pt x="2357" y="4462"/>
                  <a:pt x="2394" y="4460"/>
                </a:cubicBezTo>
                <a:cubicBezTo>
                  <a:pt x="2397" y="4460"/>
                  <a:pt x="2430" y="4459"/>
                  <a:pt x="2493" y="4459"/>
                </a:cubicBezTo>
                <a:cubicBezTo>
                  <a:pt x="2996" y="4459"/>
                  <a:pt x="5375" y="4515"/>
                  <a:pt x="8835" y="5531"/>
                </a:cubicBezTo>
                <a:cubicBezTo>
                  <a:pt x="12431" y="6591"/>
                  <a:pt x="17944" y="8949"/>
                  <a:pt x="23861" y="14128"/>
                </a:cubicBezTo>
                <a:cubicBezTo>
                  <a:pt x="29493" y="19057"/>
                  <a:pt x="35303" y="22486"/>
                  <a:pt x="41149" y="24296"/>
                </a:cubicBezTo>
                <a:cubicBezTo>
                  <a:pt x="45983" y="25796"/>
                  <a:pt x="49614" y="25796"/>
                  <a:pt x="51174" y="25796"/>
                </a:cubicBezTo>
                <a:cubicBezTo>
                  <a:pt x="52400" y="25796"/>
                  <a:pt x="53400" y="24796"/>
                  <a:pt x="53400" y="23569"/>
                </a:cubicBezTo>
                <a:cubicBezTo>
                  <a:pt x="53400" y="22331"/>
                  <a:pt x="52400" y="21331"/>
                  <a:pt x="51174" y="21331"/>
                </a:cubicBezTo>
                <a:cubicBezTo>
                  <a:pt x="48126" y="21331"/>
                  <a:pt x="38851" y="21331"/>
                  <a:pt x="26802" y="10770"/>
                </a:cubicBezTo>
                <a:cubicBezTo>
                  <a:pt x="15137" y="543"/>
                  <a:pt x="4628" y="0"/>
                  <a:pt x="2548" y="0"/>
                </a:cubicBezTo>
                <a:close/>
              </a:path>
            </a:pathLst>
          </a:custGeom>
          <a:solidFill>
            <a:srgbClr val="FFB90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362;p19">
            <a:extLst>
              <a:ext uri="{FF2B5EF4-FFF2-40B4-BE49-F238E27FC236}">
                <a16:creationId xmlns:a16="http://schemas.microsoft.com/office/drawing/2014/main" id="{D397218E-0235-4665-953A-D6F7274A1383}"/>
              </a:ext>
            </a:extLst>
          </p:cNvPr>
          <p:cNvSpPr/>
          <p:nvPr/>
        </p:nvSpPr>
        <p:spPr>
          <a:xfrm>
            <a:off x="2783384" y="4900641"/>
            <a:ext cx="291107" cy="291487"/>
          </a:xfrm>
          <a:custGeom>
            <a:avLst/>
            <a:gdLst/>
            <a:ahLst/>
            <a:cxnLst/>
            <a:rect l="l" t="t" r="r" b="b"/>
            <a:pathLst>
              <a:path w="9181" h="9193" extrusionOk="0">
                <a:moveTo>
                  <a:pt x="4585" y="1"/>
                </a:moveTo>
                <a:cubicBezTo>
                  <a:pt x="2049" y="1"/>
                  <a:pt x="1" y="2061"/>
                  <a:pt x="1" y="4597"/>
                </a:cubicBezTo>
                <a:cubicBezTo>
                  <a:pt x="1" y="7133"/>
                  <a:pt x="2049" y="9192"/>
                  <a:pt x="4585" y="9192"/>
                </a:cubicBezTo>
                <a:cubicBezTo>
                  <a:pt x="7121" y="9192"/>
                  <a:pt x="9180" y="7133"/>
                  <a:pt x="9180" y="4597"/>
                </a:cubicBezTo>
                <a:cubicBezTo>
                  <a:pt x="9180" y="2061"/>
                  <a:pt x="7121" y="1"/>
                  <a:pt x="45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363;p19">
            <a:extLst>
              <a:ext uri="{FF2B5EF4-FFF2-40B4-BE49-F238E27FC236}">
                <a16:creationId xmlns:a16="http://schemas.microsoft.com/office/drawing/2014/main" id="{273CA452-D853-4D02-89D5-814622D4B21C}"/>
              </a:ext>
            </a:extLst>
          </p:cNvPr>
          <p:cNvSpPr/>
          <p:nvPr/>
        </p:nvSpPr>
        <p:spPr>
          <a:xfrm>
            <a:off x="2850604" y="4968209"/>
            <a:ext cx="156318" cy="156350"/>
          </a:xfrm>
          <a:custGeom>
            <a:avLst/>
            <a:gdLst/>
            <a:ahLst/>
            <a:cxnLst/>
            <a:rect l="l" t="t" r="r" b="b"/>
            <a:pathLst>
              <a:path w="4930" h="4931" extrusionOk="0">
                <a:moveTo>
                  <a:pt x="2465" y="1"/>
                </a:moveTo>
                <a:cubicBezTo>
                  <a:pt x="1107" y="1"/>
                  <a:pt x="0" y="1108"/>
                  <a:pt x="0" y="2466"/>
                </a:cubicBezTo>
                <a:cubicBezTo>
                  <a:pt x="0" y="3823"/>
                  <a:pt x="1107" y="4930"/>
                  <a:pt x="2465" y="4930"/>
                </a:cubicBezTo>
                <a:cubicBezTo>
                  <a:pt x="3822" y="4930"/>
                  <a:pt x="4929" y="3823"/>
                  <a:pt x="4929" y="2466"/>
                </a:cubicBezTo>
                <a:cubicBezTo>
                  <a:pt x="4929" y="1108"/>
                  <a:pt x="3822" y="1"/>
                  <a:pt x="2465" y="1"/>
                </a:cubicBezTo>
                <a:close/>
              </a:path>
            </a:pathLst>
          </a:custGeom>
          <a:solidFill>
            <a:srgbClr val="FCBD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371;p19">
            <a:extLst>
              <a:ext uri="{FF2B5EF4-FFF2-40B4-BE49-F238E27FC236}">
                <a16:creationId xmlns:a16="http://schemas.microsoft.com/office/drawing/2014/main" id="{894BA05A-EEBD-42A7-B94C-16E5E949C29E}"/>
              </a:ext>
            </a:extLst>
          </p:cNvPr>
          <p:cNvSpPr/>
          <p:nvPr/>
        </p:nvSpPr>
        <p:spPr>
          <a:xfrm>
            <a:off x="4333460" y="4227523"/>
            <a:ext cx="291107" cy="291487"/>
          </a:xfrm>
          <a:custGeom>
            <a:avLst/>
            <a:gdLst/>
            <a:ahLst/>
            <a:cxnLst/>
            <a:rect l="l" t="t" r="r" b="b"/>
            <a:pathLst>
              <a:path w="9181" h="9193" extrusionOk="0">
                <a:moveTo>
                  <a:pt x="4585" y="1"/>
                </a:moveTo>
                <a:cubicBezTo>
                  <a:pt x="2049" y="1"/>
                  <a:pt x="1" y="2061"/>
                  <a:pt x="1" y="4597"/>
                </a:cubicBezTo>
                <a:cubicBezTo>
                  <a:pt x="1" y="7133"/>
                  <a:pt x="2049" y="9193"/>
                  <a:pt x="4585" y="9193"/>
                </a:cubicBezTo>
                <a:cubicBezTo>
                  <a:pt x="7121" y="9193"/>
                  <a:pt x="9180" y="7133"/>
                  <a:pt x="9180" y="4597"/>
                </a:cubicBezTo>
                <a:cubicBezTo>
                  <a:pt x="9180" y="2061"/>
                  <a:pt x="7121" y="1"/>
                  <a:pt x="45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372;p19">
            <a:extLst>
              <a:ext uri="{FF2B5EF4-FFF2-40B4-BE49-F238E27FC236}">
                <a16:creationId xmlns:a16="http://schemas.microsoft.com/office/drawing/2014/main" id="{179FDC69-670C-4B04-89DD-FD211FE45CAE}"/>
              </a:ext>
            </a:extLst>
          </p:cNvPr>
          <p:cNvSpPr/>
          <p:nvPr/>
        </p:nvSpPr>
        <p:spPr>
          <a:xfrm>
            <a:off x="4400679" y="4295124"/>
            <a:ext cx="156318" cy="156318"/>
          </a:xfrm>
          <a:custGeom>
            <a:avLst/>
            <a:gdLst/>
            <a:ahLst/>
            <a:cxnLst/>
            <a:rect l="l" t="t" r="r" b="b"/>
            <a:pathLst>
              <a:path w="4930" h="4930" extrusionOk="0">
                <a:moveTo>
                  <a:pt x="2465" y="0"/>
                </a:moveTo>
                <a:cubicBezTo>
                  <a:pt x="1107" y="0"/>
                  <a:pt x="0" y="1107"/>
                  <a:pt x="0" y="2465"/>
                </a:cubicBezTo>
                <a:cubicBezTo>
                  <a:pt x="0" y="3822"/>
                  <a:pt x="1107" y="4929"/>
                  <a:pt x="2465" y="4929"/>
                </a:cubicBezTo>
                <a:cubicBezTo>
                  <a:pt x="3822" y="4929"/>
                  <a:pt x="4929" y="3822"/>
                  <a:pt x="4929" y="2465"/>
                </a:cubicBezTo>
                <a:cubicBezTo>
                  <a:pt x="4929" y="1107"/>
                  <a:pt x="3822" y="0"/>
                  <a:pt x="2465" y="0"/>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78;p19">
            <a:extLst>
              <a:ext uri="{FF2B5EF4-FFF2-40B4-BE49-F238E27FC236}">
                <a16:creationId xmlns:a16="http://schemas.microsoft.com/office/drawing/2014/main" id="{E52F1264-2100-4234-A69F-F928CAD1DA88}"/>
              </a:ext>
            </a:extLst>
          </p:cNvPr>
          <p:cNvSpPr/>
          <p:nvPr/>
        </p:nvSpPr>
        <p:spPr>
          <a:xfrm>
            <a:off x="5886579" y="4900641"/>
            <a:ext cx="291455" cy="291487"/>
          </a:xfrm>
          <a:custGeom>
            <a:avLst/>
            <a:gdLst/>
            <a:ahLst/>
            <a:cxnLst/>
            <a:rect l="l" t="t" r="r" b="b"/>
            <a:pathLst>
              <a:path w="9192" h="9193" extrusionOk="0">
                <a:moveTo>
                  <a:pt x="4596" y="1"/>
                </a:moveTo>
                <a:cubicBezTo>
                  <a:pt x="2060" y="1"/>
                  <a:pt x="0" y="2061"/>
                  <a:pt x="0" y="4597"/>
                </a:cubicBezTo>
                <a:cubicBezTo>
                  <a:pt x="0" y="7133"/>
                  <a:pt x="2060" y="9192"/>
                  <a:pt x="4596" y="9192"/>
                </a:cubicBezTo>
                <a:cubicBezTo>
                  <a:pt x="7132" y="9192"/>
                  <a:pt x="9192" y="7133"/>
                  <a:pt x="9192" y="4597"/>
                </a:cubicBezTo>
                <a:cubicBezTo>
                  <a:pt x="9192" y="2061"/>
                  <a:pt x="7132" y="1"/>
                  <a:pt x="459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79;p19">
            <a:extLst>
              <a:ext uri="{FF2B5EF4-FFF2-40B4-BE49-F238E27FC236}">
                <a16:creationId xmlns:a16="http://schemas.microsoft.com/office/drawing/2014/main" id="{212E91F2-4BCC-4815-93AC-120C3289FB36}"/>
              </a:ext>
            </a:extLst>
          </p:cNvPr>
          <p:cNvSpPr/>
          <p:nvPr/>
        </p:nvSpPr>
        <p:spPr>
          <a:xfrm>
            <a:off x="5954148" y="4968209"/>
            <a:ext cx="156318" cy="156350"/>
          </a:xfrm>
          <a:custGeom>
            <a:avLst/>
            <a:gdLst/>
            <a:ahLst/>
            <a:cxnLst/>
            <a:rect l="l" t="t" r="r" b="b"/>
            <a:pathLst>
              <a:path w="4930" h="4931" extrusionOk="0">
                <a:moveTo>
                  <a:pt x="2465" y="1"/>
                </a:moveTo>
                <a:cubicBezTo>
                  <a:pt x="1108" y="1"/>
                  <a:pt x="0" y="1108"/>
                  <a:pt x="0" y="2466"/>
                </a:cubicBezTo>
                <a:cubicBezTo>
                  <a:pt x="0" y="3823"/>
                  <a:pt x="1108" y="4930"/>
                  <a:pt x="2465" y="4930"/>
                </a:cubicBezTo>
                <a:cubicBezTo>
                  <a:pt x="3822" y="4930"/>
                  <a:pt x="4929" y="3823"/>
                  <a:pt x="4929" y="2466"/>
                </a:cubicBezTo>
                <a:cubicBezTo>
                  <a:pt x="4929" y="1108"/>
                  <a:pt x="3822" y="1"/>
                  <a:pt x="2465" y="1"/>
                </a:cubicBezTo>
                <a:close/>
              </a:path>
            </a:pathLst>
          </a:custGeom>
          <a:solidFill>
            <a:srgbClr val="8879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85;p19">
            <a:extLst>
              <a:ext uri="{FF2B5EF4-FFF2-40B4-BE49-F238E27FC236}">
                <a16:creationId xmlns:a16="http://schemas.microsoft.com/office/drawing/2014/main" id="{91F23EA6-9FC7-4A06-AC01-859923254F7F}"/>
              </a:ext>
            </a:extLst>
          </p:cNvPr>
          <p:cNvSpPr/>
          <p:nvPr/>
        </p:nvSpPr>
        <p:spPr>
          <a:xfrm>
            <a:off x="7440048" y="4227523"/>
            <a:ext cx="291455" cy="291487"/>
          </a:xfrm>
          <a:custGeom>
            <a:avLst/>
            <a:gdLst/>
            <a:ahLst/>
            <a:cxnLst/>
            <a:rect l="l" t="t" r="r" b="b"/>
            <a:pathLst>
              <a:path w="9192" h="9193" extrusionOk="0">
                <a:moveTo>
                  <a:pt x="4596" y="1"/>
                </a:moveTo>
                <a:cubicBezTo>
                  <a:pt x="2060" y="1"/>
                  <a:pt x="0" y="2061"/>
                  <a:pt x="0" y="4597"/>
                </a:cubicBezTo>
                <a:cubicBezTo>
                  <a:pt x="0" y="7133"/>
                  <a:pt x="2060" y="9193"/>
                  <a:pt x="4596" y="9193"/>
                </a:cubicBezTo>
                <a:cubicBezTo>
                  <a:pt x="7132" y="9193"/>
                  <a:pt x="9192" y="7133"/>
                  <a:pt x="9192" y="4597"/>
                </a:cubicBezTo>
                <a:cubicBezTo>
                  <a:pt x="9192" y="2061"/>
                  <a:pt x="7132" y="1"/>
                  <a:pt x="459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386;p19">
            <a:extLst>
              <a:ext uri="{FF2B5EF4-FFF2-40B4-BE49-F238E27FC236}">
                <a16:creationId xmlns:a16="http://schemas.microsoft.com/office/drawing/2014/main" id="{6B340675-44B3-4B07-A675-73661A7E8AD8}"/>
              </a:ext>
            </a:extLst>
          </p:cNvPr>
          <p:cNvSpPr/>
          <p:nvPr/>
        </p:nvSpPr>
        <p:spPr>
          <a:xfrm>
            <a:off x="7507616" y="4295124"/>
            <a:ext cx="156318" cy="156318"/>
          </a:xfrm>
          <a:custGeom>
            <a:avLst/>
            <a:gdLst/>
            <a:ahLst/>
            <a:cxnLst/>
            <a:rect l="l" t="t" r="r" b="b"/>
            <a:pathLst>
              <a:path w="4930" h="4930" extrusionOk="0">
                <a:moveTo>
                  <a:pt x="2465" y="0"/>
                </a:moveTo>
                <a:cubicBezTo>
                  <a:pt x="1108" y="0"/>
                  <a:pt x="1" y="1107"/>
                  <a:pt x="1" y="2465"/>
                </a:cubicBezTo>
                <a:cubicBezTo>
                  <a:pt x="1" y="3822"/>
                  <a:pt x="1108" y="4929"/>
                  <a:pt x="2465" y="4929"/>
                </a:cubicBezTo>
                <a:cubicBezTo>
                  <a:pt x="3822" y="4929"/>
                  <a:pt x="4930" y="3822"/>
                  <a:pt x="4930" y="2465"/>
                </a:cubicBezTo>
                <a:cubicBezTo>
                  <a:pt x="4930" y="1107"/>
                  <a:pt x="3822" y="0"/>
                  <a:pt x="2465" y="0"/>
                </a:cubicBezTo>
                <a:close/>
              </a:path>
            </a:pathLst>
          </a:custGeom>
          <a:solidFill>
            <a:srgbClr val="B278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358;p19">
            <a:extLst>
              <a:ext uri="{FF2B5EF4-FFF2-40B4-BE49-F238E27FC236}">
                <a16:creationId xmlns:a16="http://schemas.microsoft.com/office/drawing/2014/main" id="{6A05E2BF-556D-4660-9A2E-5A6DE58639A9}"/>
              </a:ext>
            </a:extLst>
          </p:cNvPr>
          <p:cNvSpPr/>
          <p:nvPr/>
        </p:nvSpPr>
        <p:spPr>
          <a:xfrm>
            <a:off x="9108023" y="4311367"/>
            <a:ext cx="1658129" cy="801159"/>
          </a:xfrm>
          <a:custGeom>
            <a:avLst/>
            <a:gdLst/>
            <a:ahLst/>
            <a:cxnLst/>
            <a:rect l="l" t="t" r="r" b="b"/>
            <a:pathLst>
              <a:path w="53389" h="25796" extrusionOk="0">
                <a:moveTo>
                  <a:pt x="50844" y="0"/>
                </a:moveTo>
                <a:cubicBezTo>
                  <a:pt x="48772" y="0"/>
                  <a:pt x="38253" y="543"/>
                  <a:pt x="26588" y="10770"/>
                </a:cubicBezTo>
                <a:cubicBezTo>
                  <a:pt x="23611" y="13390"/>
                  <a:pt x="14538" y="21331"/>
                  <a:pt x="2227" y="21331"/>
                </a:cubicBezTo>
                <a:cubicBezTo>
                  <a:pt x="989" y="21331"/>
                  <a:pt x="1" y="22331"/>
                  <a:pt x="1" y="23569"/>
                </a:cubicBezTo>
                <a:cubicBezTo>
                  <a:pt x="1" y="24796"/>
                  <a:pt x="989" y="25796"/>
                  <a:pt x="2227" y="25796"/>
                </a:cubicBezTo>
                <a:cubicBezTo>
                  <a:pt x="3787" y="25796"/>
                  <a:pt x="7419" y="25796"/>
                  <a:pt x="12252" y="24296"/>
                </a:cubicBezTo>
                <a:cubicBezTo>
                  <a:pt x="18098" y="22486"/>
                  <a:pt x="23909" y="19057"/>
                  <a:pt x="29528" y="14128"/>
                </a:cubicBezTo>
                <a:cubicBezTo>
                  <a:pt x="35446" y="8949"/>
                  <a:pt x="40970" y="6591"/>
                  <a:pt x="44566" y="5531"/>
                </a:cubicBezTo>
                <a:cubicBezTo>
                  <a:pt x="48006" y="4515"/>
                  <a:pt x="50382" y="4459"/>
                  <a:pt x="50901" y="4459"/>
                </a:cubicBezTo>
                <a:cubicBezTo>
                  <a:pt x="50966" y="4459"/>
                  <a:pt x="51002" y="4460"/>
                  <a:pt x="51007" y="4460"/>
                </a:cubicBezTo>
                <a:cubicBezTo>
                  <a:pt x="51044" y="4462"/>
                  <a:pt x="51080" y="4463"/>
                  <a:pt x="51116" y="4463"/>
                </a:cubicBezTo>
                <a:cubicBezTo>
                  <a:pt x="52294" y="4463"/>
                  <a:pt x="53271" y="3530"/>
                  <a:pt x="53329" y="2341"/>
                </a:cubicBezTo>
                <a:cubicBezTo>
                  <a:pt x="53389" y="1102"/>
                  <a:pt x="52436" y="55"/>
                  <a:pt x="51198" y="7"/>
                </a:cubicBezTo>
                <a:cubicBezTo>
                  <a:pt x="51157" y="5"/>
                  <a:pt x="51037" y="0"/>
                  <a:pt x="50844" y="0"/>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362;p19">
            <a:extLst>
              <a:ext uri="{FF2B5EF4-FFF2-40B4-BE49-F238E27FC236}">
                <a16:creationId xmlns:a16="http://schemas.microsoft.com/office/drawing/2014/main" id="{4665D97F-24EF-4896-B9C0-B64C09D58791}"/>
              </a:ext>
            </a:extLst>
          </p:cNvPr>
          <p:cNvSpPr/>
          <p:nvPr/>
        </p:nvSpPr>
        <p:spPr>
          <a:xfrm>
            <a:off x="8972987" y="4886486"/>
            <a:ext cx="291107" cy="291487"/>
          </a:xfrm>
          <a:custGeom>
            <a:avLst/>
            <a:gdLst/>
            <a:ahLst/>
            <a:cxnLst/>
            <a:rect l="l" t="t" r="r" b="b"/>
            <a:pathLst>
              <a:path w="9181" h="9193" extrusionOk="0">
                <a:moveTo>
                  <a:pt x="4585" y="1"/>
                </a:moveTo>
                <a:cubicBezTo>
                  <a:pt x="2049" y="1"/>
                  <a:pt x="1" y="2061"/>
                  <a:pt x="1" y="4597"/>
                </a:cubicBezTo>
                <a:cubicBezTo>
                  <a:pt x="1" y="7133"/>
                  <a:pt x="2049" y="9192"/>
                  <a:pt x="4585" y="9192"/>
                </a:cubicBezTo>
                <a:cubicBezTo>
                  <a:pt x="7121" y="9192"/>
                  <a:pt x="9180" y="7133"/>
                  <a:pt x="9180" y="4597"/>
                </a:cubicBezTo>
                <a:cubicBezTo>
                  <a:pt x="9180" y="2061"/>
                  <a:pt x="7121" y="1"/>
                  <a:pt x="45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363;p19">
            <a:extLst>
              <a:ext uri="{FF2B5EF4-FFF2-40B4-BE49-F238E27FC236}">
                <a16:creationId xmlns:a16="http://schemas.microsoft.com/office/drawing/2014/main" id="{D043D805-C80B-45E0-A8BC-3D614FAA84CD}"/>
              </a:ext>
            </a:extLst>
          </p:cNvPr>
          <p:cNvSpPr/>
          <p:nvPr/>
        </p:nvSpPr>
        <p:spPr>
          <a:xfrm>
            <a:off x="9040207" y="4954054"/>
            <a:ext cx="156318" cy="156350"/>
          </a:xfrm>
          <a:custGeom>
            <a:avLst/>
            <a:gdLst/>
            <a:ahLst/>
            <a:cxnLst/>
            <a:rect l="l" t="t" r="r" b="b"/>
            <a:pathLst>
              <a:path w="4930" h="4931" extrusionOk="0">
                <a:moveTo>
                  <a:pt x="2465" y="1"/>
                </a:moveTo>
                <a:cubicBezTo>
                  <a:pt x="1107" y="1"/>
                  <a:pt x="0" y="1108"/>
                  <a:pt x="0" y="2466"/>
                </a:cubicBezTo>
                <a:cubicBezTo>
                  <a:pt x="0" y="3823"/>
                  <a:pt x="1107" y="4930"/>
                  <a:pt x="2465" y="4930"/>
                </a:cubicBezTo>
                <a:cubicBezTo>
                  <a:pt x="3822" y="4930"/>
                  <a:pt x="4929" y="3823"/>
                  <a:pt x="4929" y="2466"/>
                </a:cubicBezTo>
                <a:cubicBezTo>
                  <a:pt x="4929" y="1108"/>
                  <a:pt x="3822" y="1"/>
                  <a:pt x="2465" y="1"/>
                </a:cubicBezTo>
                <a:close/>
              </a:path>
            </a:pathLst>
          </a:custGeom>
          <a:solidFill>
            <a:srgbClr val="FCBD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357;p19">
            <a:extLst>
              <a:ext uri="{FF2B5EF4-FFF2-40B4-BE49-F238E27FC236}">
                <a16:creationId xmlns:a16="http://schemas.microsoft.com/office/drawing/2014/main" id="{ABB4FE14-BDE1-463A-9C61-C694CC65C240}"/>
              </a:ext>
            </a:extLst>
          </p:cNvPr>
          <p:cNvSpPr/>
          <p:nvPr/>
        </p:nvSpPr>
        <p:spPr>
          <a:xfrm>
            <a:off x="10711091" y="4312780"/>
            <a:ext cx="1658098" cy="801159"/>
          </a:xfrm>
          <a:custGeom>
            <a:avLst/>
            <a:gdLst/>
            <a:ahLst/>
            <a:cxnLst/>
            <a:rect l="l" t="t" r="r" b="b"/>
            <a:pathLst>
              <a:path w="53388" h="25796" extrusionOk="0">
                <a:moveTo>
                  <a:pt x="2535" y="0"/>
                </a:moveTo>
                <a:cubicBezTo>
                  <a:pt x="2341" y="0"/>
                  <a:pt x="2220" y="5"/>
                  <a:pt x="2179" y="7"/>
                </a:cubicBezTo>
                <a:cubicBezTo>
                  <a:pt x="953" y="55"/>
                  <a:pt x="0" y="1102"/>
                  <a:pt x="48" y="2341"/>
                </a:cubicBezTo>
                <a:cubicBezTo>
                  <a:pt x="105" y="3530"/>
                  <a:pt x="1082" y="4463"/>
                  <a:pt x="2271" y="4463"/>
                </a:cubicBezTo>
                <a:cubicBezTo>
                  <a:pt x="2308" y="4463"/>
                  <a:pt x="2344" y="4462"/>
                  <a:pt x="2381" y="4460"/>
                </a:cubicBezTo>
                <a:cubicBezTo>
                  <a:pt x="2384" y="4460"/>
                  <a:pt x="2417" y="4459"/>
                  <a:pt x="2480" y="4459"/>
                </a:cubicBezTo>
                <a:cubicBezTo>
                  <a:pt x="2983" y="4459"/>
                  <a:pt x="5362" y="4515"/>
                  <a:pt x="8823" y="5531"/>
                </a:cubicBezTo>
                <a:cubicBezTo>
                  <a:pt x="12418" y="6591"/>
                  <a:pt x="17931" y="8949"/>
                  <a:pt x="23848" y="14128"/>
                </a:cubicBezTo>
                <a:cubicBezTo>
                  <a:pt x="29480" y="19057"/>
                  <a:pt x="35290" y="22486"/>
                  <a:pt x="41136" y="24296"/>
                </a:cubicBezTo>
                <a:cubicBezTo>
                  <a:pt x="45970" y="25796"/>
                  <a:pt x="49601" y="25796"/>
                  <a:pt x="51161" y="25796"/>
                </a:cubicBezTo>
                <a:cubicBezTo>
                  <a:pt x="52388" y="25796"/>
                  <a:pt x="53388" y="24796"/>
                  <a:pt x="53388" y="23569"/>
                </a:cubicBezTo>
                <a:cubicBezTo>
                  <a:pt x="53388" y="22331"/>
                  <a:pt x="52388" y="21331"/>
                  <a:pt x="51161" y="21331"/>
                </a:cubicBezTo>
                <a:cubicBezTo>
                  <a:pt x="48113" y="21331"/>
                  <a:pt x="38838" y="21331"/>
                  <a:pt x="26789" y="10770"/>
                </a:cubicBezTo>
                <a:cubicBezTo>
                  <a:pt x="15124" y="543"/>
                  <a:pt x="4615" y="0"/>
                  <a:pt x="2535" y="0"/>
                </a:cubicBezTo>
                <a:close/>
              </a:path>
            </a:pathLst>
          </a:custGeom>
          <a:solidFill>
            <a:srgbClr val="8879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371;p19">
            <a:extLst>
              <a:ext uri="{FF2B5EF4-FFF2-40B4-BE49-F238E27FC236}">
                <a16:creationId xmlns:a16="http://schemas.microsoft.com/office/drawing/2014/main" id="{4AF71126-6C4A-4BDB-A192-E3E653FD9C00}"/>
              </a:ext>
            </a:extLst>
          </p:cNvPr>
          <p:cNvSpPr/>
          <p:nvPr/>
        </p:nvSpPr>
        <p:spPr>
          <a:xfrm>
            <a:off x="10616458" y="4231058"/>
            <a:ext cx="291107" cy="291487"/>
          </a:xfrm>
          <a:custGeom>
            <a:avLst/>
            <a:gdLst/>
            <a:ahLst/>
            <a:cxnLst/>
            <a:rect l="l" t="t" r="r" b="b"/>
            <a:pathLst>
              <a:path w="9181" h="9193" extrusionOk="0">
                <a:moveTo>
                  <a:pt x="4585" y="1"/>
                </a:moveTo>
                <a:cubicBezTo>
                  <a:pt x="2049" y="1"/>
                  <a:pt x="1" y="2061"/>
                  <a:pt x="1" y="4597"/>
                </a:cubicBezTo>
                <a:cubicBezTo>
                  <a:pt x="1" y="7133"/>
                  <a:pt x="2049" y="9193"/>
                  <a:pt x="4585" y="9193"/>
                </a:cubicBezTo>
                <a:cubicBezTo>
                  <a:pt x="7121" y="9193"/>
                  <a:pt x="9180" y="7133"/>
                  <a:pt x="9180" y="4597"/>
                </a:cubicBezTo>
                <a:cubicBezTo>
                  <a:pt x="9180" y="2061"/>
                  <a:pt x="7121" y="1"/>
                  <a:pt x="45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372;p19">
            <a:extLst>
              <a:ext uri="{FF2B5EF4-FFF2-40B4-BE49-F238E27FC236}">
                <a16:creationId xmlns:a16="http://schemas.microsoft.com/office/drawing/2014/main" id="{9ADDB8E8-C385-4FD6-922C-4034088E94AC}"/>
              </a:ext>
            </a:extLst>
          </p:cNvPr>
          <p:cNvSpPr/>
          <p:nvPr/>
        </p:nvSpPr>
        <p:spPr>
          <a:xfrm>
            <a:off x="10683677" y="4298659"/>
            <a:ext cx="156318" cy="156318"/>
          </a:xfrm>
          <a:custGeom>
            <a:avLst/>
            <a:gdLst/>
            <a:ahLst/>
            <a:cxnLst/>
            <a:rect l="l" t="t" r="r" b="b"/>
            <a:pathLst>
              <a:path w="4930" h="4930" extrusionOk="0">
                <a:moveTo>
                  <a:pt x="2465" y="0"/>
                </a:moveTo>
                <a:cubicBezTo>
                  <a:pt x="1107" y="0"/>
                  <a:pt x="0" y="1107"/>
                  <a:pt x="0" y="2465"/>
                </a:cubicBezTo>
                <a:cubicBezTo>
                  <a:pt x="0" y="3822"/>
                  <a:pt x="1107" y="4929"/>
                  <a:pt x="2465" y="4929"/>
                </a:cubicBezTo>
                <a:cubicBezTo>
                  <a:pt x="3822" y="4929"/>
                  <a:pt x="4929" y="3822"/>
                  <a:pt x="4929" y="2465"/>
                </a:cubicBezTo>
                <a:cubicBezTo>
                  <a:pt x="4929" y="1107"/>
                  <a:pt x="3822" y="0"/>
                  <a:pt x="2465" y="0"/>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371;p19">
            <a:extLst>
              <a:ext uri="{FF2B5EF4-FFF2-40B4-BE49-F238E27FC236}">
                <a16:creationId xmlns:a16="http://schemas.microsoft.com/office/drawing/2014/main" id="{0289C750-BE01-4305-8A3C-228D2CF7D267}"/>
              </a:ext>
            </a:extLst>
          </p:cNvPr>
          <p:cNvSpPr/>
          <p:nvPr/>
        </p:nvSpPr>
        <p:spPr>
          <a:xfrm>
            <a:off x="1255606" y="4245226"/>
            <a:ext cx="291107" cy="291487"/>
          </a:xfrm>
          <a:custGeom>
            <a:avLst/>
            <a:gdLst/>
            <a:ahLst/>
            <a:cxnLst/>
            <a:rect l="l" t="t" r="r" b="b"/>
            <a:pathLst>
              <a:path w="9181" h="9193" extrusionOk="0">
                <a:moveTo>
                  <a:pt x="4585" y="1"/>
                </a:moveTo>
                <a:cubicBezTo>
                  <a:pt x="2049" y="1"/>
                  <a:pt x="1" y="2061"/>
                  <a:pt x="1" y="4597"/>
                </a:cubicBezTo>
                <a:cubicBezTo>
                  <a:pt x="1" y="7133"/>
                  <a:pt x="2049" y="9193"/>
                  <a:pt x="4585" y="9193"/>
                </a:cubicBezTo>
                <a:cubicBezTo>
                  <a:pt x="7121" y="9193"/>
                  <a:pt x="9180" y="7133"/>
                  <a:pt x="9180" y="4597"/>
                </a:cubicBezTo>
                <a:cubicBezTo>
                  <a:pt x="9180" y="2061"/>
                  <a:pt x="7121" y="1"/>
                  <a:pt x="45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372;p19">
            <a:extLst>
              <a:ext uri="{FF2B5EF4-FFF2-40B4-BE49-F238E27FC236}">
                <a16:creationId xmlns:a16="http://schemas.microsoft.com/office/drawing/2014/main" id="{DA2451C1-DB2D-4C34-91D9-1511EFD77823}"/>
              </a:ext>
            </a:extLst>
          </p:cNvPr>
          <p:cNvSpPr/>
          <p:nvPr/>
        </p:nvSpPr>
        <p:spPr>
          <a:xfrm>
            <a:off x="1322825" y="4312827"/>
            <a:ext cx="156318" cy="156318"/>
          </a:xfrm>
          <a:custGeom>
            <a:avLst/>
            <a:gdLst/>
            <a:ahLst/>
            <a:cxnLst/>
            <a:rect l="l" t="t" r="r" b="b"/>
            <a:pathLst>
              <a:path w="4930" h="4930" extrusionOk="0">
                <a:moveTo>
                  <a:pt x="2465" y="0"/>
                </a:moveTo>
                <a:cubicBezTo>
                  <a:pt x="1107" y="0"/>
                  <a:pt x="0" y="1107"/>
                  <a:pt x="0" y="2465"/>
                </a:cubicBezTo>
                <a:cubicBezTo>
                  <a:pt x="0" y="3822"/>
                  <a:pt x="1107" y="4929"/>
                  <a:pt x="2465" y="4929"/>
                </a:cubicBezTo>
                <a:cubicBezTo>
                  <a:pt x="3822" y="4929"/>
                  <a:pt x="4929" y="3822"/>
                  <a:pt x="4929" y="2465"/>
                </a:cubicBezTo>
                <a:cubicBezTo>
                  <a:pt x="4929" y="1107"/>
                  <a:pt x="3822" y="0"/>
                  <a:pt x="2465" y="0"/>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CuadroTexto 56">
            <a:extLst>
              <a:ext uri="{FF2B5EF4-FFF2-40B4-BE49-F238E27FC236}">
                <a16:creationId xmlns:a16="http://schemas.microsoft.com/office/drawing/2014/main" id="{814094F3-D9D0-4A44-BC1F-8BB63F21C2F3}"/>
              </a:ext>
            </a:extLst>
          </p:cNvPr>
          <p:cNvSpPr txBox="1"/>
          <p:nvPr/>
        </p:nvSpPr>
        <p:spPr>
          <a:xfrm>
            <a:off x="2117018" y="3516178"/>
            <a:ext cx="1658129" cy="954107"/>
          </a:xfrm>
          <a:prstGeom prst="rect">
            <a:avLst/>
          </a:prstGeom>
          <a:noFill/>
        </p:spPr>
        <p:txBody>
          <a:bodyPr wrap="square">
            <a:spAutoFit/>
          </a:bodyPr>
          <a:lstStyle/>
          <a:p>
            <a:pPr algn="ctr"/>
            <a:r>
              <a:rPr lang="es-CO" sz="1400" dirty="0">
                <a:solidFill>
                  <a:schemeClr val="tx1">
                    <a:lumMod val="65000"/>
                    <a:lumOff val="35000"/>
                  </a:schemeClr>
                </a:solidFill>
              </a:rPr>
              <a:t>Set a </a:t>
            </a:r>
            <a:r>
              <a:rPr lang="es-CO" sz="1400" dirty="0" err="1">
                <a:solidFill>
                  <a:schemeClr val="tx1">
                    <a:lumMod val="65000"/>
                    <a:lumOff val="35000"/>
                  </a:schemeClr>
                </a:solidFill>
              </a:rPr>
              <a:t>baseline</a:t>
            </a:r>
            <a:r>
              <a:rPr lang="es-CO" sz="1400" dirty="0">
                <a:solidFill>
                  <a:schemeClr val="tx1">
                    <a:lumMod val="65000"/>
                    <a:lumOff val="35000"/>
                  </a:schemeClr>
                </a:solidFill>
              </a:rPr>
              <a:t> </a:t>
            </a:r>
            <a:r>
              <a:rPr lang="es-CO" sz="1400" dirty="0" err="1">
                <a:solidFill>
                  <a:schemeClr val="tx1">
                    <a:lumMod val="65000"/>
                    <a:lumOff val="35000"/>
                  </a:schemeClr>
                </a:solidFill>
              </a:rPr>
              <a:t>prediction</a:t>
            </a:r>
            <a:r>
              <a:rPr lang="es-CO" sz="1400" dirty="0">
                <a:solidFill>
                  <a:schemeClr val="tx1">
                    <a:lumMod val="65000"/>
                    <a:lumOff val="35000"/>
                  </a:schemeClr>
                </a:solidFill>
              </a:rPr>
              <a:t>:</a:t>
            </a:r>
          </a:p>
          <a:p>
            <a:pPr algn="ctr"/>
            <a:r>
              <a:rPr lang="es-CO" sz="1400" dirty="0" err="1">
                <a:solidFill>
                  <a:schemeClr val="tx1">
                    <a:lumMod val="65000"/>
                    <a:lumOff val="35000"/>
                  </a:schemeClr>
                </a:solidFill>
              </a:rPr>
              <a:t>the</a:t>
            </a:r>
            <a:r>
              <a:rPr lang="es-CO" sz="1400" dirty="0">
                <a:solidFill>
                  <a:schemeClr val="tx1">
                    <a:lumMod val="65000"/>
                    <a:lumOff val="35000"/>
                  </a:schemeClr>
                </a:solidFill>
              </a:rPr>
              <a:t> </a:t>
            </a:r>
            <a:r>
              <a:rPr lang="es-CO" sz="1400" dirty="0" err="1">
                <a:solidFill>
                  <a:schemeClr val="tx1">
                    <a:lumMod val="65000"/>
                    <a:lumOff val="35000"/>
                  </a:schemeClr>
                </a:solidFill>
              </a:rPr>
              <a:t>model's</a:t>
            </a:r>
            <a:r>
              <a:rPr lang="es-CO" sz="1400" dirty="0">
                <a:solidFill>
                  <a:schemeClr val="tx1">
                    <a:lumMod val="65000"/>
                    <a:lumOff val="35000"/>
                  </a:schemeClr>
                </a:solidFill>
              </a:rPr>
              <a:t> </a:t>
            </a:r>
            <a:r>
              <a:rPr lang="es-CO" sz="1400" dirty="0" err="1">
                <a:solidFill>
                  <a:schemeClr val="tx1">
                    <a:lumMod val="65000"/>
                    <a:lumOff val="35000"/>
                  </a:schemeClr>
                </a:solidFill>
              </a:rPr>
              <a:t>average</a:t>
            </a:r>
            <a:r>
              <a:rPr lang="es-CO" sz="1400" dirty="0">
                <a:solidFill>
                  <a:schemeClr val="tx1">
                    <a:lumMod val="65000"/>
                    <a:lumOff val="35000"/>
                  </a:schemeClr>
                </a:solidFill>
              </a:rPr>
              <a:t> output.</a:t>
            </a:r>
          </a:p>
        </p:txBody>
      </p:sp>
      <p:sp>
        <p:nvSpPr>
          <p:cNvPr id="59" name="CuadroTexto 58">
            <a:extLst>
              <a:ext uri="{FF2B5EF4-FFF2-40B4-BE49-F238E27FC236}">
                <a16:creationId xmlns:a16="http://schemas.microsoft.com/office/drawing/2014/main" id="{AA3906CC-56F3-4464-B0F5-95BA63E83F1F}"/>
              </a:ext>
            </a:extLst>
          </p:cNvPr>
          <p:cNvSpPr txBox="1"/>
          <p:nvPr/>
        </p:nvSpPr>
        <p:spPr>
          <a:xfrm>
            <a:off x="3287316" y="5141686"/>
            <a:ext cx="2307836" cy="1600438"/>
          </a:xfrm>
          <a:prstGeom prst="rect">
            <a:avLst/>
          </a:prstGeom>
          <a:noFill/>
        </p:spPr>
        <p:txBody>
          <a:bodyPr wrap="square">
            <a:spAutoFit/>
          </a:bodyPr>
          <a:lstStyle/>
          <a:p>
            <a:pPr algn="ctr"/>
            <a:r>
              <a:rPr lang="es-CO" sz="1400" dirty="0" err="1">
                <a:solidFill>
                  <a:schemeClr val="tx1">
                    <a:lumMod val="65000"/>
                    <a:lumOff val="35000"/>
                  </a:schemeClr>
                </a:solidFill>
              </a:rPr>
              <a:t>For</a:t>
            </a:r>
            <a:r>
              <a:rPr lang="es-CO" sz="1400" dirty="0">
                <a:solidFill>
                  <a:schemeClr val="tx1">
                    <a:lumMod val="65000"/>
                    <a:lumOff val="35000"/>
                  </a:schemeClr>
                </a:solidFill>
              </a:rPr>
              <a:t> a </a:t>
            </a:r>
            <a:r>
              <a:rPr lang="es-CO" sz="1400" dirty="0" err="1">
                <a:solidFill>
                  <a:schemeClr val="tx1">
                    <a:lumMod val="65000"/>
                    <a:lumOff val="35000"/>
                  </a:schemeClr>
                </a:solidFill>
              </a:rPr>
              <a:t>specific</a:t>
            </a:r>
            <a:r>
              <a:rPr lang="es-CO" sz="1400" dirty="0">
                <a:solidFill>
                  <a:schemeClr val="tx1">
                    <a:lumMod val="65000"/>
                    <a:lumOff val="35000"/>
                  </a:schemeClr>
                </a:solidFill>
              </a:rPr>
              <a:t> input:</a:t>
            </a:r>
          </a:p>
          <a:p>
            <a:pPr algn="ctr"/>
            <a:r>
              <a:rPr lang="es-CO" sz="1400" dirty="0">
                <a:solidFill>
                  <a:schemeClr val="tx1">
                    <a:lumMod val="65000"/>
                    <a:lumOff val="35000"/>
                  </a:schemeClr>
                </a:solidFill>
              </a:rPr>
              <a:t>1. </a:t>
            </a:r>
            <a:r>
              <a:rPr lang="es-CO" sz="1400" dirty="0" err="1">
                <a:solidFill>
                  <a:schemeClr val="tx1">
                    <a:lumMod val="65000"/>
                    <a:lumOff val="35000"/>
                  </a:schemeClr>
                </a:solidFill>
              </a:rPr>
              <a:t>Traverse</a:t>
            </a:r>
            <a:r>
              <a:rPr lang="es-CO" sz="1400" dirty="0">
                <a:solidFill>
                  <a:schemeClr val="tx1">
                    <a:lumMod val="65000"/>
                    <a:lumOff val="35000"/>
                  </a:schemeClr>
                </a:solidFill>
              </a:rPr>
              <a:t> </a:t>
            </a:r>
            <a:r>
              <a:rPr lang="es-CO" sz="1400" dirty="0" err="1">
                <a:solidFill>
                  <a:schemeClr val="tx1">
                    <a:lumMod val="65000"/>
                    <a:lumOff val="35000"/>
                  </a:schemeClr>
                </a:solidFill>
              </a:rPr>
              <a:t>the</a:t>
            </a:r>
            <a:r>
              <a:rPr lang="es-CO" sz="1400" dirty="0">
                <a:solidFill>
                  <a:schemeClr val="tx1">
                    <a:lumMod val="65000"/>
                    <a:lumOff val="35000"/>
                  </a:schemeClr>
                </a:solidFill>
              </a:rPr>
              <a:t> </a:t>
            </a:r>
            <a:r>
              <a:rPr lang="es-CO" sz="1400" dirty="0" err="1">
                <a:solidFill>
                  <a:schemeClr val="tx1">
                    <a:lumMod val="65000"/>
                    <a:lumOff val="35000"/>
                  </a:schemeClr>
                </a:solidFill>
              </a:rPr>
              <a:t>tree</a:t>
            </a:r>
            <a:r>
              <a:rPr lang="es-CO" sz="1400" dirty="0">
                <a:solidFill>
                  <a:schemeClr val="tx1">
                    <a:lumMod val="65000"/>
                    <a:lumOff val="35000"/>
                  </a:schemeClr>
                </a:solidFill>
              </a:rPr>
              <a:t> </a:t>
            </a:r>
            <a:r>
              <a:rPr lang="es-CO" sz="1400" dirty="0" err="1">
                <a:solidFill>
                  <a:schemeClr val="tx1">
                    <a:lumMod val="65000"/>
                    <a:lumOff val="35000"/>
                  </a:schemeClr>
                </a:solidFill>
              </a:rPr>
              <a:t>using</a:t>
            </a:r>
            <a:r>
              <a:rPr lang="es-CO" sz="1400" dirty="0">
                <a:solidFill>
                  <a:schemeClr val="tx1">
                    <a:lumMod val="65000"/>
                    <a:lumOff val="35000"/>
                  </a:schemeClr>
                </a:solidFill>
              </a:rPr>
              <a:t> </a:t>
            </a:r>
            <a:r>
              <a:rPr lang="es-CO" sz="1400" dirty="0" err="1">
                <a:solidFill>
                  <a:schemeClr val="tx1">
                    <a:lumMod val="65000"/>
                    <a:lumOff val="35000"/>
                  </a:schemeClr>
                </a:solidFill>
              </a:rPr>
              <a:t>the</a:t>
            </a:r>
            <a:r>
              <a:rPr lang="es-CO" sz="1400" dirty="0">
                <a:solidFill>
                  <a:schemeClr val="tx1">
                    <a:lumMod val="65000"/>
                    <a:lumOff val="35000"/>
                  </a:schemeClr>
                </a:solidFill>
              </a:rPr>
              <a:t> </a:t>
            </a:r>
            <a:r>
              <a:rPr lang="es-CO" sz="1400" dirty="0" err="1">
                <a:solidFill>
                  <a:schemeClr val="tx1">
                    <a:lumMod val="65000"/>
                    <a:lumOff val="35000"/>
                  </a:schemeClr>
                </a:solidFill>
              </a:rPr>
              <a:t>input's</a:t>
            </a:r>
            <a:r>
              <a:rPr lang="es-CO" sz="1400" dirty="0">
                <a:solidFill>
                  <a:schemeClr val="tx1">
                    <a:lumMod val="65000"/>
                    <a:lumOff val="35000"/>
                  </a:schemeClr>
                </a:solidFill>
              </a:rPr>
              <a:t> </a:t>
            </a:r>
            <a:r>
              <a:rPr lang="es-CO" sz="1400" dirty="0" err="1">
                <a:solidFill>
                  <a:schemeClr val="tx1">
                    <a:lumMod val="65000"/>
                    <a:lumOff val="35000"/>
                  </a:schemeClr>
                </a:solidFill>
              </a:rPr>
              <a:t>feature</a:t>
            </a:r>
            <a:r>
              <a:rPr lang="es-CO" sz="1400" dirty="0">
                <a:solidFill>
                  <a:schemeClr val="tx1">
                    <a:lumMod val="65000"/>
                    <a:lumOff val="35000"/>
                  </a:schemeClr>
                </a:solidFill>
              </a:rPr>
              <a:t> </a:t>
            </a:r>
            <a:r>
              <a:rPr lang="es-CO" sz="1400" dirty="0" err="1">
                <a:solidFill>
                  <a:schemeClr val="tx1">
                    <a:lumMod val="65000"/>
                    <a:lumOff val="35000"/>
                  </a:schemeClr>
                </a:solidFill>
              </a:rPr>
              <a:t>values</a:t>
            </a:r>
            <a:r>
              <a:rPr lang="es-CO" sz="1400" dirty="0">
                <a:solidFill>
                  <a:schemeClr val="tx1">
                    <a:lumMod val="65000"/>
                    <a:lumOff val="35000"/>
                  </a:schemeClr>
                </a:solidFill>
              </a:rPr>
              <a:t>.</a:t>
            </a:r>
          </a:p>
          <a:p>
            <a:pPr algn="ctr"/>
            <a:r>
              <a:rPr lang="es-CO" sz="1400" dirty="0">
                <a:solidFill>
                  <a:schemeClr val="tx1">
                    <a:lumMod val="65000"/>
                    <a:lumOff val="35000"/>
                  </a:schemeClr>
                </a:solidFill>
              </a:rPr>
              <a:t>2. </a:t>
            </a:r>
            <a:r>
              <a:rPr lang="es-CO" sz="1400" dirty="0" err="1">
                <a:solidFill>
                  <a:schemeClr val="tx1">
                    <a:lumMod val="65000"/>
                    <a:lumOff val="35000"/>
                  </a:schemeClr>
                </a:solidFill>
              </a:rPr>
              <a:t>Track</a:t>
            </a:r>
            <a:r>
              <a:rPr lang="es-CO" sz="1400" dirty="0">
                <a:solidFill>
                  <a:schemeClr val="tx1">
                    <a:lumMod val="65000"/>
                    <a:lumOff val="35000"/>
                  </a:schemeClr>
                </a:solidFill>
              </a:rPr>
              <a:t> </a:t>
            </a:r>
            <a:r>
              <a:rPr lang="es-CO" sz="1400" dirty="0" err="1">
                <a:solidFill>
                  <a:schemeClr val="tx1">
                    <a:lumMod val="65000"/>
                    <a:lumOff val="35000"/>
                  </a:schemeClr>
                </a:solidFill>
              </a:rPr>
              <a:t>which</a:t>
            </a:r>
            <a:r>
              <a:rPr lang="es-CO" sz="1400" dirty="0">
                <a:solidFill>
                  <a:schemeClr val="tx1">
                    <a:lumMod val="65000"/>
                    <a:lumOff val="35000"/>
                  </a:schemeClr>
                </a:solidFill>
              </a:rPr>
              <a:t> </a:t>
            </a:r>
            <a:r>
              <a:rPr lang="es-CO" sz="1400" dirty="0" err="1">
                <a:solidFill>
                  <a:schemeClr val="tx1">
                    <a:lumMod val="65000"/>
                    <a:lumOff val="35000"/>
                  </a:schemeClr>
                </a:solidFill>
              </a:rPr>
              <a:t>features</a:t>
            </a:r>
            <a:r>
              <a:rPr lang="es-CO" sz="1400" dirty="0">
                <a:solidFill>
                  <a:schemeClr val="tx1">
                    <a:lumMod val="65000"/>
                    <a:lumOff val="35000"/>
                  </a:schemeClr>
                </a:solidFill>
              </a:rPr>
              <a:t> are </a:t>
            </a:r>
            <a:r>
              <a:rPr lang="es-CO" sz="1400" dirty="0" err="1">
                <a:solidFill>
                  <a:schemeClr val="tx1">
                    <a:lumMod val="65000"/>
                    <a:lumOff val="35000"/>
                  </a:schemeClr>
                </a:solidFill>
              </a:rPr>
              <a:t>used</a:t>
            </a:r>
            <a:r>
              <a:rPr lang="es-CO" sz="1400" dirty="0">
                <a:solidFill>
                  <a:schemeClr val="tx1">
                    <a:lumMod val="65000"/>
                    <a:lumOff val="35000"/>
                  </a:schemeClr>
                </a:solidFill>
              </a:rPr>
              <a:t> </a:t>
            </a:r>
            <a:r>
              <a:rPr lang="es-CO" sz="1400" dirty="0" err="1">
                <a:solidFill>
                  <a:schemeClr val="tx1">
                    <a:lumMod val="65000"/>
                    <a:lumOff val="35000"/>
                  </a:schemeClr>
                </a:solidFill>
              </a:rPr>
              <a:t>along</a:t>
            </a:r>
            <a:r>
              <a:rPr lang="es-CO" sz="1400" dirty="0">
                <a:solidFill>
                  <a:schemeClr val="tx1">
                    <a:lumMod val="65000"/>
                    <a:lumOff val="35000"/>
                  </a:schemeClr>
                </a:solidFill>
              </a:rPr>
              <a:t> </a:t>
            </a:r>
            <a:r>
              <a:rPr lang="es-CO" sz="1400" dirty="0" err="1">
                <a:solidFill>
                  <a:schemeClr val="tx1">
                    <a:lumMod val="65000"/>
                    <a:lumOff val="35000"/>
                  </a:schemeClr>
                </a:solidFill>
              </a:rPr>
              <a:t>the</a:t>
            </a:r>
            <a:r>
              <a:rPr lang="es-CO" sz="1400" dirty="0">
                <a:solidFill>
                  <a:schemeClr val="tx1">
                    <a:lumMod val="65000"/>
                    <a:lumOff val="35000"/>
                  </a:schemeClr>
                </a:solidFill>
              </a:rPr>
              <a:t> </a:t>
            </a:r>
            <a:r>
              <a:rPr lang="es-CO" sz="1400" dirty="0" err="1">
                <a:solidFill>
                  <a:schemeClr val="tx1">
                    <a:lumMod val="65000"/>
                    <a:lumOff val="35000"/>
                  </a:schemeClr>
                </a:solidFill>
              </a:rPr>
              <a:t>decision</a:t>
            </a:r>
            <a:r>
              <a:rPr lang="es-CO" sz="1400" dirty="0">
                <a:solidFill>
                  <a:schemeClr val="tx1">
                    <a:lumMod val="65000"/>
                    <a:lumOff val="35000"/>
                  </a:schemeClr>
                </a:solidFill>
              </a:rPr>
              <a:t> </a:t>
            </a:r>
            <a:r>
              <a:rPr lang="es-CO" sz="1400" dirty="0" err="1">
                <a:solidFill>
                  <a:schemeClr val="tx1">
                    <a:lumMod val="65000"/>
                    <a:lumOff val="35000"/>
                  </a:schemeClr>
                </a:solidFill>
              </a:rPr>
              <a:t>path</a:t>
            </a:r>
            <a:r>
              <a:rPr lang="es-CO" sz="1400" dirty="0">
                <a:solidFill>
                  <a:schemeClr val="tx1">
                    <a:lumMod val="65000"/>
                    <a:lumOff val="35000"/>
                  </a:schemeClr>
                </a:solidFill>
              </a:rPr>
              <a:t>.</a:t>
            </a:r>
          </a:p>
          <a:p>
            <a:pPr algn="ctr"/>
            <a:r>
              <a:rPr lang="es-CO" sz="1400" dirty="0">
                <a:solidFill>
                  <a:schemeClr val="tx1">
                    <a:lumMod val="65000"/>
                    <a:lumOff val="35000"/>
                  </a:schemeClr>
                </a:solidFill>
              </a:rPr>
              <a:t>3. </a:t>
            </a:r>
            <a:r>
              <a:rPr lang="es-CO" sz="1400" dirty="0" err="1">
                <a:solidFill>
                  <a:schemeClr val="tx1">
                    <a:lumMod val="65000"/>
                    <a:lumOff val="35000"/>
                  </a:schemeClr>
                </a:solidFill>
              </a:rPr>
              <a:t>Reach</a:t>
            </a:r>
            <a:r>
              <a:rPr lang="es-CO" sz="1400" dirty="0">
                <a:solidFill>
                  <a:schemeClr val="tx1">
                    <a:lumMod val="65000"/>
                    <a:lumOff val="35000"/>
                  </a:schemeClr>
                </a:solidFill>
              </a:rPr>
              <a:t> a </a:t>
            </a:r>
            <a:r>
              <a:rPr lang="es-CO" sz="1400" dirty="0" err="1">
                <a:solidFill>
                  <a:schemeClr val="tx1">
                    <a:lumMod val="65000"/>
                    <a:lumOff val="35000"/>
                  </a:schemeClr>
                </a:solidFill>
              </a:rPr>
              <a:t>leaf</a:t>
            </a:r>
            <a:r>
              <a:rPr lang="es-CO" sz="1400" dirty="0">
                <a:solidFill>
                  <a:schemeClr val="tx1">
                    <a:lumMod val="65000"/>
                    <a:lumOff val="35000"/>
                  </a:schemeClr>
                </a:solidFill>
              </a:rPr>
              <a:t> and </a:t>
            </a:r>
            <a:r>
              <a:rPr lang="es-CO" sz="1400" dirty="0" err="1">
                <a:solidFill>
                  <a:schemeClr val="tx1">
                    <a:lumMod val="65000"/>
                    <a:lumOff val="35000"/>
                  </a:schemeClr>
                </a:solidFill>
              </a:rPr>
              <a:t>get</a:t>
            </a:r>
            <a:r>
              <a:rPr lang="es-CO" sz="1400" dirty="0">
                <a:solidFill>
                  <a:schemeClr val="tx1">
                    <a:lumMod val="65000"/>
                    <a:lumOff val="35000"/>
                  </a:schemeClr>
                </a:solidFill>
              </a:rPr>
              <a:t> </a:t>
            </a:r>
            <a:r>
              <a:rPr lang="es-CO" sz="1400" dirty="0" err="1">
                <a:solidFill>
                  <a:schemeClr val="tx1">
                    <a:lumMod val="65000"/>
                    <a:lumOff val="35000"/>
                  </a:schemeClr>
                </a:solidFill>
              </a:rPr>
              <a:t>the</a:t>
            </a:r>
            <a:r>
              <a:rPr lang="es-CO" sz="1400" dirty="0">
                <a:solidFill>
                  <a:schemeClr val="tx1">
                    <a:lumMod val="65000"/>
                    <a:lumOff val="35000"/>
                  </a:schemeClr>
                </a:solidFill>
              </a:rPr>
              <a:t> final </a:t>
            </a:r>
            <a:r>
              <a:rPr lang="es-CO" sz="1400" dirty="0" err="1">
                <a:solidFill>
                  <a:schemeClr val="tx1">
                    <a:lumMod val="65000"/>
                    <a:lumOff val="35000"/>
                  </a:schemeClr>
                </a:solidFill>
              </a:rPr>
              <a:t>prediction</a:t>
            </a:r>
            <a:r>
              <a:rPr lang="es-CO" sz="1400" dirty="0">
                <a:solidFill>
                  <a:schemeClr val="tx1">
                    <a:lumMod val="65000"/>
                    <a:lumOff val="35000"/>
                  </a:schemeClr>
                </a:solidFill>
              </a:rPr>
              <a:t>.</a:t>
            </a:r>
          </a:p>
        </p:txBody>
      </p:sp>
      <p:sp>
        <p:nvSpPr>
          <p:cNvPr id="60" name="Google Shape;387;p19">
            <a:extLst>
              <a:ext uri="{FF2B5EF4-FFF2-40B4-BE49-F238E27FC236}">
                <a16:creationId xmlns:a16="http://schemas.microsoft.com/office/drawing/2014/main" id="{96DE41BB-8E6F-4511-8833-611A129B26D6}"/>
              </a:ext>
            </a:extLst>
          </p:cNvPr>
          <p:cNvSpPr>
            <a:spLocks noChangeAspect="1"/>
          </p:cNvSpPr>
          <p:nvPr/>
        </p:nvSpPr>
        <p:spPr>
          <a:xfrm>
            <a:off x="2826975" y="3203408"/>
            <a:ext cx="359892" cy="360000"/>
          </a:xfrm>
          <a:custGeom>
            <a:avLst/>
            <a:gdLst/>
            <a:ahLst/>
            <a:cxnLst/>
            <a:rect l="l" t="t" r="r" b="b"/>
            <a:pathLst>
              <a:path w="39851" h="39863" extrusionOk="0">
                <a:moveTo>
                  <a:pt x="19931" y="1"/>
                </a:moveTo>
                <a:cubicBezTo>
                  <a:pt x="8918" y="1"/>
                  <a:pt x="0" y="8930"/>
                  <a:pt x="0" y="19932"/>
                </a:cubicBezTo>
                <a:cubicBezTo>
                  <a:pt x="0" y="30933"/>
                  <a:pt x="8918" y="39863"/>
                  <a:pt x="19931" y="39863"/>
                </a:cubicBezTo>
                <a:cubicBezTo>
                  <a:pt x="30932" y="39863"/>
                  <a:pt x="39850" y="30933"/>
                  <a:pt x="39850" y="19932"/>
                </a:cubicBezTo>
                <a:cubicBezTo>
                  <a:pt x="39850" y="8930"/>
                  <a:pt x="30932" y="1"/>
                  <a:pt x="19931" y="1"/>
                </a:cubicBezTo>
                <a:close/>
              </a:path>
            </a:pathLst>
          </a:custGeom>
          <a:solidFill>
            <a:srgbClr val="FFB90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388;p19">
            <a:extLst>
              <a:ext uri="{FF2B5EF4-FFF2-40B4-BE49-F238E27FC236}">
                <a16:creationId xmlns:a16="http://schemas.microsoft.com/office/drawing/2014/main" id="{999081CE-4BE0-4CFD-8E7B-BA9CC40FB85C}"/>
              </a:ext>
            </a:extLst>
          </p:cNvPr>
          <p:cNvSpPr>
            <a:spLocks noChangeAspect="1"/>
          </p:cNvSpPr>
          <p:nvPr/>
        </p:nvSpPr>
        <p:spPr>
          <a:xfrm>
            <a:off x="2880969" y="3257408"/>
            <a:ext cx="251905" cy="252000"/>
          </a:xfrm>
          <a:custGeom>
            <a:avLst/>
            <a:gdLst/>
            <a:ahLst/>
            <a:cxnLst/>
            <a:rect l="l" t="t" r="r" b="b"/>
            <a:pathLst>
              <a:path w="34326" h="34339" extrusionOk="0">
                <a:moveTo>
                  <a:pt x="17169" y="1"/>
                </a:moveTo>
                <a:cubicBezTo>
                  <a:pt x="7692" y="1"/>
                  <a:pt x="0" y="7692"/>
                  <a:pt x="0" y="17170"/>
                </a:cubicBezTo>
                <a:cubicBezTo>
                  <a:pt x="0" y="26647"/>
                  <a:pt x="7692" y="34338"/>
                  <a:pt x="17169" y="34338"/>
                </a:cubicBezTo>
                <a:cubicBezTo>
                  <a:pt x="26646" y="34338"/>
                  <a:pt x="34326" y="26647"/>
                  <a:pt x="34326" y="17170"/>
                </a:cubicBezTo>
                <a:cubicBezTo>
                  <a:pt x="34326" y="7692"/>
                  <a:pt x="26646" y="1"/>
                  <a:pt x="17169" y="1"/>
                </a:cubicBezTo>
                <a:close/>
              </a:path>
            </a:pathLst>
          </a:custGeom>
          <a:solidFill>
            <a:srgbClr val="F3F3F3"/>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s-ES"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rPr>
              <a:t>1</a:t>
            </a:r>
            <a:endParaRPr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endParaRPr>
          </a:p>
        </p:txBody>
      </p:sp>
      <p:sp>
        <p:nvSpPr>
          <p:cNvPr id="62" name="Google Shape;387;p19">
            <a:extLst>
              <a:ext uri="{FF2B5EF4-FFF2-40B4-BE49-F238E27FC236}">
                <a16:creationId xmlns:a16="http://schemas.microsoft.com/office/drawing/2014/main" id="{A8B7D838-A41A-4E9C-8839-732D22004896}"/>
              </a:ext>
            </a:extLst>
          </p:cNvPr>
          <p:cNvSpPr>
            <a:spLocks noChangeAspect="1"/>
          </p:cNvSpPr>
          <p:nvPr/>
        </p:nvSpPr>
        <p:spPr>
          <a:xfrm>
            <a:off x="4262357" y="4720641"/>
            <a:ext cx="359892" cy="360000"/>
          </a:xfrm>
          <a:custGeom>
            <a:avLst/>
            <a:gdLst/>
            <a:ahLst/>
            <a:cxnLst/>
            <a:rect l="l" t="t" r="r" b="b"/>
            <a:pathLst>
              <a:path w="39851" h="39863" extrusionOk="0">
                <a:moveTo>
                  <a:pt x="19931" y="1"/>
                </a:moveTo>
                <a:cubicBezTo>
                  <a:pt x="8918" y="1"/>
                  <a:pt x="0" y="8930"/>
                  <a:pt x="0" y="19932"/>
                </a:cubicBezTo>
                <a:cubicBezTo>
                  <a:pt x="0" y="30933"/>
                  <a:pt x="8918" y="39863"/>
                  <a:pt x="19931" y="39863"/>
                </a:cubicBezTo>
                <a:cubicBezTo>
                  <a:pt x="30932" y="39863"/>
                  <a:pt x="39850" y="30933"/>
                  <a:pt x="39850" y="19932"/>
                </a:cubicBezTo>
                <a:cubicBezTo>
                  <a:pt x="39850" y="8930"/>
                  <a:pt x="30932" y="1"/>
                  <a:pt x="19931" y="1"/>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388;p19">
            <a:extLst>
              <a:ext uri="{FF2B5EF4-FFF2-40B4-BE49-F238E27FC236}">
                <a16:creationId xmlns:a16="http://schemas.microsoft.com/office/drawing/2014/main" id="{A7070F9B-A7FA-4C8C-B23A-5337C795882C}"/>
              </a:ext>
            </a:extLst>
          </p:cNvPr>
          <p:cNvSpPr>
            <a:spLocks noChangeAspect="1"/>
          </p:cNvSpPr>
          <p:nvPr/>
        </p:nvSpPr>
        <p:spPr>
          <a:xfrm>
            <a:off x="4316351" y="4774641"/>
            <a:ext cx="251905" cy="252000"/>
          </a:xfrm>
          <a:custGeom>
            <a:avLst/>
            <a:gdLst/>
            <a:ahLst/>
            <a:cxnLst/>
            <a:rect l="l" t="t" r="r" b="b"/>
            <a:pathLst>
              <a:path w="34326" h="34339" extrusionOk="0">
                <a:moveTo>
                  <a:pt x="17169" y="1"/>
                </a:moveTo>
                <a:cubicBezTo>
                  <a:pt x="7692" y="1"/>
                  <a:pt x="0" y="7692"/>
                  <a:pt x="0" y="17170"/>
                </a:cubicBezTo>
                <a:cubicBezTo>
                  <a:pt x="0" y="26647"/>
                  <a:pt x="7692" y="34338"/>
                  <a:pt x="17169" y="34338"/>
                </a:cubicBezTo>
                <a:cubicBezTo>
                  <a:pt x="26646" y="34338"/>
                  <a:pt x="34326" y="26647"/>
                  <a:pt x="34326" y="17170"/>
                </a:cubicBezTo>
                <a:cubicBezTo>
                  <a:pt x="34326" y="7692"/>
                  <a:pt x="26646" y="1"/>
                  <a:pt x="17169"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s-ES"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rPr>
              <a:t>2</a:t>
            </a:r>
            <a:endParaRPr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endParaRPr>
          </a:p>
        </p:txBody>
      </p:sp>
      <p:grpSp>
        <p:nvGrpSpPr>
          <p:cNvPr id="66" name="Grupo 65">
            <a:extLst>
              <a:ext uri="{FF2B5EF4-FFF2-40B4-BE49-F238E27FC236}">
                <a16:creationId xmlns:a16="http://schemas.microsoft.com/office/drawing/2014/main" id="{A09C5D3E-0195-4B7A-9D5B-1F9252F31693}"/>
              </a:ext>
            </a:extLst>
          </p:cNvPr>
          <p:cNvGrpSpPr/>
          <p:nvPr/>
        </p:nvGrpSpPr>
        <p:grpSpPr>
          <a:xfrm>
            <a:off x="5774202" y="3003346"/>
            <a:ext cx="359892" cy="360000"/>
            <a:chOff x="6015693" y="2188627"/>
            <a:chExt cx="359892" cy="360000"/>
          </a:xfrm>
        </p:grpSpPr>
        <p:sp>
          <p:nvSpPr>
            <p:cNvPr id="64" name="Google Shape;387;p19">
              <a:extLst>
                <a:ext uri="{FF2B5EF4-FFF2-40B4-BE49-F238E27FC236}">
                  <a16:creationId xmlns:a16="http://schemas.microsoft.com/office/drawing/2014/main" id="{F850DE74-BA6A-4D7B-9423-76275DB4B9F2}"/>
                </a:ext>
              </a:extLst>
            </p:cNvPr>
            <p:cNvSpPr>
              <a:spLocks noChangeAspect="1"/>
            </p:cNvSpPr>
            <p:nvPr/>
          </p:nvSpPr>
          <p:spPr>
            <a:xfrm>
              <a:off x="6015693" y="2188627"/>
              <a:ext cx="359892" cy="360000"/>
            </a:xfrm>
            <a:custGeom>
              <a:avLst/>
              <a:gdLst/>
              <a:ahLst/>
              <a:cxnLst/>
              <a:rect l="l" t="t" r="r" b="b"/>
              <a:pathLst>
                <a:path w="39851" h="39863" extrusionOk="0">
                  <a:moveTo>
                    <a:pt x="19931" y="1"/>
                  </a:moveTo>
                  <a:cubicBezTo>
                    <a:pt x="8918" y="1"/>
                    <a:pt x="0" y="8930"/>
                    <a:pt x="0" y="19932"/>
                  </a:cubicBezTo>
                  <a:cubicBezTo>
                    <a:pt x="0" y="30933"/>
                    <a:pt x="8918" y="39863"/>
                    <a:pt x="19931" y="39863"/>
                  </a:cubicBezTo>
                  <a:cubicBezTo>
                    <a:pt x="30932" y="39863"/>
                    <a:pt x="39850" y="30933"/>
                    <a:pt x="39850" y="19932"/>
                  </a:cubicBezTo>
                  <a:cubicBezTo>
                    <a:pt x="39850" y="8930"/>
                    <a:pt x="30932" y="1"/>
                    <a:pt x="19931" y="1"/>
                  </a:cubicBezTo>
                  <a:close/>
                </a:path>
              </a:pathLst>
            </a:custGeom>
            <a:solidFill>
              <a:srgbClr val="8879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388;p19">
              <a:extLst>
                <a:ext uri="{FF2B5EF4-FFF2-40B4-BE49-F238E27FC236}">
                  <a16:creationId xmlns:a16="http://schemas.microsoft.com/office/drawing/2014/main" id="{DDE2051E-F540-48E3-9607-A14B9E13ABFA}"/>
                </a:ext>
              </a:extLst>
            </p:cNvPr>
            <p:cNvSpPr>
              <a:spLocks noChangeAspect="1"/>
            </p:cNvSpPr>
            <p:nvPr/>
          </p:nvSpPr>
          <p:spPr>
            <a:xfrm>
              <a:off x="6069687" y="2242627"/>
              <a:ext cx="251905" cy="252000"/>
            </a:xfrm>
            <a:custGeom>
              <a:avLst/>
              <a:gdLst/>
              <a:ahLst/>
              <a:cxnLst/>
              <a:rect l="l" t="t" r="r" b="b"/>
              <a:pathLst>
                <a:path w="34326" h="34339" extrusionOk="0">
                  <a:moveTo>
                    <a:pt x="17169" y="1"/>
                  </a:moveTo>
                  <a:cubicBezTo>
                    <a:pt x="7692" y="1"/>
                    <a:pt x="0" y="7692"/>
                    <a:pt x="0" y="17170"/>
                  </a:cubicBezTo>
                  <a:cubicBezTo>
                    <a:pt x="0" y="26647"/>
                    <a:pt x="7692" y="34338"/>
                    <a:pt x="17169" y="34338"/>
                  </a:cubicBezTo>
                  <a:cubicBezTo>
                    <a:pt x="26646" y="34338"/>
                    <a:pt x="34326" y="26647"/>
                    <a:pt x="34326" y="17170"/>
                  </a:cubicBezTo>
                  <a:cubicBezTo>
                    <a:pt x="34326" y="7692"/>
                    <a:pt x="26646" y="1"/>
                    <a:pt x="17169" y="1"/>
                  </a:cubicBezTo>
                  <a:close/>
                </a:path>
              </a:pathLst>
            </a:custGeom>
            <a:solidFill>
              <a:srgbClr val="F3F3F3"/>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s-ES"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rPr>
                <a:t>3</a:t>
              </a:r>
              <a:endParaRPr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endParaRPr>
            </a:p>
          </p:txBody>
        </p:sp>
      </p:grpSp>
      <p:sp>
        <p:nvSpPr>
          <p:cNvPr id="68" name="CuadroTexto 67">
            <a:extLst>
              <a:ext uri="{FF2B5EF4-FFF2-40B4-BE49-F238E27FC236}">
                <a16:creationId xmlns:a16="http://schemas.microsoft.com/office/drawing/2014/main" id="{01C577BB-F5F3-46F4-B9F0-CE22AF0F770D}"/>
              </a:ext>
            </a:extLst>
          </p:cNvPr>
          <p:cNvSpPr txBox="1"/>
          <p:nvPr/>
        </p:nvSpPr>
        <p:spPr>
          <a:xfrm>
            <a:off x="4888885" y="3373285"/>
            <a:ext cx="1957316" cy="1169551"/>
          </a:xfrm>
          <a:prstGeom prst="rect">
            <a:avLst/>
          </a:prstGeom>
          <a:noFill/>
        </p:spPr>
        <p:txBody>
          <a:bodyPr wrap="square">
            <a:spAutoFit/>
          </a:bodyPr>
          <a:lstStyle>
            <a:defPPr>
              <a:defRPr lang="es-CO"/>
            </a:defPPr>
            <a:lvl1pPr>
              <a:defRPr sz="1400">
                <a:solidFill>
                  <a:schemeClr val="tx1">
                    <a:lumMod val="65000"/>
                    <a:lumOff val="35000"/>
                  </a:schemeClr>
                </a:solidFill>
              </a:defRPr>
            </a:lvl1pPr>
          </a:lstStyle>
          <a:p>
            <a:pPr algn="ctr"/>
            <a:r>
              <a:rPr lang="es-CO" dirty="0"/>
              <a:t>Compute </a:t>
            </a:r>
            <a:r>
              <a:rPr lang="es-CO" dirty="0" err="1"/>
              <a:t>the</a:t>
            </a:r>
            <a:r>
              <a:rPr lang="es-CO" dirty="0"/>
              <a:t> </a:t>
            </a:r>
            <a:r>
              <a:rPr lang="es-CO" dirty="0" err="1"/>
              <a:t>difference</a:t>
            </a:r>
            <a:r>
              <a:rPr lang="es-CO" dirty="0"/>
              <a:t> </a:t>
            </a:r>
            <a:r>
              <a:rPr lang="es-CO" dirty="0" err="1"/>
              <a:t>between</a:t>
            </a:r>
            <a:r>
              <a:rPr lang="es-CO" dirty="0"/>
              <a:t> </a:t>
            </a:r>
            <a:r>
              <a:rPr lang="es-CO" dirty="0" err="1"/>
              <a:t>the</a:t>
            </a:r>
            <a:r>
              <a:rPr lang="es-CO" dirty="0"/>
              <a:t> </a:t>
            </a:r>
            <a:r>
              <a:rPr lang="es-CO" dirty="0" err="1"/>
              <a:t>leaf</a:t>
            </a:r>
            <a:r>
              <a:rPr lang="es-CO" dirty="0"/>
              <a:t> </a:t>
            </a:r>
            <a:r>
              <a:rPr lang="es-CO" dirty="0" err="1"/>
              <a:t>prediction</a:t>
            </a:r>
            <a:r>
              <a:rPr lang="es-CO" dirty="0"/>
              <a:t> and </a:t>
            </a:r>
            <a:r>
              <a:rPr lang="es-CO" dirty="0" err="1"/>
              <a:t>the</a:t>
            </a:r>
            <a:r>
              <a:rPr lang="es-CO" dirty="0"/>
              <a:t> </a:t>
            </a:r>
            <a:r>
              <a:rPr lang="es-CO" dirty="0" err="1"/>
              <a:t>baseline</a:t>
            </a:r>
            <a:r>
              <a:rPr lang="es-CO" dirty="0"/>
              <a:t>. </a:t>
            </a:r>
            <a:r>
              <a:rPr lang="es-CO" i="1" dirty="0" err="1"/>
              <a:t>This</a:t>
            </a:r>
            <a:r>
              <a:rPr lang="es-CO" i="1" dirty="0"/>
              <a:t> </a:t>
            </a:r>
            <a:r>
              <a:rPr lang="es-CO" i="1" dirty="0" err="1"/>
              <a:t>is</a:t>
            </a:r>
            <a:r>
              <a:rPr lang="es-CO" i="1" dirty="0"/>
              <a:t> </a:t>
            </a:r>
            <a:r>
              <a:rPr lang="es-CO" i="1" dirty="0" err="1"/>
              <a:t>what</a:t>
            </a:r>
            <a:r>
              <a:rPr lang="es-CO" i="1" dirty="0"/>
              <a:t> </a:t>
            </a:r>
            <a:r>
              <a:rPr lang="es-CO" i="1" dirty="0" err="1"/>
              <a:t>needs</a:t>
            </a:r>
            <a:r>
              <a:rPr lang="es-CO" i="1" dirty="0"/>
              <a:t> </a:t>
            </a:r>
            <a:r>
              <a:rPr lang="es-CO" i="1" dirty="0" err="1"/>
              <a:t>to</a:t>
            </a:r>
            <a:r>
              <a:rPr lang="es-CO" i="1" dirty="0"/>
              <a:t> be </a:t>
            </a:r>
            <a:r>
              <a:rPr lang="es-CO" i="1" dirty="0" err="1"/>
              <a:t>explained</a:t>
            </a:r>
            <a:r>
              <a:rPr lang="es-CO" i="1" dirty="0"/>
              <a:t>.</a:t>
            </a:r>
          </a:p>
        </p:txBody>
      </p:sp>
      <p:sp>
        <p:nvSpPr>
          <p:cNvPr id="70" name="CuadroTexto 69">
            <a:extLst>
              <a:ext uri="{FF2B5EF4-FFF2-40B4-BE49-F238E27FC236}">
                <a16:creationId xmlns:a16="http://schemas.microsoft.com/office/drawing/2014/main" id="{D8B5229D-38AB-496C-AB2F-CAE75F1322BE}"/>
              </a:ext>
            </a:extLst>
          </p:cNvPr>
          <p:cNvSpPr txBox="1"/>
          <p:nvPr/>
        </p:nvSpPr>
        <p:spPr>
          <a:xfrm>
            <a:off x="6420379" y="5141686"/>
            <a:ext cx="2307837" cy="1384995"/>
          </a:xfrm>
          <a:prstGeom prst="rect">
            <a:avLst/>
          </a:prstGeom>
          <a:noFill/>
        </p:spPr>
        <p:txBody>
          <a:bodyPr wrap="square">
            <a:spAutoFit/>
          </a:bodyPr>
          <a:lstStyle>
            <a:defPPr>
              <a:defRPr lang="es-CO"/>
            </a:defPPr>
            <a:lvl1pPr>
              <a:defRPr sz="1400">
                <a:solidFill>
                  <a:schemeClr val="tx1">
                    <a:lumMod val="65000"/>
                    <a:lumOff val="35000"/>
                  </a:schemeClr>
                </a:solidFill>
              </a:defRPr>
            </a:lvl1pPr>
          </a:lstStyle>
          <a:p>
            <a:pPr algn="ctr"/>
            <a:r>
              <a:rPr lang="en-US" dirty="0"/>
              <a:t>Distribute the difference fairly among features using SHAP values, which reflect each feature’s influence by considering all possible combinations.</a:t>
            </a:r>
            <a:endParaRPr lang="es-CO" dirty="0"/>
          </a:p>
        </p:txBody>
      </p:sp>
      <p:grpSp>
        <p:nvGrpSpPr>
          <p:cNvPr id="71" name="Grupo 70">
            <a:extLst>
              <a:ext uri="{FF2B5EF4-FFF2-40B4-BE49-F238E27FC236}">
                <a16:creationId xmlns:a16="http://schemas.microsoft.com/office/drawing/2014/main" id="{AA6EFDB9-86F8-40BA-9AA0-F0A0536D796D}"/>
              </a:ext>
            </a:extLst>
          </p:cNvPr>
          <p:cNvGrpSpPr/>
          <p:nvPr/>
        </p:nvGrpSpPr>
        <p:grpSpPr>
          <a:xfrm>
            <a:off x="7394352" y="4715434"/>
            <a:ext cx="359892" cy="360000"/>
            <a:chOff x="6015693" y="2188627"/>
            <a:chExt cx="359892" cy="360000"/>
          </a:xfrm>
        </p:grpSpPr>
        <p:sp>
          <p:nvSpPr>
            <p:cNvPr id="72" name="Google Shape;387;p19">
              <a:extLst>
                <a:ext uri="{FF2B5EF4-FFF2-40B4-BE49-F238E27FC236}">
                  <a16:creationId xmlns:a16="http://schemas.microsoft.com/office/drawing/2014/main" id="{E7449075-4945-49B8-92E1-CDAC60CDEE55}"/>
                </a:ext>
              </a:extLst>
            </p:cNvPr>
            <p:cNvSpPr>
              <a:spLocks noChangeAspect="1"/>
            </p:cNvSpPr>
            <p:nvPr/>
          </p:nvSpPr>
          <p:spPr>
            <a:xfrm>
              <a:off x="6015693" y="2188627"/>
              <a:ext cx="359892" cy="360000"/>
            </a:xfrm>
            <a:custGeom>
              <a:avLst/>
              <a:gdLst/>
              <a:ahLst/>
              <a:cxnLst/>
              <a:rect l="l" t="t" r="r" b="b"/>
              <a:pathLst>
                <a:path w="39851" h="39863" extrusionOk="0">
                  <a:moveTo>
                    <a:pt x="19931" y="1"/>
                  </a:moveTo>
                  <a:cubicBezTo>
                    <a:pt x="8918" y="1"/>
                    <a:pt x="0" y="8930"/>
                    <a:pt x="0" y="19932"/>
                  </a:cubicBezTo>
                  <a:cubicBezTo>
                    <a:pt x="0" y="30933"/>
                    <a:pt x="8918" y="39863"/>
                    <a:pt x="19931" y="39863"/>
                  </a:cubicBezTo>
                  <a:cubicBezTo>
                    <a:pt x="30932" y="39863"/>
                    <a:pt x="39850" y="30933"/>
                    <a:pt x="39850" y="19932"/>
                  </a:cubicBezTo>
                  <a:cubicBezTo>
                    <a:pt x="39850" y="8930"/>
                    <a:pt x="30932" y="1"/>
                    <a:pt x="19931" y="1"/>
                  </a:cubicBezTo>
                  <a:close/>
                </a:path>
              </a:pathLst>
            </a:custGeom>
            <a:solidFill>
              <a:srgbClr val="B278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388;p19">
              <a:extLst>
                <a:ext uri="{FF2B5EF4-FFF2-40B4-BE49-F238E27FC236}">
                  <a16:creationId xmlns:a16="http://schemas.microsoft.com/office/drawing/2014/main" id="{5FA16CA6-CEB1-4459-97FF-7BC2E63CDF71}"/>
                </a:ext>
              </a:extLst>
            </p:cNvPr>
            <p:cNvSpPr>
              <a:spLocks noChangeAspect="1"/>
            </p:cNvSpPr>
            <p:nvPr/>
          </p:nvSpPr>
          <p:spPr>
            <a:xfrm>
              <a:off x="6069687" y="2242627"/>
              <a:ext cx="251905" cy="252000"/>
            </a:xfrm>
            <a:custGeom>
              <a:avLst/>
              <a:gdLst/>
              <a:ahLst/>
              <a:cxnLst/>
              <a:rect l="l" t="t" r="r" b="b"/>
              <a:pathLst>
                <a:path w="34326" h="34339" extrusionOk="0">
                  <a:moveTo>
                    <a:pt x="17169" y="1"/>
                  </a:moveTo>
                  <a:cubicBezTo>
                    <a:pt x="7692" y="1"/>
                    <a:pt x="0" y="7692"/>
                    <a:pt x="0" y="17170"/>
                  </a:cubicBezTo>
                  <a:cubicBezTo>
                    <a:pt x="0" y="26647"/>
                    <a:pt x="7692" y="34338"/>
                    <a:pt x="17169" y="34338"/>
                  </a:cubicBezTo>
                  <a:cubicBezTo>
                    <a:pt x="26646" y="34338"/>
                    <a:pt x="34326" y="26647"/>
                    <a:pt x="34326" y="17170"/>
                  </a:cubicBezTo>
                  <a:cubicBezTo>
                    <a:pt x="34326" y="7692"/>
                    <a:pt x="26646" y="1"/>
                    <a:pt x="17169" y="1"/>
                  </a:cubicBezTo>
                  <a:close/>
                </a:path>
              </a:pathLst>
            </a:custGeom>
            <a:solidFill>
              <a:srgbClr val="F3F3F3"/>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s-ES"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rPr>
                <a:t>4</a:t>
              </a:r>
              <a:endParaRPr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endParaRPr>
            </a:p>
          </p:txBody>
        </p:sp>
      </p:grpSp>
      <p:sp>
        <p:nvSpPr>
          <p:cNvPr id="75" name="CuadroTexto 74">
            <a:extLst>
              <a:ext uri="{FF2B5EF4-FFF2-40B4-BE49-F238E27FC236}">
                <a16:creationId xmlns:a16="http://schemas.microsoft.com/office/drawing/2014/main" id="{A0FFA421-03D8-4DC1-9C3B-2CDD3B24FC2D}"/>
              </a:ext>
            </a:extLst>
          </p:cNvPr>
          <p:cNvSpPr txBox="1"/>
          <p:nvPr/>
        </p:nvSpPr>
        <p:spPr>
          <a:xfrm>
            <a:off x="7937579" y="3318591"/>
            <a:ext cx="2463022" cy="1169551"/>
          </a:xfrm>
          <a:prstGeom prst="rect">
            <a:avLst/>
          </a:prstGeom>
          <a:noFill/>
        </p:spPr>
        <p:txBody>
          <a:bodyPr wrap="square">
            <a:spAutoFit/>
          </a:bodyPr>
          <a:lstStyle/>
          <a:p>
            <a:pPr algn="ctr"/>
            <a:r>
              <a:rPr lang="es-CO" sz="1400" dirty="0" err="1">
                <a:solidFill>
                  <a:schemeClr val="tx1">
                    <a:lumMod val="50000"/>
                    <a:lumOff val="50000"/>
                  </a:schemeClr>
                </a:solidFill>
              </a:rPr>
              <a:t>For</a:t>
            </a:r>
            <a:r>
              <a:rPr lang="es-CO" sz="1400" dirty="0">
                <a:solidFill>
                  <a:schemeClr val="tx1">
                    <a:lumMod val="50000"/>
                    <a:lumOff val="50000"/>
                  </a:schemeClr>
                </a:solidFill>
              </a:rPr>
              <a:t> </a:t>
            </a:r>
            <a:r>
              <a:rPr lang="es-CO" sz="1400" dirty="0" err="1">
                <a:solidFill>
                  <a:schemeClr val="tx1">
                    <a:lumMod val="50000"/>
                    <a:lumOff val="50000"/>
                  </a:schemeClr>
                </a:solidFill>
              </a:rPr>
              <a:t>ensembles</a:t>
            </a:r>
            <a:r>
              <a:rPr lang="es-CO" sz="1400" dirty="0">
                <a:solidFill>
                  <a:schemeClr val="tx1">
                    <a:lumMod val="50000"/>
                    <a:lumOff val="50000"/>
                  </a:schemeClr>
                </a:solidFill>
              </a:rPr>
              <a:t> (</a:t>
            </a:r>
            <a:r>
              <a:rPr lang="es-CO" sz="1400" dirty="0" err="1">
                <a:solidFill>
                  <a:schemeClr val="tx1">
                    <a:lumMod val="50000"/>
                    <a:lumOff val="50000"/>
                  </a:schemeClr>
                </a:solidFill>
              </a:rPr>
              <a:t>like</a:t>
            </a:r>
            <a:r>
              <a:rPr lang="es-CO" sz="1400" dirty="0">
                <a:solidFill>
                  <a:schemeClr val="tx1">
                    <a:lumMod val="50000"/>
                    <a:lumOff val="50000"/>
                  </a:schemeClr>
                </a:solidFill>
              </a:rPr>
              <a:t> </a:t>
            </a:r>
            <a:r>
              <a:rPr lang="es-CO" sz="1400" dirty="0" err="1">
                <a:solidFill>
                  <a:schemeClr val="tx1">
                    <a:lumMod val="50000"/>
                    <a:lumOff val="50000"/>
                  </a:schemeClr>
                </a:solidFill>
              </a:rPr>
              <a:t>random</a:t>
            </a:r>
            <a:r>
              <a:rPr lang="es-CO" sz="1400" dirty="0">
                <a:solidFill>
                  <a:schemeClr val="tx1">
                    <a:lumMod val="50000"/>
                    <a:lumOff val="50000"/>
                  </a:schemeClr>
                </a:solidFill>
              </a:rPr>
              <a:t> </a:t>
            </a:r>
            <a:r>
              <a:rPr lang="es-CO" sz="1400" dirty="0" err="1">
                <a:solidFill>
                  <a:schemeClr val="tx1">
                    <a:lumMod val="50000"/>
                    <a:lumOff val="50000"/>
                  </a:schemeClr>
                </a:solidFill>
              </a:rPr>
              <a:t>forests</a:t>
            </a:r>
            <a:r>
              <a:rPr lang="es-CO" sz="1400" dirty="0">
                <a:solidFill>
                  <a:schemeClr val="tx1">
                    <a:lumMod val="50000"/>
                    <a:lumOff val="50000"/>
                  </a:schemeClr>
                </a:solidFill>
              </a:rPr>
              <a:t> </a:t>
            </a:r>
            <a:r>
              <a:rPr lang="es-CO" sz="1400" dirty="0" err="1">
                <a:solidFill>
                  <a:schemeClr val="tx1">
                    <a:lumMod val="50000"/>
                    <a:lumOff val="50000"/>
                  </a:schemeClr>
                </a:solidFill>
              </a:rPr>
              <a:t>or</a:t>
            </a:r>
            <a:r>
              <a:rPr lang="es-CO" sz="1400" dirty="0">
                <a:solidFill>
                  <a:schemeClr val="tx1">
                    <a:lumMod val="50000"/>
                    <a:lumOff val="50000"/>
                  </a:schemeClr>
                </a:solidFill>
              </a:rPr>
              <a:t> </a:t>
            </a:r>
            <a:r>
              <a:rPr lang="es-CO" sz="1400" dirty="0" err="1">
                <a:solidFill>
                  <a:schemeClr val="tx1">
                    <a:lumMod val="50000"/>
                    <a:lumOff val="50000"/>
                  </a:schemeClr>
                </a:solidFill>
              </a:rPr>
              <a:t>gradient</a:t>
            </a:r>
            <a:r>
              <a:rPr lang="es-CO" sz="1400" dirty="0">
                <a:solidFill>
                  <a:schemeClr val="tx1">
                    <a:lumMod val="50000"/>
                    <a:lumOff val="50000"/>
                  </a:schemeClr>
                </a:solidFill>
              </a:rPr>
              <a:t> </a:t>
            </a:r>
            <a:r>
              <a:rPr lang="es-CO" sz="1400" dirty="0" err="1">
                <a:solidFill>
                  <a:schemeClr val="tx1">
                    <a:lumMod val="50000"/>
                    <a:lumOff val="50000"/>
                  </a:schemeClr>
                </a:solidFill>
              </a:rPr>
              <a:t>boosting</a:t>
            </a:r>
            <a:r>
              <a:rPr lang="es-CO" sz="1400" dirty="0">
                <a:solidFill>
                  <a:schemeClr val="tx1">
                    <a:lumMod val="50000"/>
                    <a:lumOff val="50000"/>
                  </a:schemeClr>
                </a:solidFill>
              </a:rPr>
              <a:t>):</a:t>
            </a:r>
          </a:p>
          <a:p>
            <a:pPr algn="ctr"/>
            <a:r>
              <a:rPr lang="es-CO" sz="1400" dirty="0" err="1">
                <a:solidFill>
                  <a:schemeClr val="tx1">
                    <a:lumMod val="50000"/>
                    <a:lumOff val="50000"/>
                  </a:schemeClr>
                </a:solidFill>
              </a:rPr>
              <a:t>Repeat</a:t>
            </a:r>
            <a:r>
              <a:rPr lang="es-CO" sz="1400" dirty="0">
                <a:solidFill>
                  <a:schemeClr val="tx1">
                    <a:lumMod val="50000"/>
                    <a:lumOff val="50000"/>
                  </a:schemeClr>
                </a:solidFill>
              </a:rPr>
              <a:t> las </a:t>
            </a:r>
            <a:r>
              <a:rPr lang="es-CO" sz="1400" dirty="0" err="1">
                <a:solidFill>
                  <a:schemeClr val="tx1">
                    <a:lumMod val="50000"/>
                    <a:lumOff val="50000"/>
                  </a:schemeClr>
                </a:solidFill>
              </a:rPr>
              <a:t>steps</a:t>
            </a:r>
            <a:r>
              <a:rPr lang="es-CO" sz="1400" dirty="0">
                <a:solidFill>
                  <a:schemeClr val="tx1">
                    <a:lumMod val="50000"/>
                    <a:lumOff val="50000"/>
                  </a:schemeClr>
                </a:solidFill>
              </a:rPr>
              <a:t> </a:t>
            </a:r>
            <a:r>
              <a:rPr lang="es-CO" sz="1400" dirty="0" err="1">
                <a:solidFill>
                  <a:schemeClr val="tx1">
                    <a:lumMod val="50000"/>
                    <a:lumOff val="50000"/>
                  </a:schemeClr>
                </a:solidFill>
              </a:rPr>
              <a:t>for</a:t>
            </a:r>
            <a:r>
              <a:rPr lang="es-CO" sz="1400" dirty="0">
                <a:solidFill>
                  <a:schemeClr val="tx1">
                    <a:lumMod val="50000"/>
                    <a:lumOff val="50000"/>
                  </a:schemeClr>
                </a:solidFill>
              </a:rPr>
              <a:t> </a:t>
            </a:r>
            <a:r>
              <a:rPr lang="es-CO" sz="1400" dirty="0" err="1">
                <a:solidFill>
                  <a:schemeClr val="tx1">
                    <a:lumMod val="50000"/>
                    <a:lumOff val="50000"/>
                  </a:schemeClr>
                </a:solidFill>
              </a:rPr>
              <a:t>each</a:t>
            </a:r>
            <a:r>
              <a:rPr lang="es-CO" sz="1400" dirty="0">
                <a:solidFill>
                  <a:schemeClr val="tx1">
                    <a:lumMod val="50000"/>
                    <a:lumOff val="50000"/>
                  </a:schemeClr>
                </a:solidFill>
              </a:rPr>
              <a:t> </a:t>
            </a:r>
            <a:r>
              <a:rPr lang="es-CO" sz="1400" dirty="0" err="1">
                <a:solidFill>
                  <a:schemeClr val="tx1">
                    <a:lumMod val="50000"/>
                    <a:lumOff val="50000"/>
                  </a:schemeClr>
                </a:solidFill>
              </a:rPr>
              <a:t>tree</a:t>
            </a:r>
            <a:r>
              <a:rPr lang="es-CO" sz="1400" dirty="0">
                <a:solidFill>
                  <a:schemeClr val="tx1">
                    <a:lumMod val="50000"/>
                    <a:lumOff val="50000"/>
                  </a:schemeClr>
                </a:solidFill>
              </a:rPr>
              <a:t>.</a:t>
            </a:r>
          </a:p>
          <a:p>
            <a:pPr algn="ctr"/>
            <a:r>
              <a:rPr lang="es-CO" sz="1400" dirty="0">
                <a:solidFill>
                  <a:schemeClr val="tx1">
                    <a:lumMod val="50000"/>
                    <a:lumOff val="50000"/>
                  </a:schemeClr>
                </a:solidFill>
              </a:rPr>
              <a:t>Sum SHAP </a:t>
            </a:r>
            <a:r>
              <a:rPr lang="es-CO" sz="1400" dirty="0" err="1">
                <a:solidFill>
                  <a:schemeClr val="tx1">
                    <a:lumMod val="50000"/>
                    <a:lumOff val="50000"/>
                  </a:schemeClr>
                </a:solidFill>
              </a:rPr>
              <a:t>values</a:t>
            </a:r>
            <a:r>
              <a:rPr lang="es-CO" sz="1400" dirty="0">
                <a:solidFill>
                  <a:schemeClr val="tx1">
                    <a:lumMod val="50000"/>
                    <a:lumOff val="50000"/>
                  </a:schemeClr>
                </a:solidFill>
              </a:rPr>
              <a:t> </a:t>
            </a:r>
            <a:r>
              <a:rPr lang="es-CO" sz="1400" dirty="0" err="1">
                <a:solidFill>
                  <a:schemeClr val="tx1">
                    <a:lumMod val="50000"/>
                    <a:lumOff val="50000"/>
                  </a:schemeClr>
                </a:solidFill>
              </a:rPr>
              <a:t>across</a:t>
            </a:r>
            <a:r>
              <a:rPr lang="es-CO" sz="1400" dirty="0">
                <a:solidFill>
                  <a:schemeClr val="tx1">
                    <a:lumMod val="50000"/>
                    <a:lumOff val="50000"/>
                  </a:schemeClr>
                </a:solidFill>
              </a:rPr>
              <a:t> </a:t>
            </a:r>
            <a:r>
              <a:rPr lang="es-CO" sz="1400" dirty="0" err="1">
                <a:solidFill>
                  <a:schemeClr val="tx1">
                    <a:lumMod val="50000"/>
                    <a:lumOff val="50000"/>
                  </a:schemeClr>
                </a:solidFill>
              </a:rPr>
              <a:t>all</a:t>
            </a:r>
            <a:r>
              <a:rPr lang="es-CO" sz="1400" dirty="0">
                <a:solidFill>
                  <a:schemeClr val="tx1">
                    <a:lumMod val="50000"/>
                    <a:lumOff val="50000"/>
                  </a:schemeClr>
                </a:solidFill>
              </a:rPr>
              <a:t> </a:t>
            </a:r>
            <a:r>
              <a:rPr lang="es-CO" sz="1400" dirty="0" err="1">
                <a:solidFill>
                  <a:schemeClr val="tx1">
                    <a:lumMod val="50000"/>
                    <a:lumOff val="50000"/>
                  </a:schemeClr>
                </a:solidFill>
              </a:rPr>
              <a:t>trees</a:t>
            </a:r>
            <a:r>
              <a:rPr lang="es-CO" sz="1400" dirty="0">
                <a:solidFill>
                  <a:schemeClr val="tx1">
                    <a:lumMod val="50000"/>
                    <a:lumOff val="50000"/>
                  </a:schemeClr>
                </a:solidFill>
              </a:rPr>
              <a:t> </a:t>
            </a:r>
            <a:r>
              <a:rPr lang="es-CO" sz="1400" dirty="0" err="1">
                <a:solidFill>
                  <a:schemeClr val="tx1">
                    <a:lumMod val="50000"/>
                    <a:lumOff val="50000"/>
                  </a:schemeClr>
                </a:solidFill>
              </a:rPr>
              <a:t>for</a:t>
            </a:r>
            <a:r>
              <a:rPr lang="es-CO" sz="1400" dirty="0">
                <a:solidFill>
                  <a:schemeClr val="tx1">
                    <a:lumMod val="50000"/>
                    <a:lumOff val="50000"/>
                  </a:schemeClr>
                </a:solidFill>
              </a:rPr>
              <a:t> </a:t>
            </a:r>
            <a:r>
              <a:rPr lang="es-CO" sz="1400" dirty="0" err="1">
                <a:solidFill>
                  <a:schemeClr val="tx1">
                    <a:lumMod val="50000"/>
                    <a:lumOff val="50000"/>
                  </a:schemeClr>
                </a:solidFill>
              </a:rPr>
              <a:t>each</a:t>
            </a:r>
            <a:r>
              <a:rPr lang="es-CO" sz="1400" dirty="0">
                <a:solidFill>
                  <a:schemeClr val="tx1">
                    <a:lumMod val="50000"/>
                    <a:lumOff val="50000"/>
                  </a:schemeClr>
                </a:solidFill>
              </a:rPr>
              <a:t> </a:t>
            </a:r>
            <a:r>
              <a:rPr lang="es-CO" sz="1400" dirty="0" err="1">
                <a:solidFill>
                  <a:schemeClr val="tx1">
                    <a:lumMod val="50000"/>
                    <a:lumOff val="50000"/>
                  </a:schemeClr>
                </a:solidFill>
              </a:rPr>
              <a:t>feature</a:t>
            </a:r>
            <a:r>
              <a:rPr lang="es-CO" sz="1400" dirty="0">
                <a:solidFill>
                  <a:schemeClr val="tx1">
                    <a:lumMod val="65000"/>
                    <a:lumOff val="35000"/>
                  </a:schemeClr>
                </a:solidFill>
              </a:rPr>
              <a:t>.</a:t>
            </a:r>
          </a:p>
        </p:txBody>
      </p:sp>
      <p:grpSp>
        <p:nvGrpSpPr>
          <p:cNvPr id="76" name="Grupo 75">
            <a:extLst>
              <a:ext uri="{FF2B5EF4-FFF2-40B4-BE49-F238E27FC236}">
                <a16:creationId xmlns:a16="http://schemas.microsoft.com/office/drawing/2014/main" id="{047F1D69-0366-47CC-B18B-493F3855E46A}"/>
              </a:ext>
            </a:extLst>
          </p:cNvPr>
          <p:cNvGrpSpPr/>
          <p:nvPr/>
        </p:nvGrpSpPr>
        <p:grpSpPr>
          <a:xfrm>
            <a:off x="8923439" y="2927309"/>
            <a:ext cx="359892" cy="360000"/>
            <a:chOff x="6015693" y="2188627"/>
            <a:chExt cx="359892" cy="360000"/>
          </a:xfrm>
        </p:grpSpPr>
        <p:sp>
          <p:nvSpPr>
            <p:cNvPr id="77" name="Google Shape;387;p19">
              <a:extLst>
                <a:ext uri="{FF2B5EF4-FFF2-40B4-BE49-F238E27FC236}">
                  <a16:creationId xmlns:a16="http://schemas.microsoft.com/office/drawing/2014/main" id="{55949FA1-1FC6-4340-8591-739FE9FA5664}"/>
                </a:ext>
              </a:extLst>
            </p:cNvPr>
            <p:cNvSpPr>
              <a:spLocks noChangeAspect="1"/>
            </p:cNvSpPr>
            <p:nvPr/>
          </p:nvSpPr>
          <p:spPr>
            <a:xfrm>
              <a:off x="6015693" y="2188627"/>
              <a:ext cx="359892" cy="360000"/>
            </a:xfrm>
            <a:custGeom>
              <a:avLst/>
              <a:gdLst/>
              <a:ahLst/>
              <a:cxnLst/>
              <a:rect l="l" t="t" r="r" b="b"/>
              <a:pathLst>
                <a:path w="39851" h="39863" extrusionOk="0">
                  <a:moveTo>
                    <a:pt x="19931" y="1"/>
                  </a:moveTo>
                  <a:cubicBezTo>
                    <a:pt x="8918" y="1"/>
                    <a:pt x="0" y="8930"/>
                    <a:pt x="0" y="19932"/>
                  </a:cubicBezTo>
                  <a:cubicBezTo>
                    <a:pt x="0" y="30933"/>
                    <a:pt x="8918" y="39863"/>
                    <a:pt x="19931" y="39863"/>
                  </a:cubicBezTo>
                  <a:cubicBezTo>
                    <a:pt x="30932" y="39863"/>
                    <a:pt x="39850" y="30933"/>
                    <a:pt x="39850" y="19932"/>
                  </a:cubicBezTo>
                  <a:cubicBezTo>
                    <a:pt x="39850" y="8930"/>
                    <a:pt x="30932" y="1"/>
                    <a:pt x="19931" y="1"/>
                  </a:cubicBezTo>
                  <a:close/>
                </a:path>
              </a:pathLst>
            </a:custGeom>
            <a:solidFill>
              <a:schemeClr val="tx1">
                <a:lumMod val="65000"/>
                <a:lumOff val="3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388;p19">
              <a:extLst>
                <a:ext uri="{FF2B5EF4-FFF2-40B4-BE49-F238E27FC236}">
                  <a16:creationId xmlns:a16="http://schemas.microsoft.com/office/drawing/2014/main" id="{E2D81B9B-CB94-4434-BB3E-193CD4FECE41}"/>
                </a:ext>
              </a:extLst>
            </p:cNvPr>
            <p:cNvSpPr>
              <a:spLocks noChangeAspect="1"/>
            </p:cNvSpPr>
            <p:nvPr/>
          </p:nvSpPr>
          <p:spPr>
            <a:xfrm>
              <a:off x="6069687" y="2242627"/>
              <a:ext cx="251905" cy="252000"/>
            </a:xfrm>
            <a:custGeom>
              <a:avLst/>
              <a:gdLst/>
              <a:ahLst/>
              <a:cxnLst/>
              <a:rect l="l" t="t" r="r" b="b"/>
              <a:pathLst>
                <a:path w="34326" h="34339" extrusionOk="0">
                  <a:moveTo>
                    <a:pt x="17169" y="1"/>
                  </a:moveTo>
                  <a:cubicBezTo>
                    <a:pt x="7692" y="1"/>
                    <a:pt x="0" y="7692"/>
                    <a:pt x="0" y="17170"/>
                  </a:cubicBezTo>
                  <a:cubicBezTo>
                    <a:pt x="0" y="26647"/>
                    <a:pt x="7692" y="34338"/>
                    <a:pt x="17169" y="34338"/>
                  </a:cubicBezTo>
                  <a:cubicBezTo>
                    <a:pt x="26646" y="34338"/>
                    <a:pt x="34326" y="26647"/>
                    <a:pt x="34326" y="17170"/>
                  </a:cubicBezTo>
                  <a:cubicBezTo>
                    <a:pt x="34326" y="7692"/>
                    <a:pt x="26646" y="1"/>
                    <a:pt x="17169" y="1"/>
                  </a:cubicBezTo>
                  <a:close/>
                </a:path>
              </a:pathLst>
            </a:custGeom>
            <a:solidFill>
              <a:srgbClr val="F3F3F3"/>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s-ES"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rPr>
                <a:t>5</a:t>
              </a:r>
              <a:endParaRPr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endParaRPr>
            </a:p>
          </p:txBody>
        </p:sp>
      </p:grpSp>
      <p:sp>
        <p:nvSpPr>
          <p:cNvPr id="79" name="CuadroTexto 78">
            <a:extLst>
              <a:ext uri="{FF2B5EF4-FFF2-40B4-BE49-F238E27FC236}">
                <a16:creationId xmlns:a16="http://schemas.microsoft.com/office/drawing/2014/main" id="{5BBF6A24-290B-4A56-832E-2001D9E597B5}"/>
              </a:ext>
            </a:extLst>
          </p:cNvPr>
          <p:cNvSpPr txBox="1"/>
          <p:nvPr/>
        </p:nvSpPr>
        <p:spPr>
          <a:xfrm>
            <a:off x="665032" y="2396367"/>
            <a:ext cx="3476012" cy="523220"/>
          </a:xfrm>
          <a:prstGeom prst="rect">
            <a:avLst/>
          </a:prstGeom>
          <a:noFill/>
        </p:spPr>
        <p:txBody>
          <a:bodyPr wrap="square">
            <a:spAutoFit/>
          </a:bodyPr>
          <a:lstStyle/>
          <a:p>
            <a:r>
              <a:rPr lang="en-US" sz="2400" b="1" dirty="0">
                <a:latin typeface="Source Sans Pro" panose="020B0503030403020204" pitchFamily="34" charset="0"/>
                <a:ea typeface="Source Sans Pro" panose="020B0503030403020204" pitchFamily="34" charset="0"/>
              </a:rPr>
              <a:t>How </a:t>
            </a:r>
            <a:r>
              <a:rPr lang="en-US" sz="2400" b="1" dirty="0" err="1">
                <a:latin typeface="Source Sans Pro" panose="020B0503030403020204" pitchFamily="34" charset="0"/>
                <a:ea typeface="Source Sans Pro" panose="020B0503030403020204" pitchFamily="34" charset="0"/>
              </a:rPr>
              <a:t>TreeSHAP</a:t>
            </a:r>
            <a:r>
              <a:rPr lang="en-US" sz="2400" b="1" dirty="0">
                <a:latin typeface="Source Sans Pro" panose="020B0503030403020204" pitchFamily="34" charset="0"/>
                <a:ea typeface="Source Sans Pro" panose="020B0503030403020204" pitchFamily="34" charset="0"/>
              </a:rPr>
              <a:t> Works?</a:t>
            </a:r>
            <a:r>
              <a:rPr lang="en-US" sz="2800" i="1" dirty="0">
                <a:latin typeface="Source Sans Pro Light" panose="020B0403030403020204" pitchFamily="34" charset="0"/>
                <a:ea typeface="Source Sans Pro Light" panose="020B0403030403020204" pitchFamily="34" charset="0"/>
              </a:rPr>
              <a:t> </a:t>
            </a:r>
            <a:endParaRPr lang="es-CO" sz="3600" i="1" dirty="0">
              <a:latin typeface="Source Sans Pro Light" panose="020B0403030403020204" pitchFamily="34" charset="0"/>
              <a:ea typeface="Source Sans Pro Light" panose="020B0403030403020204" pitchFamily="34" charset="0"/>
            </a:endParaRPr>
          </a:p>
        </p:txBody>
      </p:sp>
      <p:sp>
        <p:nvSpPr>
          <p:cNvPr id="82" name="CuadroTexto 81">
            <a:extLst>
              <a:ext uri="{FF2B5EF4-FFF2-40B4-BE49-F238E27FC236}">
                <a16:creationId xmlns:a16="http://schemas.microsoft.com/office/drawing/2014/main" id="{AAF7C981-3516-41A3-BFEF-521B0F6A27AD}"/>
              </a:ext>
            </a:extLst>
          </p:cNvPr>
          <p:cNvSpPr txBox="1"/>
          <p:nvPr/>
        </p:nvSpPr>
        <p:spPr>
          <a:xfrm>
            <a:off x="673045" y="1053235"/>
            <a:ext cx="3481844" cy="769441"/>
          </a:xfrm>
          <a:prstGeom prst="rect">
            <a:avLst/>
          </a:prstGeom>
          <a:noFill/>
        </p:spPr>
        <p:txBody>
          <a:bodyPr wrap="square">
            <a:spAutoFit/>
          </a:bodyPr>
          <a:lstStyle/>
          <a:p>
            <a:r>
              <a:rPr lang="es-ES_tradnl" sz="3200" b="1" dirty="0">
                <a:latin typeface="Source Sans Pro" panose="020B0503030403020204" pitchFamily="34" charset="0"/>
                <a:ea typeface="Source Sans Pro" panose="020B0503030403020204" pitchFamily="34" charset="0"/>
              </a:rPr>
              <a:t>SHAP</a:t>
            </a:r>
            <a:r>
              <a:rPr lang="es-ES_tradnl" sz="2400" b="1" dirty="0">
                <a:latin typeface="Source Sans Pro" panose="020B0503030403020204" pitchFamily="34" charset="0"/>
                <a:ea typeface="Source Sans Pro" panose="020B0503030403020204" pitchFamily="34" charset="0"/>
              </a:rPr>
              <a:t> </a:t>
            </a:r>
            <a:r>
              <a:rPr lang="es-ES" sz="4400" i="1" dirty="0" err="1">
                <a:latin typeface="Source Sans Pro Light" panose="020B0403030403020204" pitchFamily="34" charset="0"/>
                <a:ea typeface="Source Sans Pro Light" panose="020B0403030403020204" pitchFamily="34" charset="0"/>
              </a:rPr>
              <a:t>Values</a:t>
            </a:r>
            <a:endParaRPr lang="es-ES_tradnl" sz="4000" b="1" dirty="0">
              <a:latin typeface="Source Sans Pro Light" panose="020B0403030403020204" pitchFamily="34" charset="0"/>
              <a:ea typeface="Source Sans Pro Light" panose="020B0403030403020204" pitchFamily="34" charset="0"/>
            </a:endParaRPr>
          </a:p>
        </p:txBody>
      </p:sp>
      <p:sp>
        <p:nvSpPr>
          <p:cNvPr id="83" name="CuadroTexto 82">
            <a:extLst>
              <a:ext uri="{FF2B5EF4-FFF2-40B4-BE49-F238E27FC236}">
                <a16:creationId xmlns:a16="http://schemas.microsoft.com/office/drawing/2014/main" id="{B0A81A87-CE16-4598-8142-1B9FB0073630}"/>
              </a:ext>
            </a:extLst>
          </p:cNvPr>
          <p:cNvSpPr txBox="1"/>
          <p:nvPr/>
        </p:nvSpPr>
        <p:spPr>
          <a:xfrm>
            <a:off x="3775147" y="1234755"/>
            <a:ext cx="7183609" cy="707886"/>
          </a:xfrm>
          <a:prstGeom prst="rect">
            <a:avLst/>
          </a:prstGeom>
          <a:noFill/>
        </p:spPr>
        <p:txBody>
          <a:bodyPr wrap="square">
            <a:spAutoFit/>
          </a:bodyPr>
          <a:lstStyle/>
          <a:p>
            <a:pPr rtl="0">
              <a:spcBef>
                <a:spcPts val="0"/>
              </a:spcBef>
              <a:spcAft>
                <a:spcPts val="0"/>
              </a:spcAft>
            </a:pPr>
            <a:r>
              <a:rPr lang="en-US" sz="2000" i="1" u="sng" dirty="0"/>
              <a:t>SHAP (</a:t>
            </a:r>
            <a:r>
              <a:rPr lang="en-US" sz="2000" b="1" i="1" u="sng" dirty="0" err="1"/>
              <a:t>SH</a:t>
            </a:r>
            <a:r>
              <a:rPr lang="en-US" sz="2000" i="1" u="sng" dirty="0" err="1"/>
              <a:t>apley</a:t>
            </a:r>
            <a:r>
              <a:rPr lang="en-US" sz="2000" i="1" u="sng" dirty="0"/>
              <a:t> </a:t>
            </a:r>
            <a:r>
              <a:rPr lang="en-US" sz="2000" b="1" i="1" u="sng" dirty="0"/>
              <a:t>A</a:t>
            </a:r>
            <a:r>
              <a:rPr lang="en-US" sz="2000" i="1" u="sng" dirty="0"/>
              <a:t>dditive </a:t>
            </a:r>
            <a:r>
              <a:rPr lang="en-US" sz="2000" i="1" u="sng" dirty="0" err="1"/>
              <a:t>ex</a:t>
            </a:r>
            <a:r>
              <a:rPr lang="en-US" sz="2000" b="1" i="1" u="sng" dirty="0" err="1"/>
              <a:t>P</a:t>
            </a:r>
            <a:r>
              <a:rPr lang="en-US" sz="2000" i="1" u="sng" dirty="0" err="1"/>
              <a:t>lanations</a:t>
            </a:r>
            <a:r>
              <a:rPr lang="en-US" sz="2000" i="1" u="sng" dirty="0"/>
              <a:t>) values </a:t>
            </a:r>
            <a:r>
              <a:rPr lang="en-US" sz="2000" dirty="0"/>
              <a:t>explain how much each feature contributes to a model’s prediction.</a:t>
            </a:r>
          </a:p>
        </p:txBody>
      </p:sp>
      <p:sp>
        <p:nvSpPr>
          <p:cNvPr id="85" name="CuadroTexto 84">
            <a:extLst>
              <a:ext uri="{FF2B5EF4-FFF2-40B4-BE49-F238E27FC236}">
                <a16:creationId xmlns:a16="http://schemas.microsoft.com/office/drawing/2014/main" id="{58695020-6416-4FBB-97A5-8FF031D99A6F}"/>
              </a:ext>
            </a:extLst>
          </p:cNvPr>
          <p:cNvSpPr txBox="1"/>
          <p:nvPr/>
        </p:nvSpPr>
        <p:spPr>
          <a:xfrm>
            <a:off x="3823189" y="2487831"/>
            <a:ext cx="2195789" cy="369332"/>
          </a:xfrm>
          <a:prstGeom prst="rect">
            <a:avLst/>
          </a:prstGeom>
          <a:noFill/>
        </p:spPr>
        <p:txBody>
          <a:bodyPr wrap="square">
            <a:spAutoFit/>
          </a:bodyPr>
          <a:lstStyle/>
          <a:p>
            <a:r>
              <a:rPr lang="en-US" sz="1800" i="1" dirty="0">
                <a:latin typeface="Source Sans Pro Light" panose="020B0403030403020204" pitchFamily="34" charset="0"/>
                <a:ea typeface="Source Sans Pro Light" panose="020B0403030403020204" pitchFamily="34" charset="0"/>
              </a:rPr>
              <a:t>(for Trees and Forests)</a:t>
            </a:r>
            <a:endParaRPr lang="es-CO" dirty="0"/>
          </a:p>
        </p:txBody>
      </p:sp>
    </p:spTree>
    <p:extLst>
      <p:ext uri="{BB962C8B-B14F-4D97-AF65-F5344CB8AC3E}">
        <p14:creationId xmlns:p14="http://schemas.microsoft.com/office/powerpoint/2010/main" val="24592223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17</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grpSp>
        <p:nvGrpSpPr>
          <p:cNvPr id="21" name="Google Shape;1776;p40">
            <a:extLst>
              <a:ext uri="{FF2B5EF4-FFF2-40B4-BE49-F238E27FC236}">
                <a16:creationId xmlns:a16="http://schemas.microsoft.com/office/drawing/2014/main" id="{E7BE87FC-C557-416F-9256-D1B9BE7B404D}"/>
              </a:ext>
            </a:extLst>
          </p:cNvPr>
          <p:cNvGrpSpPr/>
          <p:nvPr/>
        </p:nvGrpSpPr>
        <p:grpSpPr>
          <a:xfrm flipH="1">
            <a:off x="7852770" y="1481760"/>
            <a:ext cx="3567290" cy="627682"/>
            <a:chOff x="651700" y="1307700"/>
            <a:chExt cx="2762825" cy="473400"/>
          </a:xfrm>
        </p:grpSpPr>
        <p:cxnSp>
          <p:nvCxnSpPr>
            <p:cNvPr id="62" name="Google Shape;1777;p40">
              <a:extLst>
                <a:ext uri="{FF2B5EF4-FFF2-40B4-BE49-F238E27FC236}">
                  <a16:creationId xmlns:a16="http://schemas.microsoft.com/office/drawing/2014/main" id="{1BF90AD9-BA11-4AA7-9A0B-A67BB2D9815D}"/>
                </a:ext>
              </a:extLst>
            </p:cNvPr>
            <p:cNvCxnSpPr/>
            <p:nvPr/>
          </p:nvCxnSpPr>
          <p:spPr>
            <a:xfrm rot="10800000">
              <a:off x="2941125" y="1307700"/>
              <a:ext cx="473400" cy="473400"/>
            </a:xfrm>
            <a:prstGeom prst="straightConnector1">
              <a:avLst/>
            </a:prstGeom>
            <a:noFill/>
            <a:ln w="19050" cap="flat" cmpd="sng">
              <a:solidFill>
                <a:srgbClr val="8879F5"/>
              </a:solidFill>
              <a:prstDash val="solid"/>
              <a:round/>
              <a:headEnd type="none" w="med" len="med"/>
              <a:tailEnd type="none" w="med" len="med"/>
            </a:ln>
          </p:spPr>
        </p:cxnSp>
        <p:cxnSp>
          <p:nvCxnSpPr>
            <p:cNvPr id="63" name="Google Shape;1778;p40">
              <a:extLst>
                <a:ext uri="{FF2B5EF4-FFF2-40B4-BE49-F238E27FC236}">
                  <a16:creationId xmlns:a16="http://schemas.microsoft.com/office/drawing/2014/main" id="{DD5C620B-8ED5-4A4A-B502-EEAF2186146B}"/>
                </a:ext>
              </a:extLst>
            </p:cNvPr>
            <p:cNvCxnSpPr/>
            <p:nvPr/>
          </p:nvCxnSpPr>
          <p:spPr>
            <a:xfrm rot="10800000">
              <a:off x="651700" y="1310150"/>
              <a:ext cx="2294700" cy="0"/>
            </a:xfrm>
            <a:prstGeom prst="straightConnector1">
              <a:avLst/>
            </a:prstGeom>
            <a:noFill/>
            <a:ln w="19050" cap="flat" cmpd="sng">
              <a:solidFill>
                <a:srgbClr val="8879F5"/>
              </a:solidFill>
              <a:prstDash val="solid"/>
              <a:round/>
              <a:headEnd type="none" w="med" len="med"/>
              <a:tailEnd type="oval" w="med" len="med"/>
            </a:ln>
          </p:spPr>
        </p:cxnSp>
      </p:grpSp>
      <p:grpSp>
        <p:nvGrpSpPr>
          <p:cNvPr id="43" name="Google Shape;1803;p40">
            <a:extLst>
              <a:ext uri="{FF2B5EF4-FFF2-40B4-BE49-F238E27FC236}">
                <a16:creationId xmlns:a16="http://schemas.microsoft.com/office/drawing/2014/main" id="{1D7846B7-E6D3-4774-9E60-900F574FEB35}"/>
              </a:ext>
            </a:extLst>
          </p:cNvPr>
          <p:cNvGrpSpPr/>
          <p:nvPr/>
        </p:nvGrpSpPr>
        <p:grpSpPr>
          <a:xfrm rot="10800000">
            <a:off x="7852770" y="5281365"/>
            <a:ext cx="3567290" cy="627682"/>
            <a:chOff x="651700" y="1307700"/>
            <a:chExt cx="2762825" cy="473400"/>
          </a:xfrm>
        </p:grpSpPr>
        <p:cxnSp>
          <p:nvCxnSpPr>
            <p:cNvPr id="52" name="Google Shape;1804;p40">
              <a:extLst>
                <a:ext uri="{FF2B5EF4-FFF2-40B4-BE49-F238E27FC236}">
                  <a16:creationId xmlns:a16="http://schemas.microsoft.com/office/drawing/2014/main" id="{0D1E4AC4-6641-46EB-8B5E-3C0DFF13F63D}"/>
                </a:ext>
              </a:extLst>
            </p:cNvPr>
            <p:cNvCxnSpPr/>
            <p:nvPr/>
          </p:nvCxnSpPr>
          <p:spPr>
            <a:xfrm rot="10800000">
              <a:off x="2941125" y="1307700"/>
              <a:ext cx="473400" cy="473400"/>
            </a:xfrm>
            <a:prstGeom prst="straightConnector1">
              <a:avLst/>
            </a:prstGeom>
            <a:noFill/>
            <a:ln w="19050" cap="flat" cmpd="sng">
              <a:solidFill>
                <a:srgbClr val="FFB903"/>
              </a:solidFill>
              <a:prstDash val="solid"/>
              <a:round/>
              <a:headEnd type="none" w="med" len="med"/>
              <a:tailEnd type="none" w="med" len="med"/>
            </a:ln>
          </p:spPr>
        </p:cxnSp>
        <p:cxnSp>
          <p:nvCxnSpPr>
            <p:cNvPr id="53" name="Google Shape;1805;p40">
              <a:extLst>
                <a:ext uri="{FF2B5EF4-FFF2-40B4-BE49-F238E27FC236}">
                  <a16:creationId xmlns:a16="http://schemas.microsoft.com/office/drawing/2014/main" id="{05B1E482-09E7-48B1-93A6-7633BC8442E2}"/>
                </a:ext>
              </a:extLst>
            </p:cNvPr>
            <p:cNvCxnSpPr/>
            <p:nvPr/>
          </p:nvCxnSpPr>
          <p:spPr>
            <a:xfrm rot="10800000">
              <a:off x="651700" y="1310150"/>
              <a:ext cx="2294700" cy="0"/>
            </a:xfrm>
            <a:prstGeom prst="straightConnector1">
              <a:avLst/>
            </a:prstGeom>
            <a:noFill/>
            <a:ln w="19050" cap="flat" cmpd="sng">
              <a:solidFill>
                <a:srgbClr val="FFB903"/>
              </a:solidFill>
              <a:prstDash val="solid"/>
              <a:round/>
              <a:headEnd type="none" w="med" len="med"/>
              <a:tailEnd type="oval" w="med" len="med"/>
            </a:ln>
          </p:spPr>
        </p:cxnSp>
      </p:grpSp>
      <p:grpSp>
        <p:nvGrpSpPr>
          <p:cNvPr id="44" name="Google Shape;1806;p40">
            <a:extLst>
              <a:ext uri="{FF2B5EF4-FFF2-40B4-BE49-F238E27FC236}">
                <a16:creationId xmlns:a16="http://schemas.microsoft.com/office/drawing/2014/main" id="{718F7339-8581-47E9-AFC6-E9C2715F8638}"/>
              </a:ext>
            </a:extLst>
          </p:cNvPr>
          <p:cNvGrpSpPr/>
          <p:nvPr/>
        </p:nvGrpSpPr>
        <p:grpSpPr>
          <a:xfrm>
            <a:off x="1279206" y="1481760"/>
            <a:ext cx="3567290" cy="627682"/>
            <a:chOff x="651700" y="1307700"/>
            <a:chExt cx="2762825" cy="473400"/>
          </a:xfrm>
        </p:grpSpPr>
        <p:cxnSp>
          <p:nvCxnSpPr>
            <p:cNvPr id="50" name="Google Shape;1807;p40">
              <a:extLst>
                <a:ext uri="{FF2B5EF4-FFF2-40B4-BE49-F238E27FC236}">
                  <a16:creationId xmlns:a16="http://schemas.microsoft.com/office/drawing/2014/main" id="{2126C440-9AE2-4589-8A2A-3539A93CAE2A}"/>
                </a:ext>
              </a:extLst>
            </p:cNvPr>
            <p:cNvCxnSpPr/>
            <p:nvPr/>
          </p:nvCxnSpPr>
          <p:spPr>
            <a:xfrm rot="10800000">
              <a:off x="2941125" y="1307700"/>
              <a:ext cx="473400" cy="473400"/>
            </a:xfrm>
            <a:prstGeom prst="straightConnector1">
              <a:avLst/>
            </a:prstGeom>
            <a:noFill/>
            <a:ln w="19050" cap="flat" cmpd="sng">
              <a:solidFill>
                <a:srgbClr val="8879F5"/>
              </a:solidFill>
              <a:prstDash val="solid"/>
              <a:round/>
              <a:headEnd type="none" w="med" len="med"/>
              <a:tailEnd type="none" w="med" len="med"/>
            </a:ln>
          </p:spPr>
        </p:cxnSp>
        <p:cxnSp>
          <p:nvCxnSpPr>
            <p:cNvPr id="51" name="Google Shape;1808;p40">
              <a:extLst>
                <a:ext uri="{FF2B5EF4-FFF2-40B4-BE49-F238E27FC236}">
                  <a16:creationId xmlns:a16="http://schemas.microsoft.com/office/drawing/2014/main" id="{78B4DCA2-1054-4DE9-AB32-B1A89070C74E}"/>
                </a:ext>
              </a:extLst>
            </p:cNvPr>
            <p:cNvCxnSpPr/>
            <p:nvPr/>
          </p:nvCxnSpPr>
          <p:spPr>
            <a:xfrm rot="10800000">
              <a:off x="651700" y="1310150"/>
              <a:ext cx="2294700" cy="0"/>
            </a:xfrm>
            <a:prstGeom prst="straightConnector1">
              <a:avLst/>
            </a:prstGeom>
            <a:noFill/>
            <a:ln w="19050" cap="flat" cmpd="sng">
              <a:solidFill>
                <a:srgbClr val="8879F5"/>
              </a:solidFill>
              <a:prstDash val="solid"/>
              <a:round/>
              <a:headEnd type="none" w="med" len="med"/>
              <a:tailEnd type="oval" w="med" len="med"/>
            </a:ln>
          </p:spPr>
        </p:cxnSp>
      </p:grpSp>
      <p:grpSp>
        <p:nvGrpSpPr>
          <p:cNvPr id="45" name="Google Shape;1809;p40">
            <a:extLst>
              <a:ext uri="{FF2B5EF4-FFF2-40B4-BE49-F238E27FC236}">
                <a16:creationId xmlns:a16="http://schemas.microsoft.com/office/drawing/2014/main" id="{E9470C81-DA98-4265-BBF0-00E8F1B85EFF}"/>
              </a:ext>
            </a:extLst>
          </p:cNvPr>
          <p:cNvGrpSpPr/>
          <p:nvPr/>
        </p:nvGrpSpPr>
        <p:grpSpPr>
          <a:xfrm rot="10800000" flipH="1">
            <a:off x="1279206" y="5281365"/>
            <a:ext cx="3567290" cy="627682"/>
            <a:chOff x="651700" y="1307700"/>
            <a:chExt cx="2762825" cy="473400"/>
          </a:xfrm>
        </p:grpSpPr>
        <p:cxnSp>
          <p:nvCxnSpPr>
            <p:cNvPr id="48" name="Google Shape;1810;p40">
              <a:extLst>
                <a:ext uri="{FF2B5EF4-FFF2-40B4-BE49-F238E27FC236}">
                  <a16:creationId xmlns:a16="http://schemas.microsoft.com/office/drawing/2014/main" id="{D93A97D9-0DEE-4066-99F8-ACC60B02AAFE}"/>
                </a:ext>
              </a:extLst>
            </p:cNvPr>
            <p:cNvCxnSpPr/>
            <p:nvPr/>
          </p:nvCxnSpPr>
          <p:spPr>
            <a:xfrm rot="10800000">
              <a:off x="2941125" y="1307700"/>
              <a:ext cx="473400" cy="473400"/>
            </a:xfrm>
            <a:prstGeom prst="straightConnector1">
              <a:avLst/>
            </a:prstGeom>
            <a:noFill/>
            <a:ln w="19050" cap="flat" cmpd="sng">
              <a:solidFill>
                <a:srgbClr val="FFB903"/>
              </a:solidFill>
              <a:prstDash val="solid"/>
              <a:round/>
              <a:headEnd type="none" w="med" len="med"/>
              <a:tailEnd type="none" w="med" len="med"/>
            </a:ln>
          </p:spPr>
        </p:cxnSp>
        <p:cxnSp>
          <p:nvCxnSpPr>
            <p:cNvPr id="49" name="Google Shape;1811;p40">
              <a:extLst>
                <a:ext uri="{FF2B5EF4-FFF2-40B4-BE49-F238E27FC236}">
                  <a16:creationId xmlns:a16="http://schemas.microsoft.com/office/drawing/2014/main" id="{33359981-F2C7-41BC-B697-F3A225315596}"/>
                </a:ext>
              </a:extLst>
            </p:cNvPr>
            <p:cNvCxnSpPr/>
            <p:nvPr/>
          </p:nvCxnSpPr>
          <p:spPr>
            <a:xfrm rot="10800000">
              <a:off x="651700" y="1310150"/>
              <a:ext cx="2294700" cy="0"/>
            </a:xfrm>
            <a:prstGeom prst="straightConnector1">
              <a:avLst/>
            </a:prstGeom>
            <a:noFill/>
            <a:ln w="19050" cap="flat" cmpd="sng">
              <a:solidFill>
                <a:srgbClr val="FFB903"/>
              </a:solidFill>
              <a:prstDash val="solid"/>
              <a:round/>
              <a:headEnd type="none" w="med" len="med"/>
              <a:tailEnd type="oval" w="med" len="med"/>
            </a:ln>
          </p:spPr>
        </p:cxnSp>
      </p:grpSp>
      <p:sp>
        <p:nvSpPr>
          <p:cNvPr id="46" name="Google Shape;1812;p40">
            <a:extLst>
              <a:ext uri="{FF2B5EF4-FFF2-40B4-BE49-F238E27FC236}">
                <a16:creationId xmlns:a16="http://schemas.microsoft.com/office/drawing/2014/main" id="{29C62605-56E7-4B44-8F93-E51F34696A1C}"/>
              </a:ext>
            </a:extLst>
          </p:cNvPr>
          <p:cNvSpPr txBox="1"/>
          <p:nvPr/>
        </p:nvSpPr>
        <p:spPr>
          <a:xfrm>
            <a:off x="5331956" y="3420172"/>
            <a:ext cx="1858103" cy="420719"/>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400" b="1" dirty="0">
                <a:latin typeface="Source Sans Pro" panose="020B0503030403020204" pitchFamily="34" charset="0"/>
                <a:ea typeface="Source Sans Pro" panose="020B0503030403020204" pitchFamily="34" charset="0"/>
                <a:sym typeface="Fira Sans Extra Condensed Medium"/>
              </a:rPr>
              <a:t>Pros &amp; cons</a:t>
            </a:r>
            <a:endParaRPr sz="2400" b="1" dirty="0">
              <a:latin typeface="Source Sans Pro" panose="020B0503030403020204" pitchFamily="34" charset="0"/>
              <a:ea typeface="Source Sans Pro" panose="020B0503030403020204" pitchFamily="34" charset="0"/>
              <a:sym typeface="Fira Sans Extra Condensed Medium"/>
            </a:endParaRPr>
          </a:p>
        </p:txBody>
      </p:sp>
      <p:grpSp>
        <p:nvGrpSpPr>
          <p:cNvPr id="3" name="Grupo 2">
            <a:extLst>
              <a:ext uri="{FF2B5EF4-FFF2-40B4-BE49-F238E27FC236}">
                <a16:creationId xmlns:a16="http://schemas.microsoft.com/office/drawing/2014/main" id="{324836F4-36A5-4B93-9AD5-7A06DAC60F73}"/>
              </a:ext>
            </a:extLst>
          </p:cNvPr>
          <p:cNvGrpSpPr/>
          <p:nvPr/>
        </p:nvGrpSpPr>
        <p:grpSpPr>
          <a:xfrm>
            <a:off x="4367654" y="1621995"/>
            <a:ext cx="1893600" cy="1994400"/>
            <a:chOff x="4367654" y="1621995"/>
            <a:chExt cx="1893600" cy="1994400"/>
          </a:xfrm>
          <a:solidFill>
            <a:srgbClr val="8879F5"/>
          </a:solidFill>
        </p:grpSpPr>
        <p:sp>
          <p:nvSpPr>
            <p:cNvPr id="29" name="Google Shape;1783;p40">
              <a:extLst>
                <a:ext uri="{FF2B5EF4-FFF2-40B4-BE49-F238E27FC236}">
                  <a16:creationId xmlns:a16="http://schemas.microsoft.com/office/drawing/2014/main" id="{9D8E5DDA-B87C-49A0-A453-397C35DD6636}"/>
                </a:ext>
              </a:extLst>
            </p:cNvPr>
            <p:cNvSpPr/>
            <p:nvPr/>
          </p:nvSpPr>
          <p:spPr>
            <a:xfrm flipH="1">
              <a:off x="4810015" y="2093991"/>
              <a:ext cx="1451195" cy="1522018"/>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74" name="Google Shape;1783;p40">
              <a:extLst>
                <a:ext uri="{FF2B5EF4-FFF2-40B4-BE49-F238E27FC236}">
                  <a16:creationId xmlns:a16="http://schemas.microsoft.com/office/drawing/2014/main" id="{282EE9BF-3596-4C48-AA73-C9C46D583C21}"/>
                </a:ext>
              </a:extLst>
            </p:cNvPr>
            <p:cNvSpPr/>
            <p:nvPr/>
          </p:nvSpPr>
          <p:spPr>
            <a:xfrm flipH="1">
              <a:off x="4367654" y="1621995"/>
              <a:ext cx="1893600" cy="1994400"/>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 name="Grupo 88">
            <a:extLst>
              <a:ext uri="{FF2B5EF4-FFF2-40B4-BE49-F238E27FC236}">
                <a16:creationId xmlns:a16="http://schemas.microsoft.com/office/drawing/2014/main" id="{D5F300A1-3B0C-4F51-932F-B1E4DD9DB6DB}"/>
              </a:ext>
            </a:extLst>
          </p:cNvPr>
          <p:cNvGrpSpPr/>
          <p:nvPr/>
        </p:nvGrpSpPr>
        <p:grpSpPr>
          <a:xfrm flipV="1">
            <a:off x="4383059" y="3791172"/>
            <a:ext cx="1893600" cy="1994400"/>
            <a:chOff x="4367654" y="1621995"/>
            <a:chExt cx="1893600" cy="1994400"/>
          </a:xfrm>
          <a:solidFill>
            <a:srgbClr val="FFB903"/>
          </a:solidFill>
        </p:grpSpPr>
        <p:sp>
          <p:nvSpPr>
            <p:cNvPr id="90" name="Google Shape;1783;p40">
              <a:extLst>
                <a:ext uri="{FF2B5EF4-FFF2-40B4-BE49-F238E27FC236}">
                  <a16:creationId xmlns:a16="http://schemas.microsoft.com/office/drawing/2014/main" id="{AC65B456-E627-46F4-81DE-1C2FE86CEAD3}"/>
                </a:ext>
              </a:extLst>
            </p:cNvPr>
            <p:cNvSpPr/>
            <p:nvPr/>
          </p:nvSpPr>
          <p:spPr>
            <a:xfrm flipH="1">
              <a:off x="4810015" y="2093991"/>
              <a:ext cx="1451195" cy="1522018"/>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91" name="Google Shape;1783;p40">
              <a:extLst>
                <a:ext uri="{FF2B5EF4-FFF2-40B4-BE49-F238E27FC236}">
                  <a16:creationId xmlns:a16="http://schemas.microsoft.com/office/drawing/2014/main" id="{7DE57CEE-4293-44A1-A525-EBC714BFB01A}"/>
                </a:ext>
              </a:extLst>
            </p:cNvPr>
            <p:cNvSpPr/>
            <p:nvPr/>
          </p:nvSpPr>
          <p:spPr>
            <a:xfrm flipH="1">
              <a:off x="4367654" y="1621995"/>
              <a:ext cx="1893600" cy="1994400"/>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 name="Grupo 91">
            <a:extLst>
              <a:ext uri="{FF2B5EF4-FFF2-40B4-BE49-F238E27FC236}">
                <a16:creationId xmlns:a16="http://schemas.microsoft.com/office/drawing/2014/main" id="{E56B0B46-A34B-4DD6-B3CC-D65D6AC4D3CD}"/>
              </a:ext>
            </a:extLst>
          </p:cNvPr>
          <p:cNvGrpSpPr/>
          <p:nvPr/>
        </p:nvGrpSpPr>
        <p:grpSpPr>
          <a:xfrm flipH="1" flipV="1">
            <a:off x="6454413" y="3793365"/>
            <a:ext cx="1893600" cy="1994400"/>
            <a:chOff x="4367654" y="1621995"/>
            <a:chExt cx="1893600" cy="1994400"/>
          </a:xfrm>
          <a:solidFill>
            <a:schemeClr val="bg2">
              <a:lumMod val="50000"/>
            </a:schemeClr>
          </a:solidFill>
        </p:grpSpPr>
        <p:sp>
          <p:nvSpPr>
            <p:cNvPr id="93" name="Google Shape;1783;p40">
              <a:extLst>
                <a:ext uri="{FF2B5EF4-FFF2-40B4-BE49-F238E27FC236}">
                  <a16:creationId xmlns:a16="http://schemas.microsoft.com/office/drawing/2014/main" id="{2346AE19-A374-49A0-947C-2BCADABD823A}"/>
                </a:ext>
              </a:extLst>
            </p:cNvPr>
            <p:cNvSpPr/>
            <p:nvPr/>
          </p:nvSpPr>
          <p:spPr>
            <a:xfrm flipH="1">
              <a:off x="4810015" y="2093991"/>
              <a:ext cx="1451195" cy="1522018"/>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94" name="Google Shape;1783;p40">
              <a:extLst>
                <a:ext uri="{FF2B5EF4-FFF2-40B4-BE49-F238E27FC236}">
                  <a16:creationId xmlns:a16="http://schemas.microsoft.com/office/drawing/2014/main" id="{789FBFF8-18F1-4589-845B-C17179027E1C}"/>
                </a:ext>
              </a:extLst>
            </p:cNvPr>
            <p:cNvSpPr/>
            <p:nvPr/>
          </p:nvSpPr>
          <p:spPr>
            <a:xfrm flipH="1">
              <a:off x="4367654" y="1621995"/>
              <a:ext cx="1893600" cy="1994400"/>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 name="Grupo 94">
            <a:extLst>
              <a:ext uri="{FF2B5EF4-FFF2-40B4-BE49-F238E27FC236}">
                <a16:creationId xmlns:a16="http://schemas.microsoft.com/office/drawing/2014/main" id="{7C233840-8A06-4981-B248-D3DC5F67D775}"/>
              </a:ext>
            </a:extLst>
          </p:cNvPr>
          <p:cNvGrpSpPr/>
          <p:nvPr/>
        </p:nvGrpSpPr>
        <p:grpSpPr>
          <a:xfrm flipH="1">
            <a:off x="6464418" y="1629767"/>
            <a:ext cx="1893600" cy="1994400"/>
            <a:chOff x="4367654" y="1621995"/>
            <a:chExt cx="1893600" cy="1994400"/>
          </a:xfrm>
          <a:solidFill>
            <a:schemeClr val="bg2">
              <a:lumMod val="90000"/>
            </a:schemeClr>
          </a:solidFill>
        </p:grpSpPr>
        <p:sp>
          <p:nvSpPr>
            <p:cNvPr id="96" name="Google Shape;1783;p40">
              <a:extLst>
                <a:ext uri="{FF2B5EF4-FFF2-40B4-BE49-F238E27FC236}">
                  <a16:creationId xmlns:a16="http://schemas.microsoft.com/office/drawing/2014/main" id="{72ACDAFC-1A6A-499B-95A9-5CD7E8D5EF7D}"/>
                </a:ext>
              </a:extLst>
            </p:cNvPr>
            <p:cNvSpPr/>
            <p:nvPr/>
          </p:nvSpPr>
          <p:spPr>
            <a:xfrm flipH="1">
              <a:off x="4810015" y="2093991"/>
              <a:ext cx="1451195" cy="1522018"/>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97" name="Google Shape;1783;p40">
              <a:extLst>
                <a:ext uri="{FF2B5EF4-FFF2-40B4-BE49-F238E27FC236}">
                  <a16:creationId xmlns:a16="http://schemas.microsoft.com/office/drawing/2014/main" id="{341CDFAE-F1FB-4365-A4B6-613CC1EFE5BA}"/>
                </a:ext>
              </a:extLst>
            </p:cNvPr>
            <p:cNvSpPr/>
            <p:nvPr/>
          </p:nvSpPr>
          <p:spPr>
            <a:xfrm flipH="1">
              <a:off x="4367654" y="1621995"/>
              <a:ext cx="1893600" cy="1994400"/>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 name="Grupo 10">
            <a:extLst>
              <a:ext uri="{FF2B5EF4-FFF2-40B4-BE49-F238E27FC236}">
                <a16:creationId xmlns:a16="http://schemas.microsoft.com/office/drawing/2014/main" id="{93AE5A1E-ABAE-4451-9FFC-B635F16378E5}"/>
              </a:ext>
            </a:extLst>
          </p:cNvPr>
          <p:cNvGrpSpPr/>
          <p:nvPr/>
        </p:nvGrpSpPr>
        <p:grpSpPr>
          <a:xfrm>
            <a:off x="5290939" y="2445757"/>
            <a:ext cx="2161584" cy="553696"/>
            <a:chOff x="1279206" y="1851687"/>
            <a:chExt cx="2161584" cy="553696"/>
          </a:xfrm>
        </p:grpSpPr>
        <p:sp>
          <p:nvSpPr>
            <p:cNvPr id="10" name="Rectángulo: esquinas redondeadas 9">
              <a:extLst>
                <a:ext uri="{FF2B5EF4-FFF2-40B4-BE49-F238E27FC236}">
                  <a16:creationId xmlns:a16="http://schemas.microsoft.com/office/drawing/2014/main" id="{C1D72412-37D7-4AE3-B526-506B458F092D}"/>
                </a:ext>
              </a:extLst>
            </p:cNvPr>
            <p:cNvSpPr/>
            <p:nvPr/>
          </p:nvSpPr>
          <p:spPr>
            <a:xfrm>
              <a:off x="1279206" y="1851687"/>
              <a:ext cx="2161584" cy="553696"/>
            </a:xfrm>
            <a:prstGeom prst="roundRect">
              <a:avLst/>
            </a:prstGeom>
            <a:solidFill>
              <a:schemeClr val="bg1">
                <a:lumMod val="95000"/>
              </a:schemeClr>
            </a:solidFill>
            <a:ln>
              <a:solidFill>
                <a:srgbClr val="6350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98" name="CuadroTexto 97">
              <a:extLst>
                <a:ext uri="{FF2B5EF4-FFF2-40B4-BE49-F238E27FC236}">
                  <a16:creationId xmlns:a16="http://schemas.microsoft.com/office/drawing/2014/main" id="{54B19E48-63CD-4334-9B54-27F77FAA55FE}"/>
                </a:ext>
              </a:extLst>
            </p:cNvPr>
            <p:cNvSpPr txBox="1"/>
            <p:nvPr/>
          </p:nvSpPr>
          <p:spPr>
            <a:xfrm>
              <a:off x="1411606" y="1898720"/>
              <a:ext cx="1880473" cy="461665"/>
            </a:xfrm>
            <a:prstGeom prst="rect">
              <a:avLst/>
            </a:prstGeom>
            <a:noFill/>
          </p:spPr>
          <p:txBody>
            <a:bodyPr wrap="square">
              <a:spAutoFit/>
            </a:bodyPr>
            <a:lstStyle/>
            <a:p>
              <a:r>
                <a:rPr lang="es-ES_tradnl" sz="2400" i="1" dirty="0" err="1">
                  <a:latin typeface="Source Sans Pro Light" panose="020B0403030403020204" pitchFamily="34" charset="0"/>
                  <a:ea typeface="Source Sans Pro Light" panose="020B0403030403020204" pitchFamily="34" charset="0"/>
                </a:rPr>
                <a:t>Sobol</a:t>
              </a:r>
              <a:r>
                <a:rPr lang="es-ES_tradnl" sz="2400" i="1" dirty="0">
                  <a:latin typeface="Source Sans Pro Light" panose="020B0403030403020204" pitchFamily="34" charset="0"/>
                  <a:ea typeface="Source Sans Pro Light" panose="020B0403030403020204" pitchFamily="34" charset="0"/>
                </a:rPr>
                <a:t> </a:t>
              </a:r>
              <a:r>
                <a:rPr lang="es-ES" sz="2400" i="1" dirty="0" err="1">
                  <a:latin typeface="Source Sans Pro Light" panose="020B0403030403020204" pitchFamily="34" charset="0"/>
                  <a:ea typeface="Source Sans Pro Light" panose="020B0403030403020204" pitchFamily="34" charset="0"/>
                </a:rPr>
                <a:t>Indices</a:t>
              </a:r>
              <a:endParaRPr lang="es-ES_tradnl" sz="2800" b="1" dirty="0">
                <a:latin typeface="Source Sans Pro Light" panose="020B0403030403020204" pitchFamily="34" charset="0"/>
                <a:ea typeface="Source Sans Pro Light" panose="020B0403030403020204" pitchFamily="34" charset="0"/>
              </a:endParaRPr>
            </a:p>
          </p:txBody>
        </p:sp>
      </p:grpSp>
      <p:grpSp>
        <p:nvGrpSpPr>
          <p:cNvPr id="99" name="Grupo 98">
            <a:extLst>
              <a:ext uri="{FF2B5EF4-FFF2-40B4-BE49-F238E27FC236}">
                <a16:creationId xmlns:a16="http://schemas.microsoft.com/office/drawing/2014/main" id="{A70BBD16-80EB-49EE-8DD2-E4FF0AFF8855}"/>
              </a:ext>
            </a:extLst>
          </p:cNvPr>
          <p:cNvGrpSpPr/>
          <p:nvPr/>
        </p:nvGrpSpPr>
        <p:grpSpPr>
          <a:xfrm>
            <a:off x="5290939" y="4211891"/>
            <a:ext cx="2161584" cy="553696"/>
            <a:chOff x="1279206" y="1851687"/>
            <a:chExt cx="2161584" cy="553696"/>
          </a:xfrm>
        </p:grpSpPr>
        <p:sp>
          <p:nvSpPr>
            <p:cNvPr id="100" name="Rectángulo: esquinas redondeadas 99">
              <a:extLst>
                <a:ext uri="{FF2B5EF4-FFF2-40B4-BE49-F238E27FC236}">
                  <a16:creationId xmlns:a16="http://schemas.microsoft.com/office/drawing/2014/main" id="{D92F0C07-6C1B-469A-BD0E-17379CA62B7F}"/>
                </a:ext>
              </a:extLst>
            </p:cNvPr>
            <p:cNvSpPr/>
            <p:nvPr/>
          </p:nvSpPr>
          <p:spPr>
            <a:xfrm>
              <a:off x="1279206" y="1851687"/>
              <a:ext cx="2161584" cy="553696"/>
            </a:xfrm>
            <a:prstGeom prst="roundRect">
              <a:avLst/>
            </a:prstGeom>
            <a:solidFill>
              <a:schemeClr val="bg1">
                <a:lumMod val="95000"/>
              </a:schemeClr>
            </a:solidFill>
            <a:ln>
              <a:solidFill>
                <a:srgbClr val="FFB90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01" name="CuadroTexto 100">
              <a:extLst>
                <a:ext uri="{FF2B5EF4-FFF2-40B4-BE49-F238E27FC236}">
                  <a16:creationId xmlns:a16="http://schemas.microsoft.com/office/drawing/2014/main" id="{5E8A58CC-ACB3-46E2-8966-E188EE35476A}"/>
                </a:ext>
              </a:extLst>
            </p:cNvPr>
            <p:cNvSpPr txBox="1"/>
            <p:nvPr/>
          </p:nvSpPr>
          <p:spPr>
            <a:xfrm>
              <a:off x="1411606" y="1898720"/>
              <a:ext cx="1880473" cy="461665"/>
            </a:xfrm>
            <a:prstGeom prst="rect">
              <a:avLst/>
            </a:prstGeom>
            <a:noFill/>
            <a:ln>
              <a:noFill/>
            </a:ln>
          </p:spPr>
          <p:txBody>
            <a:bodyPr wrap="square">
              <a:spAutoFit/>
            </a:bodyPr>
            <a:lstStyle/>
            <a:p>
              <a:r>
                <a:rPr lang="es-ES_tradnl" sz="2400" i="1" dirty="0">
                  <a:latin typeface="Source Sans Pro Light" panose="020B0403030403020204" pitchFamily="34" charset="0"/>
                  <a:ea typeface="Source Sans Pro Light" panose="020B0403030403020204" pitchFamily="34" charset="0"/>
                </a:rPr>
                <a:t>SHAP</a:t>
              </a:r>
              <a:r>
                <a:rPr lang="es-ES_tradnl" sz="1600" b="1" dirty="0">
                  <a:latin typeface="Source Sans Pro" panose="020B0503030403020204" pitchFamily="34" charset="0"/>
                  <a:ea typeface="Source Sans Pro" panose="020B0503030403020204" pitchFamily="34" charset="0"/>
                </a:rPr>
                <a:t> </a:t>
              </a:r>
              <a:r>
                <a:rPr lang="es-ES" sz="2400" i="1" dirty="0" err="1">
                  <a:latin typeface="Source Sans Pro Light" panose="020B0403030403020204" pitchFamily="34" charset="0"/>
                  <a:ea typeface="Source Sans Pro Light" panose="020B0403030403020204" pitchFamily="34" charset="0"/>
                </a:rPr>
                <a:t>Values</a:t>
              </a:r>
              <a:endParaRPr lang="es-ES_tradnl" sz="2800" b="1" dirty="0">
                <a:latin typeface="Source Sans Pro Light" panose="020B0403030403020204" pitchFamily="34" charset="0"/>
                <a:ea typeface="Source Sans Pro Light" panose="020B0403030403020204" pitchFamily="34" charset="0"/>
              </a:endParaRPr>
            </a:p>
          </p:txBody>
        </p:sp>
      </p:grpSp>
      <p:sp>
        <p:nvSpPr>
          <p:cNvPr id="103" name="CuadroTexto 102">
            <a:extLst>
              <a:ext uri="{FF2B5EF4-FFF2-40B4-BE49-F238E27FC236}">
                <a16:creationId xmlns:a16="http://schemas.microsoft.com/office/drawing/2014/main" id="{F068CA1B-A094-4763-BBC8-9981F007A2D0}"/>
              </a:ext>
            </a:extLst>
          </p:cNvPr>
          <p:cNvSpPr txBox="1"/>
          <p:nvPr/>
        </p:nvSpPr>
        <p:spPr>
          <a:xfrm>
            <a:off x="1301388" y="1541761"/>
            <a:ext cx="3038215" cy="1815882"/>
          </a:xfrm>
          <a:prstGeom prst="rect">
            <a:avLst/>
          </a:prstGeom>
          <a:noFill/>
        </p:spPr>
        <p:txBody>
          <a:bodyPr wrap="square">
            <a:spAutoFit/>
          </a:bodyPr>
          <a:lstStyle/>
          <a:p>
            <a:pPr marL="285750" indent="-285750">
              <a:buFont typeface="Wingdings" panose="05000000000000000000" pitchFamily="2" charset="2"/>
              <a:buChar char="§"/>
            </a:pPr>
            <a:r>
              <a:rPr lang="en-US" sz="1600" dirty="0"/>
              <a:t>Global sensitivity quantifies how inputs influence output variance.</a:t>
            </a:r>
          </a:p>
          <a:p>
            <a:pPr marL="285750" indent="-285750">
              <a:buFont typeface="Wingdings" panose="05000000000000000000" pitchFamily="2" charset="2"/>
              <a:buChar char="§"/>
            </a:pPr>
            <a:r>
              <a:rPr lang="en-US" sz="1600" dirty="0"/>
              <a:t>Accounts for interactions.</a:t>
            </a:r>
          </a:p>
          <a:p>
            <a:pPr marL="285750" indent="-285750">
              <a:buFont typeface="Wingdings" panose="05000000000000000000" pitchFamily="2" charset="2"/>
              <a:buChar char="§"/>
            </a:pPr>
            <a:r>
              <a:rPr lang="en-US" sz="1600" dirty="0"/>
              <a:t>Applies to any model.</a:t>
            </a:r>
          </a:p>
          <a:p>
            <a:pPr marL="285750" indent="-285750">
              <a:buFont typeface="Wingdings" panose="05000000000000000000" pitchFamily="2" charset="2"/>
              <a:buChar char="§"/>
            </a:pPr>
            <a:r>
              <a:rPr lang="es-CO" sz="1600" dirty="0" err="1"/>
              <a:t>Offers</a:t>
            </a:r>
            <a:r>
              <a:rPr lang="es-CO" sz="1600" dirty="0"/>
              <a:t> a </a:t>
            </a:r>
            <a:r>
              <a:rPr lang="es-CO" sz="1600" dirty="0" err="1"/>
              <a:t>clear</a:t>
            </a:r>
            <a:r>
              <a:rPr lang="es-CO" sz="1600" dirty="0"/>
              <a:t> </a:t>
            </a:r>
            <a:r>
              <a:rPr lang="es-CO" sz="1600" dirty="0" err="1"/>
              <a:t>variance</a:t>
            </a:r>
            <a:r>
              <a:rPr lang="es-CO" sz="1600" dirty="0"/>
              <a:t> </a:t>
            </a:r>
            <a:r>
              <a:rPr lang="es-CO" sz="1600" dirty="0" err="1"/>
              <a:t>decomposition</a:t>
            </a:r>
            <a:r>
              <a:rPr lang="es-CO" sz="1600" dirty="0"/>
              <a:t>.</a:t>
            </a:r>
          </a:p>
        </p:txBody>
      </p:sp>
      <p:sp>
        <p:nvSpPr>
          <p:cNvPr id="104" name="CuadroTexto 103">
            <a:extLst>
              <a:ext uri="{FF2B5EF4-FFF2-40B4-BE49-F238E27FC236}">
                <a16:creationId xmlns:a16="http://schemas.microsoft.com/office/drawing/2014/main" id="{11C31C84-0005-4F79-AF9A-708EC7067582}"/>
              </a:ext>
            </a:extLst>
          </p:cNvPr>
          <p:cNvSpPr txBox="1"/>
          <p:nvPr/>
        </p:nvSpPr>
        <p:spPr>
          <a:xfrm>
            <a:off x="1301388" y="3758817"/>
            <a:ext cx="3187236" cy="2062103"/>
          </a:xfrm>
          <a:prstGeom prst="rect">
            <a:avLst/>
          </a:prstGeom>
          <a:noFill/>
        </p:spPr>
        <p:txBody>
          <a:bodyPr wrap="square">
            <a:spAutoFit/>
          </a:bodyPr>
          <a:lstStyle/>
          <a:p>
            <a:pPr marL="285750" indent="-285750">
              <a:buFont typeface="Wingdings" panose="05000000000000000000" pitchFamily="2" charset="2"/>
              <a:buChar char="§"/>
            </a:pPr>
            <a:r>
              <a:rPr lang="en-US" sz="1600" dirty="0"/>
              <a:t>Local explanations clarify individual predictions.</a:t>
            </a:r>
          </a:p>
          <a:p>
            <a:pPr marL="285750" indent="-285750">
              <a:buFont typeface="Wingdings" panose="05000000000000000000" pitchFamily="2" charset="2"/>
              <a:buChar char="§"/>
            </a:pPr>
            <a:r>
              <a:rPr lang="en-US" sz="1600" dirty="0"/>
              <a:t>Applies to any model.</a:t>
            </a:r>
          </a:p>
          <a:p>
            <a:pPr marL="285750" indent="-285750">
              <a:buFont typeface="Wingdings" panose="05000000000000000000" pitchFamily="2" charset="2"/>
              <a:buChar char="§"/>
            </a:pPr>
            <a:r>
              <a:rPr lang="en-US" sz="1600" dirty="0"/>
              <a:t>Handle interactions.</a:t>
            </a:r>
          </a:p>
          <a:p>
            <a:pPr marL="285750" indent="-285750">
              <a:buFont typeface="Wingdings" panose="05000000000000000000" pitchFamily="2" charset="2"/>
              <a:buChar char="§"/>
            </a:pPr>
            <a:r>
              <a:rPr lang="en-US" sz="1600" dirty="0"/>
              <a:t>They are grounded in fair game-theoretic principles, with </a:t>
            </a:r>
            <a:r>
              <a:rPr lang="es-CO" sz="1600" b="0" dirty="0" err="1"/>
              <a:t>guarantees</a:t>
            </a:r>
            <a:r>
              <a:rPr lang="es-CO" sz="1600" b="0" dirty="0"/>
              <a:t> </a:t>
            </a:r>
            <a:r>
              <a:rPr lang="es-CO" sz="1600" b="0" dirty="0" err="1"/>
              <a:t>of</a:t>
            </a:r>
            <a:r>
              <a:rPr lang="es-CO" sz="1600" b="0" dirty="0"/>
              <a:t> </a:t>
            </a:r>
            <a:r>
              <a:rPr lang="es-CO" sz="1600" b="0" dirty="0" err="1"/>
              <a:t>fairness</a:t>
            </a:r>
            <a:r>
              <a:rPr lang="es-CO" sz="1600" b="0" dirty="0"/>
              <a:t> and </a:t>
            </a:r>
            <a:r>
              <a:rPr lang="es-CO" sz="1600" b="0" dirty="0" err="1"/>
              <a:t>consistency</a:t>
            </a:r>
            <a:r>
              <a:rPr lang="es-CO" sz="1600" b="0" dirty="0"/>
              <a:t>.</a:t>
            </a:r>
            <a:endParaRPr lang="es-CO" sz="1600" dirty="0"/>
          </a:p>
        </p:txBody>
      </p:sp>
      <p:sp>
        <p:nvSpPr>
          <p:cNvPr id="105" name="CuadroTexto 104">
            <a:extLst>
              <a:ext uri="{FF2B5EF4-FFF2-40B4-BE49-F238E27FC236}">
                <a16:creationId xmlns:a16="http://schemas.microsoft.com/office/drawing/2014/main" id="{E92B7674-9073-42A7-A38B-70978BFF0361}"/>
              </a:ext>
            </a:extLst>
          </p:cNvPr>
          <p:cNvSpPr txBox="1"/>
          <p:nvPr/>
        </p:nvSpPr>
        <p:spPr>
          <a:xfrm>
            <a:off x="8348013" y="1515768"/>
            <a:ext cx="3064605" cy="1323439"/>
          </a:xfrm>
          <a:prstGeom prst="rect">
            <a:avLst/>
          </a:prstGeom>
          <a:noFill/>
        </p:spPr>
        <p:txBody>
          <a:bodyPr wrap="square">
            <a:spAutoFit/>
          </a:bodyPr>
          <a:lstStyle>
            <a:defPPr>
              <a:defRPr lang="es-CO"/>
            </a:defPPr>
            <a:lvl1pPr marL="285750" indent="-285750">
              <a:buFont typeface="Wingdings" panose="05000000000000000000" pitchFamily="2" charset="2"/>
              <a:buChar char="§"/>
              <a:defRPr sz="1600"/>
            </a:lvl1pPr>
          </a:lstStyle>
          <a:p>
            <a:r>
              <a:rPr lang="en-US" dirty="0"/>
              <a:t>High computational cost.</a:t>
            </a:r>
          </a:p>
          <a:p>
            <a:r>
              <a:rPr lang="en-US" dirty="0"/>
              <a:t>Assumes input independence. </a:t>
            </a:r>
          </a:p>
          <a:p>
            <a:r>
              <a:rPr lang="en-US" dirty="0"/>
              <a:t>Provides only global insights. </a:t>
            </a:r>
          </a:p>
          <a:p>
            <a:r>
              <a:rPr lang="en-US" dirty="0"/>
              <a:t>Struggles with high-dimensional data.</a:t>
            </a:r>
            <a:endParaRPr lang="es-CO" dirty="0"/>
          </a:p>
        </p:txBody>
      </p:sp>
      <p:sp>
        <p:nvSpPr>
          <p:cNvPr id="106" name="CuadroTexto 105">
            <a:extLst>
              <a:ext uri="{FF2B5EF4-FFF2-40B4-BE49-F238E27FC236}">
                <a16:creationId xmlns:a16="http://schemas.microsoft.com/office/drawing/2014/main" id="{DD2F354A-4C34-4D79-8A28-F19F176C1F8C}"/>
              </a:ext>
            </a:extLst>
          </p:cNvPr>
          <p:cNvSpPr txBox="1"/>
          <p:nvPr/>
        </p:nvSpPr>
        <p:spPr>
          <a:xfrm>
            <a:off x="8457202" y="4720589"/>
            <a:ext cx="2897086" cy="1077218"/>
          </a:xfrm>
          <a:prstGeom prst="rect">
            <a:avLst/>
          </a:prstGeom>
          <a:noFill/>
        </p:spPr>
        <p:txBody>
          <a:bodyPr wrap="square">
            <a:spAutoFit/>
          </a:bodyPr>
          <a:lstStyle>
            <a:defPPr>
              <a:defRPr lang="es-CO"/>
            </a:defPPr>
            <a:lvl1pPr marL="285750" indent="-285750">
              <a:buFont typeface="Wingdings" panose="05000000000000000000" pitchFamily="2" charset="2"/>
              <a:buChar char="§"/>
              <a:defRPr sz="1600"/>
            </a:lvl1pPr>
          </a:lstStyle>
          <a:p>
            <a:r>
              <a:rPr lang="es-CO" dirty="0" err="1"/>
              <a:t>Computationally</a:t>
            </a:r>
            <a:r>
              <a:rPr lang="es-CO" dirty="0"/>
              <a:t> intensive.</a:t>
            </a:r>
          </a:p>
          <a:p>
            <a:r>
              <a:rPr lang="es-CO" dirty="0"/>
              <a:t>May </a:t>
            </a:r>
            <a:r>
              <a:rPr lang="es-CO" dirty="0" err="1"/>
              <a:t>give</a:t>
            </a:r>
            <a:r>
              <a:rPr lang="es-CO" dirty="0"/>
              <a:t> </a:t>
            </a:r>
            <a:r>
              <a:rPr lang="es-CO" dirty="0" err="1"/>
              <a:t>misleading</a:t>
            </a:r>
            <a:r>
              <a:rPr lang="es-CO" dirty="0"/>
              <a:t> </a:t>
            </a:r>
            <a:r>
              <a:rPr lang="es-CO" dirty="0" err="1"/>
              <a:t>results</a:t>
            </a:r>
            <a:r>
              <a:rPr lang="es-CO" dirty="0"/>
              <a:t> </a:t>
            </a:r>
            <a:r>
              <a:rPr lang="es-CO" dirty="0" err="1"/>
              <a:t>if</a:t>
            </a:r>
            <a:r>
              <a:rPr lang="es-CO" dirty="0"/>
              <a:t> </a:t>
            </a:r>
            <a:r>
              <a:rPr lang="es-CO" dirty="0" err="1"/>
              <a:t>feature</a:t>
            </a:r>
            <a:r>
              <a:rPr lang="es-CO" dirty="0"/>
              <a:t> </a:t>
            </a:r>
            <a:r>
              <a:rPr lang="es-CO" dirty="0" err="1"/>
              <a:t>dependence</a:t>
            </a:r>
            <a:r>
              <a:rPr lang="es-CO" dirty="0"/>
              <a:t> </a:t>
            </a:r>
            <a:r>
              <a:rPr lang="es-CO" dirty="0" err="1"/>
              <a:t>isn't</a:t>
            </a:r>
            <a:r>
              <a:rPr lang="es-CO" dirty="0"/>
              <a:t> </a:t>
            </a:r>
            <a:r>
              <a:rPr lang="es-CO" dirty="0" err="1"/>
              <a:t>handled</a:t>
            </a:r>
            <a:r>
              <a:rPr lang="es-CO" dirty="0"/>
              <a:t> </a:t>
            </a:r>
            <a:r>
              <a:rPr lang="es-CO" dirty="0" err="1"/>
              <a:t>well</a:t>
            </a:r>
            <a:r>
              <a:rPr lang="es-CO" dirty="0"/>
              <a:t>.</a:t>
            </a:r>
          </a:p>
        </p:txBody>
      </p:sp>
    </p:spTree>
    <p:extLst>
      <p:ext uri="{BB962C8B-B14F-4D97-AF65-F5344CB8AC3E}">
        <p14:creationId xmlns:p14="http://schemas.microsoft.com/office/powerpoint/2010/main" val="38192164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18</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2" name="CuadroTexto 1">
            <a:extLst>
              <a:ext uri="{FF2B5EF4-FFF2-40B4-BE49-F238E27FC236}">
                <a16:creationId xmlns:a16="http://schemas.microsoft.com/office/drawing/2014/main" id="{4E095097-9C3A-474F-8236-7F73FECE2F38}"/>
              </a:ext>
            </a:extLst>
          </p:cNvPr>
          <p:cNvSpPr txBox="1"/>
          <p:nvPr/>
        </p:nvSpPr>
        <p:spPr>
          <a:xfrm>
            <a:off x="1235414" y="2018510"/>
            <a:ext cx="10627781" cy="523220"/>
          </a:xfrm>
          <a:prstGeom prst="rect">
            <a:avLst/>
          </a:prstGeom>
          <a:noFill/>
        </p:spPr>
        <p:txBody>
          <a:bodyPr wrap="none" rtlCol="0">
            <a:spAutoFit/>
          </a:bodyPr>
          <a:lstStyle/>
          <a:p>
            <a:r>
              <a:rPr lang="es-ES" sz="2800" b="1" dirty="0">
                <a:solidFill>
                  <a:srgbClr val="FF0000"/>
                </a:solidFill>
              </a:rPr>
              <a:t> </a:t>
            </a:r>
            <a:r>
              <a:rPr lang="es-ES" sz="2800" b="1" dirty="0" err="1">
                <a:solidFill>
                  <a:srgbClr val="FF0000"/>
                </a:solidFill>
              </a:rPr>
              <a:t>what</a:t>
            </a:r>
            <a:r>
              <a:rPr lang="es-ES" sz="2800" b="1" dirty="0">
                <a:solidFill>
                  <a:srgbClr val="FF0000"/>
                </a:solidFill>
              </a:rPr>
              <a:t> </a:t>
            </a:r>
            <a:r>
              <a:rPr lang="es-ES" sz="2800" b="1" dirty="0" err="1">
                <a:solidFill>
                  <a:srgbClr val="FF0000"/>
                </a:solidFill>
              </a:rPr>
              <a:t>we</a:t>
            </a:r>
            <a:r>
              <a:rPr lang="es-ES" sz="2800" b="1" dirty="0">
                <a:solidFill>
                  <a:srgbClr val="FF0000"/>
                </a:solidFill>
              </a:rPr>
              <a:t> </a:t>
            </a:r>
            <a:r>
              <a:rPr lang="es-ES" sz="2800" b="1" dirty="0" err="1">
                <a:solidFill>
                  <a:srgbClr val="FF0000"/>
                </a:solidFill>
              </a:rPr>
              <a:t>tried</a:t>
            </a:r>
            <a:r>
              <a:rPr lang="es-ES" sz="2800" b="1" dirty="0">
                <a:solidFill>
                  <a:srgbClr val="FF0000"/>
                </a:solidFill>
              </a:rPr>
              <a:t> -&gt; </a:t>
            </a:r>
            <a:r>
              <a:rPr lang="es-ES" sz="2800" b="1" dirty="0" err="1">
                <a:solidFill>
                  <a:srgbClr val="FF0000"/>
                </a:solidFill>
              </a:rPr>
              <a:t>Sobol</a:t>
            </a:r>
            <a:r>
              <a:rPr lang="es-ES" sz="2800" b="1" dirty="0">
                <a:solidFill>
                  <a:srgbClr val="FF0000"/>
                </a:solidFill>
              </a:rPr>
              <a:t> Alpha PEM- </a:t>
            </a:r>
            <a:r>
              <a:rPr lang="es-ES" sz="2800" b="1" dirty="0" err="1">
                <a:solidFill>
                  <a:srgbClr val="FF0000"/>
                </a:solidFill>
              </a:rPr>
              <a:t>Sobol</a:t>
            </a:r>
            <a:r>
              <a:rPr lang="es-ES" sz="2800" b="1" dirty="0">
                <a:solidFill>
                  <a:srgbClr val="FF0000"/>
                </a:solidFill>
              </a:rPr>
              <a:t> in </a:t>
            </a:r>
            <a:r>
              <a:rPr lang="es-ES" sz="2800" b="1" dirty="0" err="1">
                <a:solidFill>
                  <a:srgbClr val="FF0000"/>
                </a:solidFill>
              </a:rPr>
              <a:t>XGBoost</a:t>
            </a:r>
            <a:r>
              <a:rPr lang="es-ES" sz="2800" b="1" dirty="0">
                <a:solidFill>
                  <a:srgbClr val="FF0000"/>
                </a:solidFill>
              </a:rPr>
              <a:t>-SHAP </a:t>
            </a:r>
            <a:r>
              <a:rPr lang="es-CO" sz="2800" b="1" dirty="0">
                <a:solidFill>
                  <a:srgbClr val="FF0000"/>
                </a:solidFill>
              </a:rPr>
              <a:t>in </a:t>
            </a:r>
            <a:r>
              <a:rPr lang="es-CO" sz="2800" b="1" dirty="0" err="1">
                <a:solidFill>
                  <a:srgbClr val="FF0000"/>
                </a:solidFill>
              </a:rPr>
              <a:t>XGBoost</a:t>
            </a:r>
            <a:endParaRPr lang="es-ES" sz="2800" b="1" dirty="0">
              <a:solidFill>
                <a:srgbClr val="FF0000"/>
              </a:solidFill>
            </a:endParaRPr>
          </a:p>
        </p:txBody>
      </p:sp>
    </p:spTree>
    <p:extLst>
      <p:ext uri="{BB962C8B-B14F-4D97-AF65-F5344CB8AC3E}">
        <p14:creationId xmlns:p14="http://schemas.microsoft.com/office/powerpoint/2010/main" val="410074150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19</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2" name="Rectángulo: esquinas redondeadas 1">
            <a:extLst>
              <a:ext uri="{FF2B5EF4-FFF2-40B4-BE49-F238E27FC236}">
                <a16:creationId xmlns:a16="http://schemas.microsoft.com/office/drawing/2014/main" id="{DB341398-6A4B-4571-A937-2659BF00AA68}"/>
              </a:ext>
            </a:extLst>
          </p:cNvPr>
          <p:cNvSpPr/>
          <p:nvPr/>
        </p:nvSpPr>
        <p:spPr>
          <a:xfrm>
            <a:off x="939478" y="1499981"/>
            <a:ext cx="10613985" cy="2570601"/>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4" name="Rectángulo: esquinas redondeadas 13">
            <a:extLst>
              <a:ext uri="{FF2B5EF4-FFF2-40B4-BE49-F238E27FC236}">
                <a16:creationId xmlns:a16="http://schemas.microsoft.com/office/drawing/2014/main" id="{12D32C1F-28DA-49D1-A50A-0EFB1CA48162}"/>
              </a:ext>
            </a:extLst>
          </p:cNvPr>
          <p:cNvSpPr/>
          <p:nvPr/>
        </p:nvSpPr>
        <p:spPr>
          <a:xfrm>
            <a:off x="939478" y="4160169"/>
            <a:ext cx="10613985" cy="2570400"/>
          </a:xfrm>
          <a:prstGeom prst="roundRect">
            <a:avLst/>
          </a:prstGeom>
          <a:solidFill>
            <a:srgbClr val="008B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5" name="CuadroTexto 14">
            <a:extLst>
              <a:ext uri="{FF2B5EF4-FFF2-40B4-BE49-F238E27FC236}">
                <a16:creationId xmlns:a16="http://schemas.microsoft.com/office/drawing/2014/main" id="{7EBC1E72-7D27-45CD-BD7B-42F4DB7F358A}"/>
              </a:ext>
            </a:extLst>
          </p:cNvPr>
          <p:cNvSpPr txBox="1"/>
          <p:nvPr/>
        </p:nvSpPr>
        <p:spPr>
          <a:xfrm>
            <a:off x="1267570" y="4768719"/>
            <a:ext cx="2181464" cy="1138773"/>
          </a:xfrm>
          <a:prstGeom prst="rect">
            <a:avLst/>
          </a:prstGeom>
          <a:noFill/>
        </p:spPr>
        <p:txBody>
          <a:bodyPr wrap="square">
            <a:spAutoFit/>
          </a:bodyPr>
          <a:lstStyle/>
          <a:p>
            <a:r>
              <a:rPr lang="es-ES_tradnl" sz="2800" b="1" dirty="0">
                <a:latin typeface="Source Sans Pro" panose="020B0503030403020204" pitchFamily="34" charset="0"/>
                <a:ea typeface="Source Sans Pro" panose="020B0503030403020204" pitchFamily="34" charset="0"/>
              </a:rPr>
              <a:t>SHAP</a:t>
            </a:r>
            <a:r>
              <a:rPr lang="es-ES_tradnl" sz="2000" b="1" dirty="0">
                <a:latin typeface="Source Sans Pro" panose="020B0503030403020204" pitchFamily="34" charset="0"/>
                <a:ea typeface="Source Sans Pro" panose="020B0503030403020204" pitchFamily="34" charset="0"/>
              </a:rPr>
              <a:t> </a:t>
            </a:r>
            <a:r>
              <a:rPr lang="es-ES" sz="4000" i="1" dirty="0" err="1">
                <a:latin typeface="Source Sans Pro Light" panose="020B0403030403020204" pitchFamily="34" charset="0"/>
                <a:ea typeface="Source Sans Pro Light" panose="020B0403030403020204" pitchFamily="34" charset="0"/>
              </a:rPr>
              <a:t>Values</a:t>
            </a:r>
            <a:endParaRPr lang="es-ES_tradnl" sz="3600" b="1" dirty="0">
              <a:latin typeface="Source Sans Pro Light" panose="020B0403030403020204" pitchFamily="34" charset="0"/>
              <a:ea typeface="Source Sans Pro Light" panose="020B0403030403020204" pitchFamily="34" charset="0"/>
            </a:endParaRPr>
          </a:p>
        </p:txBody>
      </p:sp>
      <p:sp>
        <p:nvSpPr>
          <p:cNvPr id="16" name="CuadroTexto 15">
            <a:extLst>
              <a:ext uri="{FF2B5EF4-FFF2-40B4-BE49-F238E27FC236}">
                <a16:creationId xmlns:a16="http://schemas.microsoft.com/office/drawing/2014/main" id="{6A96AE94-B3D6-4B46-9C09-B5956B690F33}"/>
              </a:ext>
            </a:extLst>
          </p:cNvPr>
          <p:cNvSpPr txBox="1"/>
          <p:nvPr/>
        </p:nvSpPr>
        <p:spPr>
          <a:xfrm>
            <a:off x="1267570" y="2041205"/>
            <a:ext cx="1880473" cy="1138773"/>
          </a:xfrm>
          <a:prstGeom prst="rect">
            <a:avLst/>
          </a:prstGeom>
          <a:noFill/>
        </p:spPr>
        <p:txBody>
          <a:bodyPr wrap="square">
            <a:spAutoFit/>
          </a:bodyPr>
          <a:lstStyle/>
          <a:p>
            <a:r>
              <a:rPr lang="es-ES_tradnl" sz="2800" b="1" dirty="0" err="1">
                <a:latin typeface="Source Sans Pro" panose="020B0503030403020204" pitchFamily="34" charset="0"/>
                <a:ea typeface="Source Sans Pro" panose="020B0503030403020204" pitchFamily="34" charset="0"/>
              </a:rPr>
              <a:t>Sobol</a:t>
            </a:r>
            <a:r>
              <a:rPr lang="es-ES_tradnl" sz="2000" b="1" dirty="0">
                <a:latin typeface="Source Sans Pro" panose="020B0503030403020204" pitchFamily="34" charset="0"/>
                <a:ea typeface="Source Sans Pro" panose="020B0503030403020204" pitchFamily="34" charset="0"/>
              </a:rPr>
              <a:t> </a:t>
            </a:r>
            <a:r>
              <a:rPr lang="es-ES" sz="4000" i="1" dirty="0" err="1">
                <a:latin typeface="Source Sans Pro Light" panose="020B0403030403020204" pitchFamily="34" charset="0"/>
                <a:ea typeface="Source Sans Pro Light" panose="020B0403030403020204" pitchFamily="34" charset="0"/>
              </a:rPr>
              <a:t>Indices</a:t>
            </a:r>
            <a:endParaRPr lang="es-ES_tradnl" sz="3600" b="1" dirty="0">
              <a:latin typeface="Source Sans Pro Light" panose="020B0403030403020204" pitchFamily="34" charset="0"/>
              <a:ea typeface="Source Sans Pro Light" panose="020B0403030403020204" pitchFamily="34" charset="0"/>
            </a:endParaRPr>
          </a:p>
        </p:txBody>
      </p:sp>
      <p:sp>
        <p:nvSpPr>
          <p:cNvPr id="18" name="CuadroTexto 17">
            <a:extLst>
              <a:ext uri="{FF2B5EF4-FFF2-40B4-BE49-F238E27FC236}">
                <a16:creationId xmlns:a16="http://schemas.microsoft.com/office/drawing/2014/main" id="{661C957B-EE43-4268-A9B9-3090F18DB587}"/>
              </a:ext>
            </a:extLst>
          </p:cNvPr>
          <p:cNvSpPr txBox="1"/>
          <p:nvPr/>
        </p:nvSpPr>
        <p:spPr>
          <a:xfrm>
            <a:off x="4933427" y="930880"/>
            <a:ext cx="1432367" cy="646331"/>
          </a:xfrm>
          <a:prstGeom prst="rect">
            <a:avLst/>
          </a:prstGeom>
          <a:noFill/>
        </p:spPr>
        <p:txBody>
          <a:bodyPr wrap="square">
            <a:spAutoFit/>
          </a:bodyPr>
          <a:lstStyle/>
          <a:p>
            <a:r>
              <a:rPr lang="es-ES_tradnl" sz="3600" b="1" dirty="0">
                <a:latin typeface="Source Sans Pro" panose="020B0503030403020204" pitchFamily="34" charset="0"/>
                <a:ea typeface="Source Sans Pro" panose="020B0503030403020204" pitchFamily="34" charset="0"/>
              </a:rPr>
              <a:t>Pros</a:t>
            </a:r>
            <a:endParaRPr lang="es-CO" sz="3600" b="1" dirty="0">
              <a:latin typeface="Source Sans Pro" panose="020B0503030403020204" pitchFamily="34" charset="0"/>
              <a:ea typeface="Source Sans Pro" panose="020B0503030403020204" pitchFamily="34" charset="0"/>
            </a:endParaRPr>
          </a:p>
        </p:txBody>
      </p:sp>
      <p:sp>
        <p:nvSpPr>
          <p:cNvPr id="19" name="CuadroTexto 18">
            <a:extLst>
              <a:ext uri="{FF2B5EF4-FFF2-40B4-BE49-F238E27FC236}">
                <a16:creationId xmlns:a16="http://schemas.microsoft.com/office/drawing/2014/main" id="{8AA1BA44-7736-49AA-A4D3-9653AD5F5EC1}"/>
              </a:ext>
            </a:extLst>
          </p:cNvPr>
          <p:cNvSpPr txBox="1"/>
          <p:nvPr/>
        </p:nvSpPr>
        <p:spPr>
          <a:xfrm>
            <a:off x="8665737" y="930880"/>
            <a:ext cx="1432367" cy="646331"/>
          </a:xfrm>
          <a:prstGeom prst="rect">
            <a:avLst/>
          </a:prstGeom>
          <a:noFill/>
        </p:spPr>
        <p:txBody>
          <a:bodyPr wrap="square">
            <a:spAutoFit/>
          </a:bodyPr>
          <a:lstStyle/>
          <a:p>
            <a:r>
              <a:rPr lang="es-ES_tradnl" sz="3600" b="1" dirty="0" err="1">
                <a:latin typeface="Source Sans Pro" panose="020B0503030403020204" pitchFamily="34" charset="0"/>
                <a:ea typeface="Source Sans Pro" panose="020B0503030403020204" pitchFamily="34" charset="0"/>
              </a:rPr>
              <a:t>Cons</a:t>
            </a:r>
            <a:endParaRPr lang="es-CO" sz="3600" b="1" dirty="0">
              <a:latin typeface="Source Sans Pro" panose="020B0503030403020204" pitchFamily="34" charset="0"/>
              <a:ea typeface="Source Sans Pro" panose="020B0503030403020204" pitchFamily="34" charset="0"/>
            </a:endParaRPr>
          </a:p>
        </p:txBody>
      </p:sp>
      <p:cxnSp>
        <p:nvCxnSpPr>
          <p:cNvPr id="9" name="Conector recto 8">
            <a:extLst>
              <a:ext uri="{FF2B5EF4-FFF2-40B4-BE49-F238E27FC236}">
                <a16:creationId xmlns:a16="http://schemas.microsoft.com/office/drawing/2014/main" id="{7297B2D7-3B2A-480F-AA46-5C4E82E26F8F}"/>
              </a:ext>
            </a:extLst>
          </p:cNvPr>
          <p:cNvCxnSpPr>
            <a:cxnSpLocks/>
          </p:cNvCxnSpPr>
          <p:nvPr/>
        </p:nvCxnSpPr>
        <p:spPr>
          <a:xfrm>
            <a:off x="3514167" y="1744029"/>
            <a:ext cx="0" cy="4645196"/>
          </a:xfrm>
          <a:prstGeom prst="line">
            <a:avLst/>
          </a:prstGeom>
          <a:ln>
            <a:solidFill>
              <a:schemeClr val="bg2">
                <a:lumMod val="7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23" name="Conector recto 22">
            <a:extLst>
              <a:ext uri="{FF2B5EF4-FFF2-40B4-BE49-F238E27FC236}">
                <a16:creationId xmlns:a16="http://schemas.microsoft.com/office/drawing/2014/main" id="{3C434D8E-E936-4F10-A061-AC9D9E4C3C2E}"/>
              </a:ext>
            </a:extLst>
          </p:cNvPr>
          <p:cNvCxnSpPr>
            <a:cxnSpLocks/>
          </p:cNvCxnSpPr>
          <p:nvPr/>
        </p:nvCxnSpPr>
        <p:spPr>
          <a:xfrm>
            <a:off x="7620001" y="1744029"/>
            <a:ext cx="31186" cy="4645196"/>
          </a:xfrm>
          <a:prstGeom prst="line">
            <a:avLst/>
          </a:prstGeom>
          <a:ln>
            <a:solidFill>
              <a:schemeClr val="bg2">
                <a:lumMod val="75000"/>
              </a:schemeClr>
            </a:solidFill>
            <a:prstDash val="dash"/>
          </a:ln>
        </p:spPr>
        <p:style>
          <a:lnRef idx="2">
            <a:schemeClr val="accent1"/>
          </a:lnRef>
          <a:fillRef idx="0">
            <a:schemeClr val="accent1"/>
          </a:fillRef>
          <a:effectRef idx="1">
            <a:schemeClr val="accent1"/>
          </a:effectRef>
          <a:fontRef idx="minor">
            <a:schemeClr val="tx1"/>
          </a:fontRef>
        </p:style>
      </p:cxnSp>
      <p:sp>
        <p:nvSpPr>
          <p:cNvPr id="25" name="CuadroTexto 24">
            <a:extLst>
              <a:ext uri="{FF2B5EF4-FFF2-40B4-BE49-F238E27FC236}">
                <a16:creationId xmlns:a16="http://schemas.microsoft.com/office/drawing/2014/main" id="{5AFF2CA7-5185-4D37-847B-CB5164F0AFAC}"/>
              </a:ext>
            </a:extLst>
          </p:cNvPr>
          <p:cNvSpPr txBox="1"/>
          <p:nvPr/>
        </p:nvSpPr>
        <p:spPr>
          <a:xfrm>
            <a:off x="3567339" y="1654441"/>
            <a:ext cx="4053827" cy="2308324"/>
          </a:xfrm>
          <a:prstGeom prst="rect">
            <a:avLst/>
          </a:prstGeom>
          <a:noFill/>
        </p:spPr>
        <p:txBody>
          <a:bodyPr wrap="square">
            <a:spAutoFit/>
          </a:bodyPr>
          <a:lstStyle/>
          <a:p>
            <a:pPr marL="285750" indent="-285750">
              <a:buFont typeface="Wingdings" panose="05000000000000000000" pitchFamily="2" charset="2"/>
              <a:buChar char="§"/>
            </a:pPr>
            <a:r>
              <a:rPr lang="es-CO" sz="1600" b="1" dirty="0"/>
              <a:t>Global </a:t>
            </a:r>
            <a:r>
              <a:rPr lang="es-CO" sz="1600" b="1" dirty="0" err="1"/>
              <a:t>sensitivity</a:t>
            </a:r>
            <a:r>
              <a:rPr lang="es-CO" sz="1600" b="1" dirty="0"/>
              <a:t>:</a:t>
            </a:r>
            <a:r>
              <a:rPr lang="es-CO" sz="1600" dirty="0"/>
              <a:t> </a:t>
            </a:r>
            <a:r>
              <a:rPr lang="es-CO" sz="1600" dirty="0" err="1"/>
              <a:t>Measures</a:t>
            </a:r>
            <a:r>
              <a:rPr lang="es-CO" sz="1600" dirty="0"/>
              <a:t> </a:t>
            </a:r>
            <a:r>
              <a:rPr lang="es-CO" sz="1600" dirty="0" err="1"/>
              <a:t>how</a:t>
            </a:r>
            <a:r>
              <a:rPr lang="es-CO" sz="1600" dirty="0"/>
              <a:t> </a:t>
            </a:r>
            <a:r>
              <a:rPr lang="es-CO" sz="1600" dirty="0" err="1"/>
              <a:t>each</a:t>
            </a:r>
            <a:r>
              <a:rPr lang="es-CO" sz="1600" dirty="0"/>
              <a:t> input </a:t>
            </a:r>
            <a:r>
              <a:rPr lang="es-CO" sz="1600" dirty="0" err="1"/>
              <a:t>affects</a:t>
            </a:r>
            <a:r>
              <a:rPr lang="es-CO" sz="1600" dirty="0"/>
              <a:t> </a:t>
            </a:r>
            <a:r>
              <a:rPr lang="es-CO" sz="1600" dirty="0" err="1"/>
              <a:t>the</a:t>
            </a:r>
            <a:r>
              <a:rPr lang="es-CO" sz="1600" dirty="0"/>
              <a:t> </a:t>
            </a:r>
            <a:r>
              <a:rPr lang="es-CO" sz="1600" dirty="0" err="1"/>
              <a:t>entire</a:t>
            </a:r>
            <a:r>
              <a:rPr lang="es-CO" sz="1600" dirty="0"/>
              <a:t> output </a:t>
            </a:r>
            <a:r>
              <a:rPr lang="es-CO" sz="1600" dirty="0" err="1"/>
              <a:t>variance</a:t>
            </a:r>
            <a:r>
              <a:rPr lang="es-CO" sz="1600" dirty="0"/>
              <a:t> </a:t>
            </a:r>
            <a:r>
              <a:rPr lang="es-CO" sz="1600" dirty="0" err="1"/>
              <a:t>across</a:t>
            </a:r>
            <a:r>
              <a:rPr lang="es-CO" sz="1600" dirty="0"/>
              <a:t> </a:t>
            </a:r>
            <a:r>
              <a:rPr lang="es-CO" sz="1600" dirty="0" err="1"/>
              <a:t>the</a:t>
            </a:r>
            <a:r>
              <a:rPr lang="es-CO" sz="1600" dirty="0"/>
              <a:t> input </a:t>
            </a:r>
            <a:r>
              <a:rPr lang="es-CO" sz="1600" dirty="0" err="1"/>
              <a:t>space</a:t>
            </a:r>
            <a:r>
              <a:rPr lang="es-CO" sz="1600" dirty="0"/>
              <a:t>.</a:t>
            </a:r>
          </a:p>
          <a:p>
            <a:pPr marL="285750" indent="-285750">
              <a:buFont typeface="Wingdings" panose="05000000000000000000" pitchFamily="2" charset="2"/>
              <a:buChar char="§"/>
            </a:pPr>
            <a:r>
              <a:rPr lang="es-CO" sz="1600" b="1" dirty="0" err="1"/>
              <a:t>Handles</a:t>
            </a:r>
            <a:r>
              <a:rPr lang="es-CO" sz="1600" b="1" dirty="0"/>
              <a:t> </a:t>
            </a:r>
            <a:r>
              <a:rPr lang="es-CO" sz="1600" b="1" dirty="0" err="1"/>
              <a:t>interactions</a:t>
            </a:r>
            <a:endParaRPr lang="es-CO" sz="1600" b="1" dirty="0"/>
          </a:p>
          <a:p>
            <a:pPr marL="285750" indent="-285750">
              <a:buFont typeface="Wingdings" panose="05000000000000000000" pitchFamily="2" charset="2"/>
              <a:buChar char="§"/>
            </a:pPr>
            <a:r>
              <a:rPr lang="es-CO" sz="1600" b="1" dirty="0" err="1"/>
              <a:t>Model-agnostic</a:t>
            </a:r>
            <a:r>
              <a:rPr lang="es-CO" sz="1600" b="1" dirty="0"/>
              <a:t>:</a:t>
            </a:r>
            <a:r>
              <a:rPr lang="es-CO" sz="1600" dirty="0"/>
              <a:t> Can be </a:t>
            </a:r>
            <a:r>
              <a:rPr lang="es-CO" sz="1600" dirty="0" err="1"/>
              <a:t>applied</a:t>
            </a:r>
            <a:r>
              <a:rPr lang="es-CO" sz="1600" dirty="0"/>
              <a:t> </a:t>
            </a:r>
            <a:r>
              <a:rPr lang="es-CO" sz="1600" dirty="0" err="1"/>
              <a:t>to</a:t>
            </a:r>
            <a:r>
              <a:rPr lang="es-CO" sz="1600" dirty="0"/>
              <a:t> </a:t>
            </a:r>
            <a:r>
              <a:rPr lang="es-CO" sz="1600" dirty="0" err="1"/>
              <a:t>any</a:t>
            </a:r>
            <a:r>
              <a:rPr lang="es-CO" sz="1600" dirty="0"/>
              <a:t> </a:t>
            </a:r>
            <a:r>
              <a:rPr lang="es-CO" sz="1600" dirty="0" err="1"/>
              <a:t>model</a:t>
            </a:r>
            <a:r>
              <a:rPr lang="es-CO" sz="1600" dirty="0"/>
              <a:t> </a:t>
            </a:r>
            <a:r>
              <a:rPr lang="es-CO" sz="1600" dirty="0" err="1"/>
              <a:t>or</a:t>
            </a:r>
            <a:r>
              <a:rPr lang="es-CO" sz="1600" dirty="0"/>
              <a:t> </a:t>
            </a:r>
            <a:r>
              <a:rPr lang="es-CO" sz="1600" dirty="0" err="1"/>
              <a:t>function</a:t>
            </a:r>
            <a:r>
              <a:rPr lang="es-CO" sz="1600" dirty="0"/>
              <a:t>.</a:t>
            </a:r>
          </a:p>
          <a:p>
            <a:pPr marL="285750" indent="-285750">
              <a:buFont typeface="Wingdings" panose="05000000000000000000" pitchFamily="2" charset="2"/>
              <a:buChar char="§"/>
            </a:pPr>
            <a:r>
              <a:rPr lang="es-CO" sz="1600" b="1" dirty="0" err="1"/>
              <a:t>Interpretability</a:t>
            </a:r>
            <a:r>
              <a:rPr lang="es-CO" sz="1600" b="1" dirty="0"/>
              <a:t>:</a:t>
            </a:r>
            <a:r>
              <a:rPr lang="es-CO" sz="1600" dirty="0"/>
              <a:t> </a:t>
            </a:r>
            <a:r>
              <a:rPr lang="es-CO" sz="1600" dirty="0" err="1"/>
              <a:t>Offers</a:t>
            </a:r>
            <a:r>
              <a:rPr lang="es-CO" sz="1600" dirty="0"/>
              <a:t> a </a:t>
            </a:r>
            <a:r>
              <a:rPr lang="es-CO" sz="1600" dirty="0" err="1"/>
              <a:t>clear</a:t>
            </a:r>
            <a:r>
              <a:rPr lang="es-CO" sz="1600" dirty="0"/>
              <a:t> </a:t>
            </a:r>
            <a:r>
              <a:rPr lang="es-CO" sz="1600" dirty="0" err="1"/>
              <a:t>decomposition</a:t>
            </a:r>
            <a:r>
              <a:rPr lang="es-CO" sz="1600" dirty="0"/>
              <a:t> </a:t>
            </a:r>
            <a:r>
              <a:rPr lang="es-CO" sz="1600" dirty="0" err="1"/>
              <a:t>of</a:t>
            </a:r>
            <a:r>
              <a:rPr lang="es-CO" sz="1600" dirty="0"/>
              <a:t> </a:t>
            </a:r>
            <a:r>
              <a:rPr lang="es-CO" sz="1600" dirty="0" err="1"/>
              <a:t>variance</a:t>
            </a:r>
            <a:r>
              <a:rPr lang="es-CO" sz="1600" dirty="0"/>
              <a:t> </a:t>
            </a:r>
            <a:r>
              <a:rPr lang="es-CO" sz="1600" dirty="0" err="1"/>
              <a:t>for</a:t>
            </a:r>
            <a:r>
              <a:rPr lang="es-CO" sz="1600" dirty="0"/>
              <a:t> </a:t>
            </a:r>
            <a:r>
              <a:rPr lang="es-CO" sz="1600" dirty="0" err="1"/>
              <a:t>explaining</a:t>
            </a:r>
            <a:r>
              <a:rPr lang="es-CO" sz="1600" dirty="0"/>
              <a:t> </a:t>
            </a:r>
            <a:r>
              <a:rPr lang="es-CO" sz="1600" dirty="0" err="1"/>
              <a:t>uncertainty</a:t>
            </a:r>
            <a:r>
              <a:rPr lang="es-CO" sz="1600" dirty="0"/>
              <a:t>.</a:t>
            </a:r>
          </a:p>
        </p:txBody>
      </p:sp>
      <p:sp>
        <p:nvSpPr>
          <p:cNvPr id="26" name="CuadroTexto 25">
            <a:extLst>
              <a:ext uri="{FF2B5EF4-FFF2-40B4-BE49-F238E27FC236}">
                <a16:creationId xmlns:a16="http://schemas.microsoft.com/office/drawing/2014/main" id="{0EC063AF-8567-4441-8935-AB1FD8D412DE}"/>
              </a:ext>
            </a:extLst>
          </p:cNvPr>
          <p:cNvSpPr txBox="1"/>
          <p:nvPr/>
        </p:nvSpPr>
        <p:spPr>
          <a:xfrm>
            <a:off x="7651187" y="1777552"/>
            <a:ext cx="3889028" cy="2062103"/>
          </a:xfrm>
          <a:prstGeom prst="rect">
            <a:avLst/>
          </a:prstGeom>
          <a:noFill/>
        </p:spPr>
        <p:txBody>
          <a:bodyPr wrap="square">
            <a:spAutoFit/>
          </a:bodyPr>
          <a:lstStyle>
            <a:defPPr>
              <a:defRPr lang="es-CO"/>
            </a:defPPr>
            <a:lvl1pPr marL="285750" indent="-285750">
              <a:buFont typeface="Wingdings" panose="05000000000000000000" pitchFamily="2" charset="2"/>
              <a:buChar char="§"/>
              <a:defRPr sz="1600" b="1"/>
            </a:lvl1pPr>
          </a:lstStyle>
          <a:p>
            <a:r>
              <a:rPr lang="es-CO" dirty="0" err="1"/>
              <a:t>Computationally</a:t>
            </a:r>
            <a:r>
              <a:rPr lang="es-CO" dirty="0"/>
              <a:t> </a:t>
            </a:r>
            <a:r>
              <a:rPr lang="es-CO" dirty="0" err="1"/>
              <a:t>expensive</a:t>
            </a:r>
            <a:r>
              <a:rPr lang="es-CO" dirty="0"/>
              <a:t>:</a:t>
            </a:r>
            <a:r>
              <a:rPr lang="es-CO" b="0" dirty="0"/>
              <a:t> </a:t>
            </a:r>
            <a:r>
              <a:rPr lang="es-CO" b="0" dirty="0" err="1"/>
              <a:t>Requires</a:t>
            </a:r>
            <a:r>
              <a:rPr lang="es-CO" b="0" dirty="0"/>
              <a:t> a </a:t>
            </a:r>
            <a:r>
              <a:rPr lang="es-CO" b="0" dirty="0" err="1"/>
              <a:t>large</a:t>
            </a:r>
            <a:r>
              <a:rPr lang="es-CO" b="0" dirty="0"/>
              <a:t> </a:t>
            </a:r>
            <a:r>
              <a:rPr lang="es-CO" b="0" dirty="0" err="1"/>
              <a:t>number</a:t>
            </a:r>
            <a:r>
              <a:rPr lang="es-CO" b="0" dirty="0"/>
              <a:t> </a:t>
            </a:r>
            <a:r>
              <a:rPr lang="es-CO" b="0" dirty="0" err="1"/>
              <a:t>of</a:t>
            </a:r>
            <a:r>
              <a:rPr lang="es-CO" b="0" dirty="0"/>
              <a:t> </a:t>
            </a:r>
            <a:r>
              <a:rPr lang="es-CO" b="0" dirty="0" err="1"/>
              <a:t>model</a:t>
            </a:r>
            <a:r>
              <a:rPr lang="es-CO" b="0" dirty="0"/>
              <a:t> </a:t>
            </a:r>
            <a:r>
              <a:rPr lang="es-CO" b="0" dirty="0" err="1"/>
              <a:t>evaluations</a:t>
            </a:r>
            <a:r>
              <a:rPr lang="es-CO" b="0" dirty="0"/>
              <a:t>.</a:t>
            </a:r>
          </a:p>
          <a:p>
            <a:r>
              <a:rPr lang="es-CO" b="0" dirty="0" err="1"/>
              <a:t>Assumes</a:t>
            </a:r>
            <a:r>
              <a:rPr lang="es-CO" b="0" dirty="0"/>
              <a:t> inputs are </a:t>
            </a:r>
            <a:r>
              <a:rPr lang="es-CO" b="0" dirty="0" err="1"/>
              <a:t>statistically</a:t>
            </a:r>
            <a:r>
              <a:rPr lang="es-CO" b="0" dirty="0"/>
              <a:t> </a:t>
            </a:r>
            <a:r>
              <a:rPr lang="es-CO" dirty="0" err="1"/>
              <a:t>independent</a:t>
            </a:r>
            <a:r>
              <a:rPr lang="es-CO" b="0" dirty="0"/>
              <a:t>.</a:t>
            </a:r>
          </a:p>
          <a:p>
            <a:r>
              <a:rPr lang="es-CO" dirty="0" err="1"/>
              <a:t>Less</a:t>
            </a:r>
            <a:r>
              <a:rPr lang="es-CO" dirty="0"/>
              <a:t> local: </a:t>
            </a:r>
            <a:r>
              <a:rPr lang="es-CO" b="0" dirty="0" err="1"/>
              <a:t>Only</a:t>
            </a:r>
            <a:r>
              <a:rPr lang="es-CO" b="0" dirty="0"/>
              <a:t> </a:t>
            </a:r>
            <a:r>
              <a:rPr lang="es-CO" b="0" dirty="0" err="1"/>
              <a:t>explain</a:t>
            </a:r>
            <a:r>
              <a:rPr lang="es-CO" b="0" dirty="0"/>
              <a:t> </a:t>
            </a:r>
            <a:r>
              <a:rPr lang="es-CO" b="0" dirty="0" err="1"/>
              <a:t>overall</a:t>
            </a:r>
            <a:r>
              <a:rPr lang="es-CO" b="0" dirty="0"/>
              <a:t> variable </a:t>
            </a:r>
            <a:r>
              <a:rPr lang="es-CO" b="0" dirty="0" err="1"/>
              <a:t>influence</a:t>
            </a:r>
            <a:r>
              <a:rPr lang="es-CO" b="0" dirty="0"/>
              <a:t>.</a:t>
            </a:r>
          </a:p>
          <a:p>
            <a:r>
              <a:rPr lang="es-CO" b="0" dirty="0" err="1"/>
              <a:t>Becomes</a:t>
            </a:r>
            <a:r>
              <a:rPr lang="es-CO" b="0" dirty="0"/>
              <a:t> </a:t>
            </a:r>
            <a:r>
              <a:rPr lang="es-CO" b="0" dirty="0" err="1"/>
              <a:t>less</a:t>
            </a:r>
            <a:r>
              <a:rPr lang="es-CO" b="0" dirty="0"/>
              <a:t> </a:t>
            </a:r>
            <a:r>
              <a:rPr lang="es-CO" b="0" dirty="0" err="1"/>
              <a:t>practical</a:t>
            </a:r>
            <a:r>
              <a:rPr lang="es-CO" b="0" dirty="0"/>
              <a:t> </a:t>
            </a:r>
            <a:r>
              <a:rPr lang="es-CO" b="0" dirty="0" err="1"/>
              <a:t>for</a:t>
            </a:r>
            <a:r>
              <a:rPr lang="es-CO" b="0" dirty="0"/>
              <a:t> </a:t>
            </a:r>
            <a:r>
              <a:rPr lang="es-CO" b="0" dirty="0" err="1"/>
              <a:t>high</a:t>
            </a:r>
            <a:r>
              <a:rPr lang="es-CO" b="0" dirty="0"/>
              <a:t>-dimensional </a:t>
            </a:r>
            <a:r>
              <a:rPr lang="es-CO" b="0" dirty="0" err="1"/>
              <a:t>problems</a:t>
            </a:r>
            <a:r>
              <a:rPr lang="es-CO" b="0" dirty="0"/>
              <a:t>.</a:t>
            </a:r>
          </a:p>
        </p:txBody>
      </p:sp>
      <p:sp>
        <p:nvSpPr>
          <p:cNvPr id="30" name="CuadroTexto 29">
            <a:extLst>
              <a:ext uri="{FF2B5EF4-FFF2-40B4-BE49-F238E27FC236}">
                <a16:creationId xmlns:a16="http://schemas.microsoft.com/office/drawing/2014/main" id="{5D87434C-6C02-4D4E-BB66-E16CE30917CB}"/>
              </a:ext>
            </a:extLst>
          </p:cNvPr>
          <p:cNvSpPr txBox="1"/>
          <p:nvPr/>
        </p:nvSpPr>
        <p:spPr>
          <a:xfrm>
            <a:off x="3579301" y="4348153"/>
            <a:ext cx="4040700" cy="2308324"/>
          </a:xfrm>
          <a:prstGeom prst="rect">
            <a:avLst/>
          </a:prstGeom>
          <a:noFill/>
        </p:spPr>
        <p:txBody>
          <a:bodyPr wrap="square">
            <a:spAutoFit/>
          </a:bodyPr>
          <a:lstStyle>
            <a:defPPr>
              <a:defRPr lang="es-CO"/>
            </a:defPPr>
            <a:lvl1pPr marL="285750" indent="-285750">
              <a:buFont typeface="Wingdings" panose="05000000000000000000" pitchFamily="2" charset="2"/>
              <a:buChar char="§"/>
              <a:defRPr sz="1600" b="1"/>
            </a:lvl1pPr>
          </a:lstStyle>
          <a:p>
            <a:r>
              <a:rPr lang="es-CO" dirty="0"/>
              <a:t>Local </a:t>
            </a:r>
            <a:r>
              <a:rPr lang="es-CO" dirty="0" err="1"/>
              <a:t>explanations</a:t>
            </a:r>
            <a:r>
              <a:rPr lang="es-CO" b="0" dirty="0"/>
              <a:t>: </a:t>
            </a:r>
            <a:r>
              <a:rPr lang="es-CO" b="0" dirty="0" err="1"/>
              <a:t>Explains</a:t>
            </a:r>
            <a:r>
              <a:rPr lang="es-CO" b="0" dirty="0"/>
              <a:t> individual </a:t>
            </a:r>
            <a:r>
              <a:rPr lang="es-CO" b="0" dirty="0" err="1"/>
              <a:t>predictions</a:t>
            </a:r>
            <a:r>
              <a:rPr lang="es-CO" b="0" dirty="0"/>
              <a:t>.</a:t>
            </a:r>
          </a:p>
          <a:p>
            <a:r>
              <a:rPr lang="es-CO" dirty="0" err="1"/>
              <a:t>Model-agnostic</a:t>
            </a:r>
            <a:r>
              <a:rPr lang="es-CO" dirty="0"/>
              <a:t> </a:t>
            </a:r>
            <a:r>
              <a:rPr lang="es-CO" dirty="0" err="1"/>
              <a:t>or</a:t>
            </a:r>
            <a:r>
              <a:rPr lang="es-CO" dirty="0"/>
              <a:t> </a:t>
            </a:r>
            <a:r>
              <a:rPr lang="es-CO" dirty="0" err="1"/>
              <a:t>model-specific</a:t>
            </a:r>
            <a:r>
              <a:rPr lang="es-CO" dirty="0"/>
              <a:t>:</a:t>
            </a:r>
            <a:r>
              <a:rPr lang="es-CO" b="0" dirty="0"/>
              <a:t> Works </a:t>
            </a:r>
            <a:r>
              <a:rPr lang="es-CO" b="0" dirty="0" err="1"/>
              <a:t>with</a:t>
            </a:r>
            <a:r>
              <a:rPr lang="es-CO" b="0" dirty="0"/>
              <a:t> </a:t>
            </a:r>
            <a:r>
              <a:rPr lang="es-CO" b="0" dirty="0" err="1"/>
              <a:t>any</a:t>
            </a:r>
            <a:r>
              <a:rPr lang="es-CO" b="0" dirty="0"/>
              <a:t> </a:t>
            </a:r>
            <a:r>
              <a:rPr lang="es-CO" b="0" dirty="0" err="1"/>
              <a:t>model</a:t>
            </a:r>
            <a:r>
              <a:rPr lang="es-CO" b="0" dirty="0"/>
              <a:t> (</a:t>
            </a:r>
            <a:r>
              <a:rPr lang="es-CO" b="0" dirty="0" err="1"/>
              <a:t>TreeSHAP</a:t>
            </a:r>
            <a:r>
              <a:rPr lang="es-CO" b="0" dirty="0"/>
              <a:t> </a:t>
            </a:r>
            <a:r>
              <a:rPr lang="es-CO" b="0" dirty="0" err="1"/>
              <a:t>is</a:t>
            </a:r>
            <a:r>
              <a:rPr lang="es-CO" b="0" dirty="0"/>
              <a:t> </a:t>
            </a:r>
            <a:r>
              <a:rPr lang="es-CO" b="0" dirty="0" err="1"/>
              <a:t>efficient</a:t>
            </a:r>
            <a:r>
              <a:rPr lang="es-CO" b="0" dirty="0"/>
              <a:t> </a:t>
            </a:r>
            <a:r>
              <a:rPr lang="es-CO" b="0" dirty="0" err="1"/>
              <a:t>for</a:t>
            </a:r>
            <a:r>
              <a:rPr lang="es-CO" b="0" dirty="0"/>
              <a:t> </a:t>
            </a:r>
            <a:r>
              <a:rPr lang="es-CO" b="0" dirty="0" err="1"/>
              <a:t>tree-based</a:t>
            </a:r>
            <a:r>
              <a:rPr lang="es-CO" b="0" dirty="0"/>
              <a:t> </a:t>
            </a:r>
            <a:r>
              <a:rPr lang="es-CO" b="0" dirty="0" err="1"/>
              <a:t>models</a:t>
            </a:r>
            <a:r>
              <a:rPr lang="es-CO" b="0" dirty="0"/>
              <a:t>).</a:t>
            </a:r>
          </a:p>
          <a:p>
            <a:r>
              <a:rPr lang="es-CO" b="0" dirty="0" err="1"/>
              <a:t>Handles</a:t>
            </a:r>
            <a:r>
              <a:rPr lang="es-CO" b="0" dirty="0"/>
              <a:t> </a:t>
            </a:r>
            <a:r>
              <a:rPr lang="es-CO" b="0" dirty="0" err="1"/>
              <a:t>feature</a:t>
            </a:r>
            <a:r>
              <a:rPr lang="es-CO" b="0" dirty="0"/>
              <a:t> </a:t>
            </a:r>
            <a:r>
              <a:rPr lang="es-CO" b="0" dirty="0" err="1"/>
              <a:t>interactions</a:t>
            </a:r>
            <a:endParaRPr lang="es-CO" b="0" dirty="0"/>
          </a:p>
          <a:p>
            <a:r>
              <a:rPr lang="es-CO" dirty="0" err="1"/>
              <a:t>Theoretically</a:t>
            </a:r>
            <a:r>
              <a:rPr lang="es-CO" dirty="0"/>
              <a:t> </a:t>
            </a:r>
            <a:r>
              <a:rPr lang="es-CO" dirty="0" err="1"/>
              <a:t>grounded</a:t>
            </a:r>
            <a:r>
              <a:rPr lang="es-CO" dirty="0"/>
              <a:t>:</a:t>
            </a:r>
            <a:r>
              <a:rPr lang="es-CO" b="0" dirty="0"/>
              <a:t> </a:t>
            </a:r>
            <a:r>
              <a:rPr lang="es-CO" b="0" dirty="0" err="1"/>
              <a:t>Based</a:t>
            </a:r>
            <a:r>
              <a:rPr lang="es-CO" b="0" dirty="0"/>
              <a:t> </a:t>
            </a:r>
            <a:r>
              <a:rPr lang="es-CO" b="0" dirty="0" err="1"/>
              <a:t>on</a:t>
            </a:r>
            <a:r>
              <a:rPr lang="es-CO" b="0" dirty="0"/>
              <a:t> </a:t>
            </a:r>
            <a:r>
              <a:rPr lang="es-CO" b="0" dirty="0" err="1"/>
              <a:t>game</a:t>
            </a:r>
            <a:r>
              <a:rPr lang="es-CO" b="0" dirty="0"/>
              <a:t> </a:t>
            </a:r>
            <a:r>
              <a:rPr lang="es-CO" b="0" dirty="0" err="1"/>
              <a:t>theory</a:t>
            </a:r>
            <a:r>
              <a:rPr lang="es-CO" b="0" dirty="0"/>
              <a:t>, </a:t>
            </a:r>
            <a:r>
              <a:rPr lang="es-CO" b="0" dirty="0" err="1"/>
              <a:t>with</a:t>
            </a:r>
            <a:r>
              <a:rPr lang="es-CO" b="0" dirty="0"/>
              <a:t> </a:t>
            </a:r>
            <a:r>
              <a:rPr lang="es-CO" b="0" dirty="0" err="1"/>
              <a:t>guarantees</a:t>
            </a:r>
            <a:r>
              <a:rPr lang="es-CO" b="0" dirty="0"/>
              <a:t> </a:t>
            </a:r>
            <a:r>
              <a:rPr lang="es-CO" b="0" dirty="0" err="1"/>
              <a:t>of</a:t>
            </a:r>
            <a:r>
              <a:rPr lang="es-CO" b="0" dirty="0"/>
              <a:t> </a:t>
            </a:r>
            <a:r>
              <a:rPr lang="es-CO" b="0" dirty="0" err="1"/>
              <a:t>fairness</a:t>
            </a:r>
            <a:r>
              <a:rPr lang="es-CO" b="0" dirty="0"/>
              <a:t> and </a:t>
            </a:r>
            <a:r>
              <a:rPr lang="es-CO" b="0" dirty="0" err="1"/>
              <a:t>consistency</a:t>
            </a:r>
            <a:r>
              <a:rPr lang="es-CO" b="0" dirty="0"/>
              <a:t>.</a:t>
            </a:r>
          </a:p>
        </p:txBody>
      </p:sp>
      <p:sp>
        <p:nvSpPr>
          <p:cNvPr id="33" name="CuadroTexto 32">
            <a:extLst>
              <a:ext uri="{FF2B5EF4-FFF2-40B4-BE49-F238E27FC236}">
                <a16:creationId xmlns:a16="http://schemas.microsoft.com/office/drawing/2014/main" id="{BEE66383-A411-4D95-8796-3B87665F2940}"/>
              </a:ext>
            </a:extLst>
          </p:cNvPr>
          <p:cNvSpPr txBox="1"/>
          <p:nvPr/>
        </p:nvSpPr>
        <p:spPr>
          <a:xfrm>
            <a:off x="7707315" y="4547085"/>
            <a:ext cx="3427531" cy="1323439"/>
          </a:xfrm>
          <a:prstGeom prst="rect">
            <a:avLst/>
          </a:prstGeom>
          <a:noFill/>
        </p:spPr>
        <p:txBody>
          <a:bodyPr wrap="square">
            <a:spAutoFit/>
          </a:bodyPr>
          <a:lstStyle>
            <a:defPPr>
              <a:defRPr lang="es-CO"/>
            </a:defPPr>
            <a:lvl1pPr marL="285750" indent="-285750">
              <a:buFont typeface="Wingdings" panose="05000000000000000000" pitchFamily="2" charset="2"/>
              <a:buChar char="§"/>
              <a:defRPr sz="1600" b="1"/>
            </a:lvl1pPr>
          </a:lstStyle>
          <a:p>
            <a:r>
              <a:rPr lang="es-CO" dirty="0" err="1"/>
              <a:t>Computationally</a:t>
            </a:r>
            <a:r>
              <a:rPr lang="es-CO" dirty="0"/>
              <a:t> intensive.</a:t>
            </a:r>
          </a:p>
          <a:p>
            <a:endParaRPr lang="es-CO" b="0" dirty="0"/>
          </a:p>
          <a:p>
            <a:r>
              <a:rPr lang="es-CO" b="0" dirty="0"/>
              <a:t>May </a:t>
            </a:r>
            <a:r>
              <a:rPr lang="es-CO" b="0" dirty="0" err="1"/>
              <a:t>give</a:t>
            </a:r>
            <a:r>
              <a:rPr lang="es-CO" b="0" dirty="0"/>
              <a:t> </a:t>
            </a:r>
            <a:r>
              <a:rPr lang="es-CO" b="0" dirty="0" err="1"/>
              <a:t>misleading</a:t>
            </a:r>
            <a:r>
              <a:rPr lang="es-CO" b="0" dirty="0"/>
              <a:t> </a:t>
            </a:r>
            <a:r>
              <a:rPr lang="es-CO" b="0" dirty="0" err="1"/>
              <a:t>results</a:t>
            </a:r>
            <a:r>
              <a:rPr lang="es-CO" b="0" dirty="0"/>
              <a:t> </a:t>
            </a:r>
            <a:r>
              <a:rPr lang="es-CO" b="0" dirty="0" err="1"/>
              <a:t>if</a:t>
            </a:r>
            <a:r>
              <a:rPr lang="es-CO" b="0" dirty="0"/>
              <a:t> </a:t>
            </a:r>
            <a:r>
              <a:rPr lang="es-CO" b="0" dirty="0" err="1"/>
              <a:t>feature</a:t>
            </a:r>
            <a:r>
              <a:rPr lang="es-CO" b="0" dirty="0"/>
              <a:t> </a:t>
            </a:r>
            <a:r>
              <a:rPr lang="es-CO" b="0" dirty="0" err="1"/>
              <a:t>dependence</a:t>
            </a:r>
            <a:r>
              <a:rPr lang="es-CO" b="0" dirty="0"/>
              <a:t> </a:t>
            </a:r>
            <a:r>
              <a:rPr lang="es-CO" b="0" dirty="0" err="1"/>
              <a:t>isn't</a:t>
            </a:r>
            <a:r>
              <a:rPr lang="es-CO" b="0" dirty="0"/>
              <a:t> </a:t>
            </a:r>
            <a:r>
              <a:rPr lang="es-CO" b="0" dirty="0" err="1"/>
              <a:t>handled</a:t>
            </a:r>
            <a:r>
              <a:rPr lang="es-CO" b="0" dirty="0"/>
              <a:t> </a:t>
            </a:r>
            <a:r>
              <a:rPr lang="es-CO" b="0" dirty="0" err="1"/>
              <a:t>well</a:t>
            </a:r>
            <a:r>
              <a:rPr lang="es-CO" b="0" dirty="0"/>
              <a:t>.</a:t>
            </a:r>
          </a:p>
        </p:txBody>
      </p:sp>
    </p:spTree>
    <p:extLst>
      <p:ext uri="{BB962C8B-B14F-4D97-AF65-F5344CB8AC3E}">
        <p14:creationId xmlns:p14="http://schemas.microsoft.com/office/powerpoint/2010/main" val="14993839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Forma libre 19">
            <a:extLst>
              <a:ext uri="{FF2B5EF4-FFF2-40B4-BE49-F238E27FC236}">
                <a16:creationId xmlns:a16="http://schemas.microsoft.com/office/drawing/2014/main" id="{5BC89B38-44C8-4466-94A0-595AA5087592}"/>
              </a:ext>
            </a:extLst>
          </p:cNvPr>
          <p:cNvSpPr>
            <a:spLocks noChangeAspect="1"/>
          </p:cNvSpPr>
          <p:nvPr/>
        </p:nvSpPr>
        <p:spPr>
          <a:xfrm flipH="1">
            <a:off x="8182689" y="1475627"/>
            <a:ext cx="3176558" cy="1061697"/>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sz="1400">
              <a:solidFill>
                <a:srgbClr val="FFB903"/>
              </a:solidFill>
            </a:endParaRPr>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20</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12" name="Forma libre 19">
            <a:extLst>
              <a:ext uri="{FF2B5EF4-FFF2-40B4-BE49-F238E27FC236}">
                <a16:creationId xmlns:a16="http://schemas.microsoft.com/office/drawing/2014/main" id="{C411CBAB-03C4-4FA4-B2AF-8CCB9281E18F}"/>
              </a:ext>
            </a:extLst>
          </p:cNvPr>
          <p:cNvSpPr>
            <a:spLocks noChangeAspect="1"/>
          </p:cNvSpPr>
          <p:nvPr/>
        </p:nvSpPr>
        <p:spPr>
          <a:xfrm>
            <a:off x="6643123" y="1651614"/>
            <a:ext cx="2338731" cy="900000"/>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solidFill>
                <a:srgbClr val="FFB903"/>
              </a:solidFill>
            </a:endParaRPr>
          </a:p>
        </p:txBody>
      </p:sp>
      <p:sp>
        <p:nvSpPr>
          <p:cNvPr id="13" name="CuadroTexto 12">
            <a:extLst>
              <a:ext uri="{FF2B5EF4-FFF2-40B4-BE49-F238E27FC236}">
                <a16:creationId xmlns:a16="http://schemas.microsoft.com/office/drawing/2014/main" id="{FE05A2D9-3A2B-4E7F-9CC9-948E29E0DC8D}"/>
              </a:ext>
            </a:extLst>
          </p:cNvPr>
          <p:cNvSpPr txBox="1"/>
          <p:nvPr/>
        </p:nvSpPr>
        <p:spPr>
          <a:xfrm>
            <a:off x="6873147" y="1650420"/>
            <a:ext cx="2238118" cy="892552"/>
          </a:xfrm>
          <a:prstGeom prst="rect">
            <a:avLst/>
          </a:prstGeom>
          <a:noFill/>
        </p:spPr>
        <p:txBody>
          <a:bodyPr wrap="square" rtlCol="0">
            <a:spAutoFit/>
          </a:bodyPr>
          <a:lstStyle/>
          <a:p>
            <a:r>
              <a:rPr lang="es-ES_tradnl" sz="2800" b="1" dirty="0" err="1">
                <a:latin typeface="Source Sans Pro" panose="020B0503030403020204" pitchFamily="34" charset="0"/>
                <a:ea typeface="Source Sans Pro" panose="020B0503030403020204" pitchFamily="34" charset="0"/>
              </a:rPr>
              <a:t>Regions</a:t>
            </a:r>
            <a:r>
              <a:rPr lang="es-ES_tradnl" sz="2800" b="1" dirty="0">
                <a:latin typeface="Source Sans Pro" panose="020B0503030403020204" pitchFamily="34" charset="0"/>
                <a:ea typeface="Source Sans Pro" panose="020B0503030403020204" pitchFamily="34" charset="0"/>
              </a:rPr>
              <a:t> </a:t>
            </a:r>
          </a:p>
          <a:p>
            <a:r>
              <a:rPr lang="es-ES_tradnl" sz="2400" dirty="0" err="1">
                <a:latin typeface="Source Sans Pro" panose="020B0503030403020204" pitchFamily="34" charset="0"/>
                <a:ea typeface="Source Sans Pro" panose="020B0503030403020204" pitchFamily="34" charset="0"/>
              </a:rPr>
              <a:t>definition</a:t>
            </a:r>
            <a:endParaRPr lang="es-ES_tradnl" sz="2400" dirty="0">
              <a:latin typeface="Source Sans Pro" panose="020B0503030403020204" pitchFamily="34" charset="0"/>
              <a:ea typeface="Source Sans Pro" panose="020B0503030403020204" pitchFamily="34" charset="0"/>
            </a:endParaRPr>
          </a:p>
        </p:txBody>
      </p:sp>
      <p:pic>
        <p:nvPicPr>
          <p:cNvPr id="14" name="Imagen 13">
            <a:extLst>
              <a:ext uri="{FF2B5EF4-FFF2-40B4-BE49-F238E27FC236}">
                <a16:creationId xmlns:a16="http://schemas.microsoft.com/office/drawing/2014/main" id="{1971F1C1-2251-480F-98C3-964944ABB9CC}"/>
              </a:ext>
            </a:extLst>
          </p:cNvPr>
          <p:cNvPicPr>
            <a:picLocks noChangeAspect="1"/>
          </p:cNvPicPr>
          <p:nvPr/>
        </p:nvPicPr>
        <p:blipFill>
          <a:blip r:embed="rId2"/>
          <a:stretch>
            <a:fillRect/>
          </a:stretch>
        </p:blipFill>
        <p:spPr>
          <a:xfrm>
            <a:off x="8654840" y="2109102"/>
            <a:ext cx="468000" cy="468000"/>
          </a:xfrm>
          <a:prstGeom prst="rect">
            <a:avLst/>
          </a:prstGeom>
        </p:spPr>
      </p:pic>
      <p:sp>
        <p:nvSpPr>
          <p:cNvPr id="16" name="CuadroTexto 15">
            <a:extLst>
              <a:ext uri="{FF2B5EF4-FFF2-40B4-BE49-F238E27FC236}">
                <a16:creationId xmlns:a16="http://schemas.microsoft.com/office/drawing/2014/main" id="{F6CBEA47-AF73-4D8C-A41F-05CA35DA57D4}"/>
              </a:ext>
            </a:extLst>
          </p:cNvPr>
          <p:cNvSpPr txBox="1"/>
          <p:nvPr/>
        </p:nvSpPr>
        <p:spPr>
          <a:xfrm>
            <a:off x="9220351" y="1637143"/>
            <a:ext cx="2132816" cy="738664"/>
          </a:xfrm>
          <a:prstGeom prst="rect">
            <a:avLst/>
          </a:prstGeom>
          <a:noFill/>
        </p:spPr>
        <p:txBody>
          <a:bodyPr wrap="square">
            <a:spAutoFit/>
          </a:bodyPr>
          <a:lstStyle/>
          <a:p>
            <a:pPr rtl="0" fontAlgn="base">
              <a:spcBef>
                <a:spcPts val="0"/>
              </a:spcBef>
              <a:spcAft>
                <a:spcPts val="0"/>
              </a:spcAft>
            </a:pPr>
            <a:r>
              <a:rPr lang="es-CO" sz="1400" b="1" i="0" u="none" strike="noStrike" dirty="0" err="1">
                <a:effectLst/>
                <a:latin typeface="Roboto" panose="02000000000000000000" pitchFamily="2" charset="0"/>
              </a:rPr>
              <a:t>Activation</a:t>
            </a:r>
            <a:r>
              <a:rPr lang="es-CO" sz="1400" b="0" i="0" u="none" strike="noStrike" dirty="0">
                <a:solidFill>
                  <a:schemeClr val="tx1">
                    <a:lumMod val="75000"/>
                    <a:lumOff val="25000"/>
                  </a:schemeClr>
                </a:solidFill>
                <a:effectLst/>
                <a:latin typeface="Roboto" panose="02000000000000000000" pitchFamily="2" charset="0"/>
              </a:rPr>
              <a:t> [0;0.4]</a:t>
            </a:r>
          </a:p>
          <a:p>
            <a:pPr rtl="0" fontAlgn="base">
              <a:spcBef>
                <a:spcPts val="0"/>
              </a:spcBef>
              <a:spcAft>
                <a:spcPts val="0"/>
              </a:spcAft>
            </a:pPr>
            <a:r>
              <a:rPr lang="es-CO" sz="1400" b="1" i="0" u="none" strike="noStrike" dirty="0" err="1">
                <a:effectLst/>
                <a:latin typeface="Roboto" panose="02000000000000000000" pitchFamily="2" charset="0"/>
              </a:rPr>
              <a:t>Ohmic</a:t>
            </a:r>
            <a:r>
              <a:rPr lang="es-CO" sz="1400" b="0" i="0" u="none" strike="noStrike" dirty="0">
                <a:solidFill>
                  <a:schemeClr val="tx1">
                    <a:lumMod val="75000"/>
                    <a:lumOff val="25000"/>
                  </a:schemeClr>
                </a:solidFill>
                <a:effectLst/>
                <a:latin typeface="Roboto" panose="02000000000000000000" pitchFamily="2" charset="0"/>
              </a:rPr>
              <a:t> [0.4; 1.6]</a:t>
            </a:r>
          </a:p>
          <a:p>
            <a:r>
              <a:rPr lang="es-CO" sz="1400" b="1" i="0" u="none" strike="noStrike" dirty="0" err="1">
                <a:effectLst/>
                <a:latin typeface="Roboto" panose="02000000000000000000" pitchFamily="2" charset="0"/>
              </a:rPr>
              <a:t>Mass</a:t>
            </a:r>
            <a:r>
              <a:rPr lang="es-CO" sz="1400" b="1" i="0" u="none" strike="noStrike" dirty="0">
                <a:effectLst/>
                <a:latin typeface="Roboto" panose="02000000000000000000" pitchFamily="2" charset="0"/>
              </a:rPr>
              <a:t> </a:t>
            </a:r>
            <a:r>
              <a:rPr lang="es-CO" sz="1400" b="1" i="0" u="none" strike="noStrike" dirty="0" err="1">
                <a:effectLst/>
                <a:latin typeface="Roboto" panose="02000000000000000000" pitchFamily="2" charset="0"/>
              </a:rPr>
              <a:t>transport</a:t>
            </a:r>
            <a:r>
              <a:rPr lang="es-CO" sz="1400" b="0" i="0" u="none" strike="noStrike" dirty="0">
                <a:solidFill>
                  <a:schemeClr val="tx1">
                    <a:lumMod val="75000"/>
                    <a:lumOff val="25000"/>
                  </a:schemeClr>
                </a:solidFill>
                <a:effectLst/>
                <a:latin typeface="Roboto" panose="02000000000000000000" pitchFamily="2" charset="0"/>
              </a:rPr>
              <a:t> [1.6; </a:t>
            </a:r>
            <a:r>
              <a:rPr lang="es-CO" sz="1400" b="0" i="0" u="none" strike="noStrike" dirty="0" err="1">
                <a:solidFill>
                  <a:schemeClr val="tx1">
                    <a:lumMod val="75000"/>
                    <a:lumOff val="25000"/>
                  </a:schemeClr>
                </a:solidFill>
                <a:effectLst/>
                <a:latin typeface="Roboto" panose="02000000000000000000" pitchFamily="2" charset="0"/>
              </a:rPr>
              <a:t>Inf</a:t>
            </a:r>
            <a:r>
              <a:rPr lang="es-CO" sz="1400" b="0" i="0" u="none" strike="noStrike" dirty="0">
                <a:solidFill>
                  <a:schemeClr val="tx1">
                    <a:lumMod val="75000"/>
                    <a:lumOff val="25000"/>
                  </a:schemeClr>
                </a:solidFill>
                <a:effectLst/>
                <a:latin typeface="Roboto" panose="02000000000000000000" pitchFamily="2" charset="0"/>
              </a:rPr>
              <a:t>]</a:t>
            </a:r>
            <a:endParaRPr lang="es-CO" sz="1400" dirty="0">
              <a:solidFill>
                <a:schemeClr val="tx1">
                  <a:lumMod val="75000"/>
                  <a:lumOff val="25000"/>
                </a:schemeClr>
              </a:solidFill>
            </a:endParaRPr>
          </a:p>
        </p:txBody>
      </p:sp>
      <p:pic>
        <p:nvPicPr>
          <p:cNvPr id="19" name="Picture 3" descr="Novel Trends in Proton Exchange Membrane Fuel Cells">
            <a:extLst>
              <a:ext uri="{FF2B5EF4-FFF2-40B4-BE49-F238E27FC236}">
                <a16:creationId xmlns:a16="http://schemas.microsoft.com/office/drawing/2014/main" id="{377CBEF1-98D4-4F27-9C36-9C5206B83C6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09655" y="2841919"/>
            <a:ext cx="4026369" cy="2501642"/>
          </a:xfrm>
          <a:prstGeom prst="rect">
            <a:avLst/>
          </a:prstGeom>
          <a:noFill/>
          <a:extLst>
            <a:ext uri="{909E8E84-426E-40DD-AFC4-6F175D3DCCD1}">
              <a14:hiddenFill xmlns:a14="http://schemas.microsoft.com/office/drawing/2010/main">
                <a:solidFill>
                  <a:srgbClr val="FFFFFF"/>
                </a:solidFill>
              </a14:hiddenFill>
            </a:ext>
          </a:extLst>
        </p:spPr>
      </p:pic>
      <p:sp>
        <p:nvSpPr>
          <p:cNvPr id="11" name="Rectángulo: esquinas redondeadas 10">
            <a:extLst>
              <a:ext uri="{FF2B5EF4-FFF2-40B4-BE49-F238E27FC236}">
                <a16:creationId xmlns:a16="http://schemas.microsoft.com/office/drawing/2014/main" id="{BD9AE610-AA0A-4B62-8B84-1B1E69B6BFC2}"/>
              </a:ext>
            </a:extLst>
          </p:cNvPr>
          <p:cNvSpPr/>
          <p:nvPr/>
        </p:nvSpPr>
        <p:spPr>
          <a:xfrm>
            <a:off x="928220" y="891249"/>
            <a:ext cx="5490213" cy="6678594"/>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5" name="CuadroTexto 24">
            <a:extLst>
              <a:ext uri="{FF2B5EF4-FFF2-40B4-BE49-F238E27FC236}">
                <a16:creationId xmlns:a16="http://schemas.microsoft.com/office/drawing/2014/main" id="{BF4DA4E9-F098-4C52-A5A6-D2E65EA04D6C}"/>
              </a:ext>
            </a:extLst>
          </p:cNvPr>
          <p:cNvSpPr txBox="1"/>
          <p:nvPr/>
        </p:nvSpPr>
        <p:spPr>
          <a:xfrm>
            <a:off x="1447179" y="1088073"/>
            <a:ext cx="3423922" cy="1508105"/>
          </a:xfrm>
          <a:prstGeom prst="rect">
            <a:avLst/>
          </a:prstGeom>
          <a:noFill/>
        </p:spPr>
        <p:txBody>
          <a:bodyPr wrap="square">
            <a:spAutoFit/>
          </a:bodyPr>
          <a:lstStyle/>
          <a:p>
            <a:r>
              <a:rPr lang="es-CO" sz="3200" b="1" dirty="0" err="1">
                <a:latin typeface="Source Sans Pro" panose="020B0503030403020204" pitchFamily="34" charset="0"/>
                <a:ea typeface="Source Sans Pro" panose="020B0503030403020204" pitchFamily="34" charset="0"/>
              </a:rPr>
              <a:t>Sampling</a:t>
            </a:r>
            <a:r>
              <a:rPr lang="es-CO" sz="3200" b="1" dirty="0">
                <a:latin typeface="Source Sans Pro" panose="020B0503030403020204" pitchFamily="34" charset="0"/>
                <a:ea typeface="Source Sans Pro" panose="020B0503030403020204" pitchFamily="34" charset="0"/>
              </a:rPr>
              <a:t> </a:t>
            </a:r>
            <a:r>
              <a:rPr lang="es-CO" sz="3200" b="1" dirty="0" err="1">
                <a:latin typeface="Source Sans Pro" panose="020B0503030403020204" pitchFamily="34" charset="0"/>
                <a:ea typeface="Source Sans Pro" panose="020B0503030403020204" pitchFamily="34" charset="0"/>
              </a:rPr>
              <a:t>strategy</a:t>
            </a:r>
            <a:r>
              <a:rPr lang="es-CO" sz="3200" b="1" dirty="0">
                <a:latin typeface="Source Sans Pro" panose="020B0503030403020204" pitchFamily="34" charset="0"/>
                <a:ea typeface="Source Sans Pro" panose="020B0503030403020204" pitchFamily="34" charset="0"/>
              </a:rPr>
              <a:t>: </a:t>
            </a:r>
            <a:r>
              <a:rPr lang="es-CO" sz="2800" i="1" dirty="0" err="1">
                <a:latin typeface="Source Sans Pro Light" panose="020B0403030403020204" pitchFamily="34" charset="0"/>
                <a:ea typeface="Source Sans Pro Light" panose="020B0403030403020204" pitchFamily="34" charset="0"/>
              </a:rPr>
              <a:t>Sobol</a:t>
            </a:r>
            <a:r>
              <a:rPr lang="es-CO" sz="2800" i="1" dirty="0">
                <a:latin typeface="Source Sans Pro Light" panose="020B0403030403020204" pitchFamily="34" charset="0"/>
                <a:ea typeface="Source Sans Pro Light" panose="020B0403030403020204" pitchFamily="34" charset="0"/>
              </a:rPr>
              <a:t> </a:t>
            </a:r>
            <a:r>
              <a:rPr lang="es-CO" sz="2800" i="1" dirty="0" err="1">
                <a:latin typeface="Source Sans Pro Light" panose="020B0403030403020204" pitchFamily="34" charset="0"/>
                <a:ea typeface="Source Sans Pro Light" panose="020B0403030403020204" pitchFamily="34" charset="0"/>
              </a:rPr>
              <a:t>sequences</a:t>
            </a:r>
            <a:endParaRPr lang="es-CO" sz="2800" i="1" dirty="0">
              <a:latin typeface="Source Sans Pro Light" panose="020B0403030403020204" pitchFamily="34" charset="0"/>
              <a:ea typeface="Source Sans Pro Light" panose="020B0403030403020204" pitchFamily="34" charset="0"/>
            </a:endParaRPr>
          </a:p>
        </p:txBody>
      </p:sp>
      <p:sp>
        <p:nvSpPr>
          <p:cNvPr id="26" name="CuadroTexto 25">
            <a:extLst>
              <a:ext uri="{FF2B5EF4-FFF2-40B4-BE49-F238E27FC236}">
                <a16:creationId xmlns:a16="http://schemas.microsoft.com/office/drawing/2014/main" id="{CB6FAC6E-AD5A-43A2-B5D3-52B2EE1AA409}"/>
              </a:ext>
            </a:extLst>
          </p:cNvPr>
          <p:cNvSpPr txBox="1"/>
          <p:nvPr/>
        </p:nvSpPr>
        <p:spPr>
          <a:xfrm>
            <a:off x="1685134" y="2596178"/>
            <a:ext cx="4410865" cy="4001095"/>
          </a:xfrm>
          <a:prstGeom prst="rect">
            <a:avLst/>
          </a:prstGeom>
          <a:noFill/>
        </p:spPr>
        <p:txBody>
          <a:bodyPr wrap="square">
            <a:spAutoFit/>
          </a:bodyPr>
          <a:lstStyle/>
          <a:p>
            <a:pPr rtl="0" fontAlgn="base">
              <a:spcBef>
                <a:spcPts val="0"/>
              </a:spcBef>
              <a:spcAft>
                <a:spcPts val="0"/>
              </a:spcAft>
            </a:pPr>
            <a:r>
              <a:rPr lang="en-US" sz="1600" dirty="0"/>
              <a:t>It generates </a:t>
            </a:r>
            <a:r>
              <a:rPr lang="en-US" sz="1600" b="1" dirty="0"/>
              <a:t>quasi-random sequences </a:t>
            </a:r>
            <a:r>
              <a:rPr lang="en-US" sz="1600" dirty="0"/>
              <a:t>that are uniformly distributed sample points in high-dimensional spaces.</a:t>
            </a:r>
          </a:p>
          <a:p>
            <a:pPr rtl="0" fontAlgn="base">
              <a:spcBef>
                <a:spcPts val="0"/>
              </a:spcBef>
              <a:spcAft>
                <a:spcPts val="0"/>
              </a:spcAft>
            </a:pPr>
            <a:endParaRPr lang="en-US" sz="1600" dirty="0"/>
          </a:p>
          <a:p>
            <a:pPr rtl="0" fontAlgn="base">
              <a:spcBef>
                <a:spcPts val="0"/>
              </a:spcBef>
              <a:spcAft>
                <a:spcPts val="0"/>
              </a:spcAft>
            </a:pPr>
            <a:r>
              <a:rPr lang="en-US" sz="1600" dirty="0"/>
              <a:t>Calculating the Sobol indices over those configurations lead into </a:t>
            </a:r>
            <a:r>
              <a:rPr lang="en-US" sz="1600" b="1" dirty="0"/>
              <a:t>more stable and consistent results</a:t>
            </a:r>
            <a:r>
              <a:rPr lang="en-US" sz="1600" dirty="0"/>
              <a:t>, due to the uniformity of the samples.</a:t>
            </a:r>
          </a:p>
          <a:p>
            <a:pPr rtl="0" fontAlgn="base">
              <a:spcBef>
                <a:spcPts val="0"/>
              </a:spcBef>
              <a:spcAft>
                <a:spcPts val="0"/>
              </a:spcAft>
            </a:pPr>
            <a:r>
              <a:rPr lang="en-US" sz="1600" dirty="0"/>
              <a:t>They allow incrementally increase the sample size, while preserving and building upon previous points saving computing time.</a:t>
            </a:r>
          </a:p>
          <a:p>
            <a:pPr rtl="0" fontAlgn="base">
              <a:spcBef>
                <a:spcPts val="0"/>
              </a:spcBef>
              <a:spcAft>
                <a:spcPts val="0"/>
              </a:spcAft>
            </a:pPr>
            <a:r>
              <a:rPr lang="en-US" sz="1600" dirty="0"/>
              <a:t>Sample size:</a:t>
            </a:r>
          </a:p>
          <a:p>
            <a:pPr marL="742950" lvl="1" indent="-285750" rtl="0" fontAlgn="base">
              <a:spcBef>
                <a:spcPts val="0"/>
              </a:spcBef>
              <a:spcAft>
                <a:spcPts val="0"/>
              </a:spcAft>
              <a:buFont typeface="Arial" panose="020B0604020202020204" pitchFamily="34" charset="0"/>
              <a:buChar char="•"/>
            </a:pPr>
            <a:r>
              <a:rPr lang="en-US" sz="1600" dirty="0"/>
              <a:t>For calculating only first-order indices </a:t>
            </a:r>
            <a:r>
              <a:rPr lang="en-US" sz="1400" b="0" i="0" u="none" strike="noStrike" dirty="0">
                <a:solidFill>
                  <a:srgbClr val="000000"/>
                </a:solidFill>
                <a:effectLst/>
                <a:latin typeface="Roboto" panose="02000000000000000000" pitchFamily="2" charset="0"/>
              </a:rPr>
              <a:t>(</a:t>
            </a:r>
            <a:r>
              <a:rPr lang="en-US" sz="1400" b="1" i="0" u="none" strike="noStrike" dirty="0">
                <a:solidFill>
                  <a:srgbClr val="000000"/>
                </a:solidFill>
                <a:effectLst/>
                <a:latin typeface="Roboto" panose="02000000000000000000" pitchFamily="2" charset="0"/>
              </a:rPr>
              <a:t>S1</a:t>
            </a:r>
            <a:r>
              <a:rPr lang="en-US" sz="1400" b="0" i="0" u="none" strike="noStrike" dirty="0">
                <a:solidFill>
                  <a:srgbClr val="000000"/>
                </a:solidFill>
                <a:effectLst/>
                <a:latin typeface="Roboto" panose="02000000000000000000" pitchFamily="2" charset="0"/>
              </a:rPr>
              <a:t>): </a:t>
            </a:r>
            <a:r>
              <a:rPr lang="en-US" sz="1400" b="1" i="0" u="none" strike="noStrike" dirty="0">
                <a:solidFill>
                  <a:srgbClr val="000000"/>
                </a:solidFill>
                <a:effectLst/>
                <a:latin typeface="Roboto" panose="02000000000000000000" pitchFamily="2" charset="0"/>
              </a:rPr>
              <a:t>N × (D + 2)</a:t>
            </a:r>
            <a:endParaRPr lang="en-US" sz="1400" b="0" i="0" u="none" strike="noStrike" dirty="0">
              <a:solidFill>
                <a:srgbClr val="000000"/>
              </a:solidFill>
              <a:effectLst/>
              <a:latin typeface="Roboto" panose="02000000000000000000" pitchFamily="2" charset="0"/>
            </a:endParaRPr>
          </a:p>
          <a:p>
            <a:pPr marL="742950" lvl="1" indent="-285750" rtl="0" fontAlgn="base">
              <a:spcBef>
                <a:spcPts val="0"/>
              </a:spcBef>
              <a:spcAft>
                <a:spcPts val="0"/>
              </a:spcAft>
              <a:buFont typeface="Arial" panose="020B0604020202020204" pitchFamily="34" charset="0"/>
              <a:buChar char="•"/>
            </a:pPr>
            <a:r>
              <a:rPr lang="en-US" sz="1600" dirty="0"/>
              <a:t>For both first-order (S1) and second-order </a:t>
            </a:r>
            <a:r>
              <a:rPr lang="en-US" sz="1400" b="0" i="0" u="none" strike="noStrike" dirty="0">
                <a:solidFill>
                  <a:srgbClr val="000000"/>
                </a:solidFill>
                <a:effectLst/>
                <a:latin typeface="Roboto" panose="02000000000000000000" pitchFamily="2" charset="0"/>
              </a:rPr>
              <a:t>(</a:t>
            </a:r>
            <a:r>
              <a:rPr lang="en-US" sz="1400" b="1" i="0" u="none" strike="noStrike" dirty="0">
                <a:solidFill>
                  <a:srgbClr val="000000"/>
                </a:solidFill>
                <a:effectLst/>
                <a:latin typeface="Roboto" panose="02000000000000000000" pitchFamily="2" charset="0"/>
              </a:rPr>
              <a:t>S2</a:t>
            </a:r>
            <a:r>
              <a:rPr lang="en-US" sz="1400" b="0" i="0" u="none" strike="noStrike" dirty="0">
                <a:solidFill>
                  <a:srgbClr val="000000"/>
                </a:solidFill>
                <a:effectLst/>
                <a:latin typeface="Roboto" panose="02000000000000000000" pitchFamily="2" charset="0"/>
              </a:rPr>
              <a:t>) indices: </a:t>
            </a:r>
            <a:r>
              <a:rPr lang="en-US" sz="1400" b="1" i="0" u="none" strike="noStrike" dirty="0">
                <a:solidFill>
                  <a:srgbClr val="000000"/>
                </a:solidFill>
                <a:effectLst/>
                <a:latin typeface="Roboto" panose="02000000000000000000" pitchFamily="2" charset="0"/>
              </a:rPr>
              <a:t>N × (2D + 2)</a:t>
            </a:r>
            <a:endParaRPr lang="en-US" sz="1400" b="0" i="0" u="none" strike="noStrike" dirty="0">
              <a:solidFill>
                <a:srgbClr val="000000"/>
              </a:solidFill>
              <a:effectLst/>
              <a:latin typeface="Roboto" panose="02000000000000000000" pitchFamily="2" charset="0"/>
            </a:endParaRPr>
          </a:p>
        </p:txBody>
      </p:sp>
    </p:spTree>
    <p:extLst>
      <p:ext uri="{BB962C8B-B14F-4D97-AF65-F5344CB8AC3E}">
        <p14:creationId xmlns:p14="http://schemas.microsoft.com/office/powerpoint/2010/main" val="30233584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21</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15" name="CuadroTexto 14">
            <a:extLst>
              <a:ext uri="{FF2B5EF4-FFF2-40B4-BE49-F238E27FC236}">
                <a16:creationId xmlns:a16="http://schemas.microsoft.com/office/drawing/2014/main" id="{4E18BD6D-C379-4427-B75C-736E46E91098}"/>
              </a:ext>
            </a:extLst>
          </p:cNvPr>
          <p:cNvSpPr txBox="1"/>
          <p:nvPr/>
        </p:nvSpPr>
        <p:spPr>
          <a:xfrm>
            <a:off x="3789680" y="1930400"/>
            <a:ext cx="4064000" cy="769441"/>
          </a:xfrm>
          <a:prstGeom prst="rect">
            <a:avLst/>
          </a:prstGeom>
          <a:noFill/>
        </p:spPr>
        <p:txBody>
          <a:bodyPr wrap="square" rtlCol="0">
            <a:spAutoFit/>
          </a:bodyPr>
          <a:lstStyle/>
          <a:p>
            <a:r>
              <a:rPr lang="es-ES" sz="4400" b="1" dirty="0" err="1"/>
              <a:t>Our</a:t>
            </a:r>
            <a:r>
              <a:rPr lang="es-ES" sz="4400" b="1" dirty="0"/>
              <a:t> </a:t>
            </a:r>
            <a:r>
              <a:rPr lang="es-ES" sz="4400" b="1" dirty="0" err="1"/>
              <a:t>results</a:t>
            </a:r>
            <a:r>
              <a:rPr lang="es-ES" sz="4400" b="1" dirty="0"/>
              <a:t>!</a:t>
            </a:r>
            <a:endParaRPr lang="es-CO" sz="4400" b="1" dirty="0"/>
          </a:p>
        </p:txBody>
      </p:sp>
    </p:spTree>
    <p:extLst>
      <p:ext uri="{BB962C8B-B14F-4D97-AF65-F5344CB8AC3E}">
        <p14:creationId xmlns:p14="http://schemas.microsoft.com/office/powerpoint/2010/main" val="125883961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AEDECDB7-B92A-C7F9-93A5-F3025D96BDFA}"/>
              </a:ext>
            </a:extLst>
          </p:cNvPr>
          <p:cNvSpPr txBox="1"/>
          <p:nvPr/>
        </p:nvSpPr>
        <p:spPr>
          <a:xfrm>
            <a:off x="2776215" y="1905506"/>
            <a:ext cx="6639571" cy="3046988"/>
          </a:xfrm>
          <a:prstGeom prst="rect">
            <a:avLst/>
          </a:prstGeom>
          <a:noFill/>
        </p:spPr>
        <p:txBody>
          <a:bodyPr wrap="square" rtlCol="0">
            <a:spAutoFit/>
          </a:bodyPr>
          <a:lstStyle/>
          <a:p>
            <a:pPr algn="ctr"/>
            <a:r>
              <a:rPr lang="es-ES_tradnl" sz="9600" i="1" dirty="0">
                <a:solidFill>
                  <a:schemeClr val="bg1"/>
                </a:solidFill>
                <a:latin typeface="Source Sans Pro Light" panose="020B0503030403020204" pitchFamily="34" charset="0"/>
                <a:ea typeface="Source Sans Pro Light" panose="020B0503030403020204" pitchFamily="34" charset="0"/>
              </a:rPr>
              <a:t>4. </a:t>
            </a:r>
            <a:r>
              <a:rPr lang="es-CO" sz="9600" i="1" dirty="0" err="1">
                <a:solidFill>
                  <a:schemeClr val="bg1"/>
                </a:solidFill>
                <a:latin typeface="Source Sans Pro Light" panose="020B0503030403020204" pitchFamily="34" charset="0"/>
                <a:ea typeface="Source Sans Pro Light" panose="020B0503030403020204" pitchFamily="34" charset="0"/>
              </a:rPr>
              <a:t>Surrogate</a:t>
            </a:r>
            <a:r>
              <a:rPr lang="es-CO" sz="9600" i="1" dirty="0">
                <a:solidFill>
                  <a:schemeClr val="bg1"/>
                </a:solidFill>
                <a:latin typeface="Source Sans Pro Light" panose="020B0503030403020204" pitchFamily="34" charset="0"/>
                <a:ea typeface="Source Sans Pro Light" panose="020B0503030403020204" pitchFamily="34" charset="0"/>
              </a:rPr>
              <a:t> </a:t>
            </a:r>
            <a:r>
              <a:rPr lang="es-CO" sz="9600" i="1" dirty="0" err="1">
                <a:solidFill>
                  <a:schemeClr val="bg1"/>
                </a:solidFill>
                <a:latin typeface="Source Sans Pro Light" panose="020B0503030403020204" pitchFamily="34" charset="0"/>
                <a:ea typeface="Source Sans Pro Light" panose="020B0503030403020204" pitchFamily="34" charset="0"/>
              </a:rPr>
              <a:t>model</a:t>
            </a:r>
            <a:endParaRPr lang="es-ES_tradnl" sz="9600" i="1" dirty="0">
              <a:solidFill>
                <a:schemeClr val="bg1"/>
              </a:solidFill>
              <a:latin typeface="Source Sans Pro Light" panose="020B0503030403020204" pitchFamily="34" charset="0"/>
              <a:ea typeface="Source Sans Pro Light" panose="020B0503030403020204" pitchFamily="34" charset="0"/>
            </a:endParaRPr>
          </a:p>
        </p:txBody>
      </p:sp>
      <p:sp>
        <p:nvSpPr>
          <p:cNvPr id="3" name="CuadroTexto 2">
            <a:extLst>
              <a:ext uri="{FF2B5EF4-FFF2-40B4-BE49-F238E27FC236}">
                <a16:creationId xmlns:a16="http://schemas.microsoft.com/office/drawing/2014/main" id="{456BFBA3-950A-448F-9E53-67794D429BA7}"/>
              </a:ext>
            </a:extLst>
          </p:cNvPr>
          <p:cNvSpPr txBox="1"/>
          <p:nvPr/>
        </p:nvSpPr>
        <p:spPr>
          <a:xfrm>
            <a:off x="4924472" y="1079439"/>
            <a:ext cx="1875162" cy="830997"/>
          </a:xfrm>
          <a:prstGeom prst="rect">
            <a:avLst/>
          </a:prstGeom>
          <a:solidFill>
            <a:schemeClr val="bg1">
              <a:lumMod val="95000"/>
            </a:schemeClr>
          </a:solidFill>
        </p:spPr>
        <p:txBody>
          <a:bodyPr wrap="square" rtlCol="0">
            <a:spAutoFit/>
          </a:bodyPr>
          <a:lstStyle/>
          <a:p>
            <a:pPr algn="ctr"/>
            <a:r>
              <a:rPr lang="es-ES" sz="4800" b="1" dirty="0" err="1">
                <a:solidFill>
                  <a:srgbClr val="FF0000"/>
                </a:solidFill>
              </a:rPr>
              <a:t>Dejvis</a:t>
            </a:r>
            <a:endParaRPr lang="es-CO" sz="4800" b="1" dirty="0">
              <a:solidFill>
                <a:srgbClr val="FF0000"/>
              </a:solidFill>
            </a:endParaRPr>
          </a:p>
        </p:txBody>
      </p:sp>
    </p:spTree>
    <p:extLst>
      <p:ext uri="{BB962C8B-B14F-4D97-AF65-F5344CB8AC3E}">
        <p14:creationId xmlns:p14="http://schemas.microsoft.com/office/powerpoint/2010/main" val="131159683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62ED12F4-7BAE-8931-128D-B4B3BC8B4F02}"/>
              </a:ext>
            </a:extLst>
          </p:cNvPr>
          <p:cNvSpPr>
            <a:spLocks noGrp="1"/>
          </p:cNvSpPr>
          <p:nvPr>
            <p:ph type="sldNum" sz="quarter" idx="12"/>
          </p:nvPr>
        </p:nvSpPr>
        <p:spPr/>
        <p:txBody>
          <a:bodyPr/>
          <a:lstStyle/>
          <a:p>
            <a:fld id="{B75BC28E-972B-EC47-BE79-29D89D46B9CA}" type="slidenum">
              <a:rPr lang="es-ES_tradnl" b="1" smtClean="0"/>
              <a:t>23</a:t>
            </a:fld>
            <a:endParaRPr lang="es-ES_tradnl" b="1" dirty="0"/>
          </a:p>
        </p:txBody>
      </p:sp>
      <p:sp>
        <p:nvSpPr>
          <p:cNvPr id="3" name="CuadroTexto 2">
            <a:extLst>
              <a:ext uri="{FF2B5EF4-FFF2-40B4-BE49-F238E27FC236}">
                <a16:creationId xmlns:a16="http://schemas.microsoft.com/office/drawing/2014/main" id="{E54C03CE-BABB-350A-C6AF-96F75A347019}"/>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0C1B4C91-84AE-B8D2-901D-9805A830D86C}"/>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99C08F30-B294-BDBF-DF3D-1BC32AD35E10}"/>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sp>
        <p:nvSpPr>
          <p:cNvPr id="7" name="CuadroTexto 6">
            <a:extLst>
              <a:ext uri="{FF2B5EF4-FFF2-40B4-BE49-F238E27FC236}">
                <a16:creationId xmlns:a16="http://schemas.microsoft.com/office/drawing/2014/main" id="{F657CDE3-138F-42C2-89A2-E2205F61EBBF}"/>
              </a:ext>
            </a:extLst>
          </p:cNvPr>
          <p:cNvSpPr txBox="1"/>
          <p:nvPr/>
        </p:nvSpPr>
        <p:spPr>
          <a:xfrm>
            <a:off x="3153383" y="1429966"/>
            <a:ext cx="7226030" cy="1569660"/>
          </a:xfrm>
          <a:prstGeom prst="rect">
            <a:avLst/>
          </a:prstGeom>
          <a:noFill/>
        </p:spPr>
        <p:txBody>
          <a:bodyPr wrap="square" rtlCol="0">
            <a:spAutoFit/>
          </a:bodyPr>
          <a:lstStyle/>
          <a:p>
            <a:r>
              <a:rPr lang="es-ES" sz="2400" b="1" dirty="0">
                <a:solidFill>
                  <a:srgbClr val="FF0000"/>
                </a:solidFill>
              </a:rPr>
              <a:t>1 </a:t>
            </a:r>
            <a:r>
              <a:rPr lang="es-ES" sz="2400" b="1" dirty="0" err="1">
                <a:solidFill>
                  <a:srgbClr val="FF0000"/>
                </a:solidFill>
              </a:rPr>
              <a:t>slide</a:t>
            </a:r>
            <a:r>
              <a:rPr lang="es-ES" sz="2400" b="1" dirty="0">
                <a:solidFill>
                  <a:srgbClr val="FF0000"/>
                </a:solidFill>
              </a:rPr>
              <a:t> -&gt;&gt;&gt; </a:t>
            </a:r>
            <a:r>
              <a:rPr lang="es-ES" sz="2400" b="1" dirty="0" err="1">
                <a:solidFill>
                  <a:srgbClr val="FF0000"/>
                </a:solidFill>
              </a:rPr>
              <a:t>Symbolic</a:t>
            </a:r>
            <a:r>
              <a:rPr lang="es-ES" sz="2400" b="1" dirty="0">
                <a:solidFill>
                  <a:srgbClr val="FF0000"/>
                </a:solidFill>
              </a:rPr>
              <a:t> </a:t>
            </a:r>
            <a:r>
              <a:rPr lang="es-ES" sz="2400" b="1" dirty="0" err="1">
                <a:solidFill>
                  <a:srgbClr val="FF0000"/>
                </a:solidFill>
              </a:rPr>
              <a:t>regression</a:t>
            </a:r>
            <a:r>
              <a:rPr lang="es-ES" sz="2400" b="1" dirty="0">
                <a:solidFill>
                  <a:srgbClr val="FF0000"/>
                </a:solidFill>
              </a:rPr>
              <a:t> general</a:t>
            </a:r>
          </a:p>
          <a:p>
            <a:r>
              <a:rPr lang="es-ES" sz="2400" b="1" dirty="0">
                <a:solidFill>
                  <a:srgbClr val="FF0000"/>
                </a:solidFill>
              </a:rPr>
              <a:t>1 </a:t>
            </a:r>
            <a:r>
              <a:rPr lang="es-ES" sz="2400" b="1" dirty="0" err="1">
                <a:solidFill>
                  <a:srgbClr val="FF0000"/>
                </a:solidFill>
              </a:rPr>
              <a:t>slide</a:t>
            </a:r>
            <a:r>
              <a:rPr lang="es-ES" sz="2400" b="1" dirty="0">
                <a:solidFill>
                  <a:srgbClr val="FF0000"/>
                </a:solidFill>
              </a:rPr>
              <a:t> -&gt;&gt;&gt; </a:t>
            </a:r>
            <a:r>
              <a:rPr lang="es-ES" sz="2400" b="1" dirty="0" err="1">
                <a:solidFill>
                  <a:srgbClr val="FF0000"/>
                </a:solidFill>
              </a:rPr>
              <a:t>Hide</a:t>
            </a:r>
            <a:r>
              <a:rPr lang="es-ES" sz="2400" b="1" dirty="0">
                <a:solidFill>
                  <a:srgbClr val="FF0000"/>
                </a:solidFill>
              </a:rPr>
              <a:t> </a:t>
            </a:r>
            <a:r>
              <a:rPr lang="es-ES" sz="2400" b="1" dirty="0" err="1">
                <a:solidFill>
                  <a:srgbClr val="FF0000"/>
                </a:solidFill>
              </a:rPr>
              <a:t>with</a:t>
            </a:r>
            <a:r>
              <a:rPr lang="es-ES" sz="2400" b="1" dirty="0">
                <a:solidFill>
                  <a:srgbClr val="FF0000"/>
                </a:solidFill>
              </a:rPr>
              <a:t> </a:t>
            </a:r>
            <a:r>
              <a:rPr lang="es-ES" sz="2400" b="1" dirty="0" err="1">
                <a:solidFill>
                  <a:srgbClr val="FF0000"/>
                </a:solidFill>
              </a:rPr>
              <a:t>example</a:t>
            </a:r>
            <a:r>
              <a:rPr lang="es-ES" sz="2400" b="1" dirty="0">
                <a:solidFill>
                  <a:srgbClr val="FF0000"/>
                </a:solidFill>
              </a:rPr>
              <a:t>  - </a:t>
            </a:r>
            <a:r>
              <a:rPr lang="es-ES" sz="2400" b="1" dirty="0" err="1">
                <a:solidFill>
                  <a:srgbClr val="FF0000"/>
                </a:solidFill>
              </a:rPr>
              <a:t>detailed</a:t>
            </a:r>
            <a:endParaRPr lang="es-ES" sz="2400" b="1" dirty="0">
              <a:solidFill>
                <a:srgbClr val="FF0000"/>
              </a:solidFill>
            </a:endParaRPr>
          </a:p>
          <a:p>
            <a:r>
              <a:rPr lang="es-ES" sz="2400" b="1" dirty="0">
                <a:solidFill>
                  <a:srgbClr val="FF0000"/>
                </a:solidFill>
              </a:rPr>
              <a:t>1- </a:t>
            </a:r>
            <a:r>
              <a:rPr lang="es-ES" sz="2400" b="1" dirty="0" err="1">
                <a:solidFill>
                  <a:srgbClr val="FF0000"/>
                </a:solidFill>
              </a:rPr>
              <a:t>parametric</a:t>
            </a:r>
            <a:r>
              <a:rPr lang="es-ES" sz="2400" b="1" dirty="0">
                <a:solidFill>
                  <a:srgbClr val="FF0000"/>
                </a:solidFill>
              </a:rPr>
              <a:t> </a:t>
            </a:r>
            <a:r>
              <a:rPr lang="es-ES" sz="2400" b="1" dirty="0" err="1">
                <a:solidFill>
                  <a:srgbClr val="FF0000"/>
                </a:solidFill>
              </a:rPr>
              <a:t>approach</a:t>
            </a:r>
            <a:r>
              <a:rPr lang="es-ES" sz="2400" b="1" dirty="0">
                <a:solidFill>
                  <a:srgbClr val="FF0000"/>
                </a:solidFill>
              </a:rPr>
              <a:t> (</a:t>
            </a:r>
            <a:r>
              <a:rPr lang="es-ES" sz="2400" b="1" dirty="0" err="1">
                <a:solidFill>
                  <a:srgbClr val="FF0000"/>
                </a:solidFill>
              </a:rPr>
              <a:t>results</a:t>
            </a:r>
            <a:r>
              <a:rPr lang="es-ES" sz="2400" b="1" dirty="0">
                <a:solidFill>
                  <a:srgbClr val="FF0000"/>
                </a:solidFill>
              </a:rPr>
              <a:t>- </a:t>
            </a:r>
            <a:r>
              <a:rPr lang="es-ES" sz="2400" b="1" dirty="0" err="1">
                <a:solidFill>
                  <a:srgbClr val="FF0000"/>
                </a:solidFill>
              </a:rPr>
              <a:t>metrics</a:t>
            </a:r>
            <a:r>
              <a:rPr lang="es-ES" sz="2400" b="1" dirty="0">
                <a:solidFill>
                  <a:srgbClr val="FF0000"/>
                </a:solidFill>
              </a:rPr>
              <a:t> &amp; formulas &amp; </a:t>
            </a:r>
            <a:r>
              <a:rPr lang="es-ES" sz="2400" b="1" dirty="0" err="1">
                <a:solidFill>
                  <a:srgbClr val="FF0000"/>
                </a:solidFill>
              </a:rPr>
              <a:t>plots</a:t>
            </a:r>
            <a:r>
              <a:rPr lang="es-ES" sz="2400" b="1" dirty="0">
                <a:solidFill>
                  <a:srgbClr val="FF0000"/>
                </a:solidFill>
              </a:rPr>
              <a:t>)</a:t>
            </a:r>
            <a:endParaRPr lang="es-CO" sz="2400" b="1" dirty="0">
              <a:solidFill>
                <a:srgbClr val="FF0000"/>
              </a:solidFill>
            </a:endParaRPr>
          </a:p>
        </p:txBody>
      </p:sp>
    </p:spTree>
    <p:extLst>
      <p:ext uri="{BB962C8B-B14F-4D97-AF65-F5344CB8AC3E}">
        <p14:creationId xmlns:p14="http://schemas.microsoft.com/office/powerpoint/2010/main" val="27855271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62ED12F4-7BAE-8931-128D-B4B3BC8B4F02}"/>
              </a:ext>
            </a:extLst>
          </p:cNvPr>
          <p:cNvSpPr>
            <a:spLocks noGrp="1"/>
          </p:cNvSpPr>
          <p:nvPr>
            <p:ph type="sldNum" sz="quarter" idx="12"/>
          </p:nvPr>
        </p:nvSpPr>
        <p:spPr/>
        <p:txBody>
          <a:bodyPr/>
          <a:lstStyle/>
          <a:p>
            <a:fld id="{B75BC28E-972B-EC47-BE79-29D89D46B9CA}" type="slidenum">
              <a:rPr lang="es-ES_tradnl" b="1" smtClean="0"/>
              <a:t>24</a:t>
            </a:fld>
            <a:endParaRPr lang="es-ES_tradnl" b="1" dirty="0"/>
          </a:p>
        </p:txBody>
      </p:sp>
      <p:sp>
        <p:nvSpPr>
          <p:cNvPr id="3" name="CuadroTexto 2">
            <a:extLst>
              <a:ext uri="{FF2B5EF4-FFF2-40B4-BE49-F238E27FC236}">
                <a16:creationId xmlns:a16="http://schemas.microsoft.com/office/drawing/2014/main" id="{E54C03CE-BABB-350A-C6AF-96F75A347019}"/>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0C1B4C91-84AE-B8D2-901D-9805A830D86C}"/>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99C08F30-B294-BDBF-DF3D-1BC32AD35E10}"/>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graphicFrame>
        <p:nvGraphicFramePr>
          <p:cNvPr id="6" name="Tabla 5">
            <a:extLst>
              <a:ext uri="{FF2B5EF4-FFF2-40B4-BE49-F238E27FC236}">
                <a16:creationId xmlns:a16="http://schemas.microsoft.com/office/drawing/2014/main" id="{B951C02B-096F-A1FE-3BE8-EC645725B4B6}"/>
              </a:ext>
            </a:extLst>
          </p:cNvPr>
          <p:cNvGraphicFramePr>
            <a:graphicFrameLocks noGrp="1"/>
          </p:cNvGraphicFramePr>
          <p:nvPr/>
        </p:nvGraphicFramePr>
        <p:xfrm>
          <a:off x="1334654" y="1318388"/>
          <a:ext cx="9956801" cy="4456083"/>
        </p:xfrm>
        <a:graphic>
          <a:graphicData uri="http://schemas.openxmlformats.org/drawingml/2006/table">
            <a:tbl>
              <a:tblPr firstRow="1" bandRow="1">
                <a:tableStyleId>{5C22544A-7EE6-4342-B048-85BDC9FD1C3A}</a:tableStyleId>
              </a:tblPr>
              <a:tblGrid>
                <a:gridCol w="1991360">
                  <a:extLst>
                    <a:ext uri="{9D8B030D-6E8A-4147-A177-3AD203B41FA5}">
                      <a16:colId xmlns:a16="http://schemas.microsoft.com/office/drawing/2014/main" val="3170538855"/>
                    </a:ext>
                  </a:extLst>
                </a:gridCol>
                <a:gridCol w="3341097">
                  <a:extLst>
                    <a:ext uri="{9D8B030D-6E8A-4147-A177-3AD203B41FA5}">
                      <a16:colId xmlns:a16="http://schemas.microsoft.com/office/drawing/2014/main" val="3524841048"/>
                    </a:ext>
                  </a:extLst>
                </a:gridCol>
                <a:gridCol w="1541448">
                  <a:extLst>
                    <a:ext uri="{9D8B030D-6E8A-4147-A177-3AD203B41FA5}">
                      <a16:colId xmlns:a16="http://schemas.microsoft.com/office/drawing/2014/main" val="924239662"/>
                    </a:ext>
                  </a:extLst>
                </a:gridCol>
                <a:gridCol w="1541448">
                  <a:extLst>
                    <a:ext uri="{9D8B030D-6E8A-4147-A177-3AD203B41FA5}">
                      <a16:colId xmlns:a16="http://schemas.microsoft.com/office/drawing/2014/main" val="2075586605"/>
                    </a:ext>
                  </a:extLst>
                </a:gridCol>
                <a:gridCol w="1541448">
                  <a:extLst>
                    <a:ext uri="{9D8B030D-6E8A-4147-A177-3AD203B41FA5}">
                      <a16:colId xmlns:a16="http://schemas.microsoft.com/office/drawing/2014/main" val="2565062043"/>
                    </a:ext>
                  </a:extLst>
                </a:gridCol>
              </a:tblGrid>
              <a:tr h="662401">
                <a:tc>
                  <a:txBody>
                    <a:bodyPr/>
                    <a:lstStyle/>
                    <a:p>
                      <a:pPr algn="ctr"/>
                      <a:r>
                        <a:rPr lang="es-ES_tradnl" b="0" spc="300" dirty="0">
                          <a:solidFill>
                            <a:schemeClr val="tx1"/>
                          </a:solidFill>
                          <a:latin typeface="Source Sans Pro" panose="020B0503030403020204" pitchFamily="34" charset="0"/>
                          <a:ea typeface="Source Sans Pro" panose="020B0503030403020204" pitchFamily="34" charset="0"/>
                        </a:rPr>
                        <a:t>TÍTULO 1</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2</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3</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4</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5</a:t>
                      </a:r>
                    </a:p>
                  </a:txBody>
                  <a:tcPr anchor="ctr">
                    <a:lnB w="9525" cap="flat" cmpd="sng" algn="ctr">
                      <a:noFill/>
                      <a:prstDash val="solid"/>
                      <a:round/>
                      <a:headEnd type="none" w="med" len="med"/>
                      <a:tailEnd type="none" w="med" len="med"/>
                    </a:lnB>
                    <a:solidFill>
                      <a:srgbClr val="FFB903"/>
                    </a:solidFill>
                  </a:tcPr>
                </a:tc>
                <a:extLst>
                  <a:ext uri="{0D108BD9-81ED-4DB2-BD59-A6C34878D82A}">
                    <a16:rowId xmlns:a16="http://schemas.microsoft.com/office/drawing/2014/main" val="2465903879"/>
                  </a:ext>
                </a:extLst>
              </a:tr>
              <a:tr h="662401">
                <a:tc>
                  <a:txBody>
                    <a:bodyPr/>
                    <a:lstStyle/>
                    <a:p>
                      <a:pPr algn="ctr"/>
                      <a:r>
                        <a:rPr lang="es-ES_tradnl" dirty="0">
                          <a:latin typeface="Source Sans Pro" panose="020B0503030403020204" pitchFamily="34" charset="0"/>
                          <a:ea typeface="Source Sans Pro" panose="020B0503030403020204" pitchFamily="34" charset="0"/>
                        </a:rPr>
                        <a:t>Categoría 1</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tool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use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for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(email/</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slack</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other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140171014"/>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2</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Are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going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recurrent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meetings?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be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frequency</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40%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846401540"/>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3</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Who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needs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know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should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information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30/34%</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45613976"/>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4</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you</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keep</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up-</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-date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project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status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anything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blocking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progress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50%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638220983"/>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5</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makes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decisions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approves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23%</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extLst>
                  <a:ext uri="{0D108BD9-81ED-4DB2-BD59-A6C34878D82A}">
                    <a16:rowId xmlns:a16="http://schemas.microsoft.com/office/drawing/2014/main" val="1474683575"/>
                  </a:ext>
                </a:extLst>
              </a:tr>
            </a:tbl>
          </a:graphicData>
        </a:graphic>
      </p:graphicFrame>
    </p:spTree>
    <p:extLst>
      <p:ext uri="{BB962C8B-B14F-4D97-AF65-F5344CB8AC3E}">
        <p14:creationId xmlns:p14="http://schemas.microsoft.com/office/powerpoint/2010/main" val="23895364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62ED12F4-7BAE-8931-128D-B4B3BC8B4F02}"/>
              </a:ext>
            </a:extLst>
          </p:cNvPr>
          <p:cNvSpPr>
            <a:spLocks noGrp="1"/>
          </p:cNvSpPr>
          <p:nvPr>
            <p:ph type="sldNum" sz="quarter" idx="12"/>
          </p:nvPr>
        </p:nvSpPr>
        <p:spPr/>
        <p:txBody>
          <a:bodyPr/>
          <a:lstStyle/>
          <a:p>
            <a:fld id="{B75BC28E-972B-EC47-BE79-29D89D46B9CA}" type="slidenum">
              <a:rPr lang="es-ES_tradnl" b="1" smtClean="0"/>
              <a:t>25</a:t>
            </a:fld>
            <a:endParaRPr lang="es-ES_tradnl" b="1" dirty="0"/>
          </a:p>
        </p:txBody>
      </p:sp>
      <p:sp>
        <p:nvSpPr>
          <p:cNvPr id="3" name="CuadroTexto 2">
            <a:extLst>
              <a:ext uri="{FF2B5EF4-FFF2-40B4-BE49-F238E27FC236}">
                <a16:creationId xmlns:a16="http://schemas.microsoft.com/office/drawing/2014/main" id="{E54C03CE-BABB-350A-C6AF-96F75A347019}"/>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Other</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administrative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aspects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Technical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questions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0C1B4C91-84AE-B8D2-901D-9805A830D86C}"/>
              </a:ext>
            </a:extLst>
          </p:cNvPr>
          <p:cNvSpPr/>
          <p:nvPr/>
        </p:nvSpPr>
        <p:spPr>
          <a:xfrm>
            <a:off x="4047892"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Communication</a:t>
            </a:r>
            <a:r>
              <a:rPr lang="es-ES_tradnl" dirty="0">
                <a:solidFill>
                  <a:schemeClr val="tx1"/>
                </a:solidFill>
                <a:latin typeface="Source Sans Pro" panose="020B0503030403020204" pitchFamily="34" charset="0"/>
                <a:ea typeface="Source Sans Pro" panose="020B0503030403020204" pitchFamily="34" charset="0"/>
              </a:rPr>
              <a:t> plan </a:t>
            </a:r>
            <a:endParaRPr lang="es-ES_tradnl" dirty="0">
              <a:solidFill>
                <a:schemeClr val="tx1"/>
              </a:solidFill>
            </a:endParaRPr>
          </a:p>
        </p:txBody>
      </p:sp>
      <p:sp>
        <p:nvSpPr>
          <p:cNvPr id="5" name="CuadroTexto 4">
            <a:extLst>
              <a:ext uri="{FF2B5EF4-FFF2-40B4-BE49-F238E27FC236}">
                <a16:creationId xmlns:a16="http://schemas.microsoft.com/office/drawing/2014/main" id="{99C08F30-B294-BDBF-DF3D-1BC32AD35E10}"/>
              </a:ext>
            </a:extLst>
          </p:cNvPr>
          <p:cNvSpPr txBox="1"/>
          <p:nvPr/>
        </p:nvSpPr>
        <p:spPr>
          <a:xfrm>
            <a:off x="914397" y="334535"/>
            <a:ext cx="3245007"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Goals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outcomes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graphicFrame>
        <p:nvGraphicFramePr>
          <p:cNvPr id="6" name="Tabla 5">
            <a:extLst>
              <a:ext uri="{FF2B5EF4-FFF2-40B4-BE49-F238E27FC236}">
                <a16:creationId xmlns:a16="http://schemas.microsoft.com/office/drawing/2014/main" id="{B951C02B-096F-A1FE-3BE8-EC645725B4B6}"/>
              </a:ext>
            </a:extLst>
          </p:cNvPr>
          <p:cNvGraphicFramePr>
            <a:graphicFrameLocks noGrp="1"/>
          </p:cNvGraphicFramePr>
          <p:nvPr/>
        </p:nvGraphicFramePr>
        <p:xfrm>
          <a:off x="1334654" y="1318388"/>
          <a:ext cx="9956801" cy="4456083"/>
        </p:xfrm>
        <a:graphic>
          <a:graphicData uri="http://schemas.openxmlformats.org/drawingml/2006/table">
            <a:tbl>
              <a:tblPr firstRow="1" bandRow="1">
                <a:tableStyleId>{5C22544A-7EE6-4342-B048-85BDC9FD1C3A}</a:tableStyleId>
              </a:tblPr>
              <a:tblGrid>
                <a:gridCol w="1991360">
                  <a:extLst>
                    <a:ext uri="{9D8B030D-6E8A-4147-A177-3AD203B41FA5}">
                      <a16:colId xmlns:a16="http://schemas.microsoft.com/office/drawing/2014/main" val="3170538855"/>
                    </a:ext>
                  </a:extLst>
                </a:gridCol>
                <a:gridCol w="3341097">
                  <a:extLst>
                    <a:ext uri="{9D8B030D-6E8A-4147-A177-3AD203B41FA5}">
                      <a16:colId xmlns:a16="http://schemas.microsoft.com/office/drawing/2014/main" val="3524841048"/>
                    </a:ext>
                  </a:extLst>
                </a:gridCol>
                <a:gridCol w="1541448">
                  <a:extLst>
                    <a:ext uri="{9D8B030D-6E8A-4147-A177-3AD203B41FA5}">
                      <a16:colId xmlns:a16="http://schemas.microsoft.com/office/drawing/2014/main" val="924239662"/>
                    </a:ext>
                  </a:extLst>
                </a:gridCol>
                <a:gridCol w="1541448">
                  <a:extLst>
                    <a:ext uri="{9D8B030D-6E8A-4147-A177-3AD203B41FA5}">
                      <a16:colId xmlns:a16="http://schemas.microsoft.com/office/drawing/2014/main" val="2075586605"/>
                    </a:ext>
                  </a:extLst>
                </a:gridCol>
                <a:gridCol w="1541448">
                  <a:extLst>
                    <a:ext uri="{9D8B030D-6E8A-4147-A177-3AD203B41FA5}">
                      <a16:colId xmlns:a16="http://schemas.microsoft.com/office/drawing/2014/main" val="2565062043"/>
                    </a:ext>
                  </a:extLst>
                </a:gridCol>
              </a:tblGrid>
              <a:tr h="662401">
                <a:tc>
                  <a:txBody>
                    <a:bodyPr/>
                    <a:lstStyle/>
                    <a:p>
                      <a:pPr algn="ctr"/>
                      <a:r>
                        <a:rPr lang="es-ES_tradnl" b="0" spc="300" dirty="0">
                          <a:solidFill>
                            <a:schemeClr val="tx1"/>
                          </a:solidFill>
                          <a:latin typeface="Source Sans Pro" panose="020B0503030403020204" pitchFamily="34" charset="0"/>
                          <a:ea typeface="Source Sans Pro" panose="020B0503030403020204" pitchFamily="34" charset="0"/>
                        </a:rPr>
                        <a:t>TÍTULO 1</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2</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3</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4</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5</a:t>
                      </a:r>
                    </a:p>
                  </a:txBody>
                  <a:tcPr anchor="ctr">
                    <a:lnB w="9525" cap="flat" cmpd="sng" algn="ctr">
                      <a:noFill/>
                      <a:prstDash val="solid"/>
                      <a:round/>
                      <a:headEnd type="none" w="med" len="med"/>
                      <a:tailEnd type="none" w="med" len="med"/>
                    </a:lnB>
                    <a:solidFill>
                      <a:srgbClr val="FFB903"/>
                    </a:solidFill>
                  </a:tcPr>
                </a:tc>
                <a:extLst>
                  <a:ext uri="{0D108BD9-81ED-4DB2-BD59-A6C34878D82A}">
                    <a16:rowId xmlns:a16="http://schemas.microsoft.com/office/drawing/2014/main" val="2465903879"/>
                  </a:ext>
                </a:extLst>
              </a:tr>
              <a:tr h="662401">
                <a:tc>
                  <a:txBody>
                    <a:bodyPr/>
                    <a:lstStyle/>
                    <a:p>
                      <a:pPr algn="ctr"/>
                      <a:r>
                        <a:rPr lang="es-ES_tradnl" dirty="0">
                          <a:latin typeface="Source Sans Pro" panose="020B0503030403020204" pitchFamily="34" charset="0"/>
                          <a:ea typeface="Source Sans Pro" panose="020B0503030403020204" pitchFamily="34" charset="0"/>
                        </a:rPr>
                        <a:t>Categoría 1</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tool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use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for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(email/</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slack</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other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140171014"/>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2</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Are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going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recurrent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meetings?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be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frequency</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40%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846401540"/>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3</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Who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needs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know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should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information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30/34%</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45613976"/>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4</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you</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keep</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up-</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-date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project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status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anything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blocking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progress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50%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638220983"/>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5</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makes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decisions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approves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23%</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extLst>
                  <a:ext uri="{0D108BD9-81ED-4DB2-BD59-A6C34878D82A}">
                    <a16:rowId xmlns:a16="http://schemas.microsoft.com/office/drawing/2014/main" val="1474683575"/>
                  </a:ext>
                </a:extLst>
              </a:tr>
            </a:tbl>
          </a:graphicData>
        </a:graphic>
      </p:graphicFrame>
    </p:spTree>
    <p:extLst>
      <p:ext uri="{BB962C8B-B14F-4D97-AF65-F5344CB8AC3E}">
        <p14:creationId xmlns:p14="http://schemas.microsoft.com/office/powerpoint/2010/main" val="25684687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3F9FDA99-DD21-4731-8CE3-BED24DF2EAF5}"/>
              </a:ext>
            </a:extLst>
          </p:cNvPr>
          <p:cNvSpPr txBox="1"/>
          <p:nvPr/>
        </p:nvSpPr>
        <p:spPr>
          <a:xfrm>
            <a:off x="2776215" y="2151728"/>
            <a:ext cx="6639571" cy="2554545"/>
          </a:xfrm>
          <a:prstGeom prst="rect">
            <a:avLst/>
          </a:prstGeom>
          <a:noFill/>
        </p:spPr>
        <p:txBody>
          <a:bodyPr wrap="square" rtlCol="0">
            <a:spAutoFit/>
          </a:bodyPr>
          <a:lstStyle/>
          <a:p>
            <a:pPr algn="ctr"/>
            <a:r>
              <a:rPr lang="es-ES_tradnl" sz="8000" i="1" dirty="0">
                <a:solidFill>
                  <a:schemeClr val="bg1"/>
                </a:solidFill>
                <a:latin typeface="Source Sans Pro Light" panose="020B0503030403020204" pitchFamily="34" charset="0"/>
                <a:ea typeface="Source Sans Pro Light" panose="020B0503030403020204" pitchFamily="34" charset="0"/>
              </a:rPr>
              <a:t>5. </a:t>
            </a:r>
            <a:r>
              <a:rPr lang="es-CO" sz="8000" i="1" dirty="0" err="1">
                <a:solidFill>
                  <a:schemeClr val="bg1"/>
                </a:solidFill>
                <a:latin typeface="Source Sans Pro Light" panose="020B0503030403020204" pitchFamily="34" charset="0"/>
                <a:ea typeface="Source Sans Pro Light" panose="020B0503030403020204" pitchFamily="34" charset="0"/>
              </a:rPr>
              <a:t>Conclusions</a:t>
            </a:r>
            <a:r>
              <a:rPr lang="es-CO" sz="8000" i="1" dirty="0">
                <a:solidFill>
                  <a:schemeClr val="bg1"/>
                </a:solidFill>
                <a:latin typeface="Source Sans Pro Light" panose="020B0503030403020204" pitchFamily="34" charset="0"/>
                <a:ea typeface="Source Sans Pro Light" panose="020B0503030403020204" pitchFamily="34" charset="0"/>
              </a:rPr>
              <a:t> and </a:t>
            </a:r>
            <a:r>
              <a:rPr lang="es-CO" sz="8000" i="1" dirty="0" err="1">
                <a:solidFill>
                  <a:schemeClr val="bg1"/>
                </a:solidFill>
                <a:latin typeface="Source Sans Pro Light" panose="020B0503030403020204" pitchFamily="34" charset="0"/>
                <a:ea typeface="Source Sans Pro Light" panose="020B0503030403020204" pitchFamily="34" charset="0"/>
              </a:rPr>
              <a:t>next</a:t>
            </a:r>
            <a:r>
              <a:rPr lang="es-CO" sz="8000" i="1" dirty="0">
                <a:solidFill>
                  <a:schemeClr val="bg1"/>
                </a:solidFill>
                <a:latin typeface="Source Sans Pro Light" panose="020B0503030403020204" pitchFamily="34" charset="0"/>
                <a:ea typeface="Source Sans Pro Light" panose="020B0503030403020204" pitchFamily="34" charset="0"/>
              </a:rPr>
              <a:t> </a:t>
            </a:r>
            <a:r>
              <a:rPr lang="es-CO" sz="8000" i="1" dirty="0" err="1">
                <a:solidFill>
                  <a:schemeClr val="bg1"/>
                </a:solidFill>
                <a:latin typeface="Source Sans Pro Light" panose="020B0503030403020204" pitchFamily="34" charset="0"/>
                <a:ea typeface="Source Sans Pro Light" panose="020B0503030403020204" pitchFamily="34" charset="0"/>
              </a:rPr>
              <a:t>steps</a:t>
            </a:r>
            <a:r>
              <a:rPr lang="es-ES_tradnl" sz="8000" i="1" dirty="0">
                <a:solidFill>
                  <a:schemeClr val="bg1"/>
                </a:solidFill>
                <a:latin typeface="Source Sans Pro Light" panose="020B0503030403020204" pitchFamily="34" charset="0"/>
                <a:ea typeface="Source Sans Pro Light" panose="020B0503030403020204" pitchFamily="34" charset="0"/>
              </a:rPr>
              <a:t>.</a:t>
            </a:r>
          </a:p>
        </p:txBody>
      </p:sp>
    </p:spTree>
    <p:extLst>
      <p:ext uri="{BB962C8B-B14F-4D97-AF65-F5344CB8AC3E}">
        <p14:creationId xmlns:p14="http://schemas.microsoft.com/office/powerpoint/2010/main" val="58264577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Forma libre 19">
            <a:extLst>
              <a:ext uri="{FF2B5EF4-FFF2-40B4-BE49-F238E27FC236}">
                <a16:creationId xmlns:a16="http://schemas.microsoft.com/office/drawing/2014/main" id="{60D03C6A-5D55-E4FC-CC8D-E872AE14C222}"/>
              </a:ext>
            </a:extLst>
          </p:cNvPr>
          <p:cNvSpPr/>
          <p:nvPr/>
        </p:nvSpPr>
        <p:spPr>
          <a:xfrm>
            <a:off x="6367346" y="1326995"/>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6" name="CuadroTexto 5">
            <a:extLst>
              <a:ext uri="{FF2B5EF4-FFF2-40B4-BE49-F238E27FC236}">
                <a16:creationId xmlns:a16="http://schemas.microsoft.com/office/drawing/2014/main" id="{EC78812D-F332-9054-04DC-D11A0073CB36}"/>
              </a:ext>
            </a:extLst>
          </p:cNvPr>
          <p:cNvSpPr txBox="1"/>
          <p:nvPr/>
        </p:nvSpPr>
        <p:spPr>
          <a:xfrm>
            <a:off x="1604352" y="334535"/>
            <a:ext cx="6432208"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sp>
        <p:nvSpPr>
          <p:cNvPr id="7" name="Rectángulo redondeado 6">
            <a:extLst>
              <a:ext uri="{FF2B5EF4-FFF2-40B4-BE49-F238E27FC236}">
                <a16:creationId xmlns:a16="http://schemas.microsoft.com/office/drawing/2014/main" id="{C8DD5307-00E8-911B-CC28-AEA85AA5FF8A}"/>
              </a:ext>
            </a:extLst>
          </p:cNvPr>
          <p:cNvSpPr/>
          <p:nvPr/>
        </p:nvSpPr>
        <p:spPr>
          <a:xfrm>
            <a:off x="7165997" y="334535"/>
            <a:ext cx="3153294" cy="307777"/>
          </a:xfrm>
          <a:prstGeom prst="roundRect">
            <a:avLst>
              <a:gd name="adj" fmla="val 50000"/>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s-ES_tradnl" dirty="0">
                <a:solidFill>
                  <a:schemeClr val="tx1"/>
                </a:solidFill>
              </a:rPr>
              <a:t>5. </a:t>
            </a:r>
            <a:r>
              <a:rPr lang="es-ES_tradnl" dirty="0" err="1">
                <a:solidFill>
                  <a:schemeClr val="tx1"/>
                </a:solidFill>
                <a:latin typeface="Source Sans Pro" panose="020B0503030403020204" pitchFamily="34" charset="0"/>
                <a:ea typeface="Source Sans Pro" panose="020B0503030403020204" pitchFamily="34" charset="0"/>
              </a:rPr>
              <a:t>Conclusions</a:t>
            </a:r>
            <a:r>
              <a:rPr lang="es-ES_tradnl" dirty="0">
                <a:solidFill>
                  <a:schemeClr val="tx1"/>
                </a:solidFill>
                <a:latin typeface="Source Sans Pro" panose="020B0503030403020204" pitchFamily="34" charset="0"/>
                <a:ea typeface="Source Sans Pro" panose="020B0503030403020204" pitchFamily="34" charset="0"/>
              </a:rPr>
              <a:t> and </a:t>
            </a:r>
            <a:r>
              <a:rPr lang="es-ES_tradnl" dirty="0" err="1">
                <a:solidFill>
                  <a:schemeClr val="tx1"/>
                </a:solidFill>
                <a:latin typeface="Source Sans Pro" panose="020B0503030403020204" pitchFamily="34" charset="0"/>
                <a:ea typeface="Source Sans Pro" panose="020B0503030403020204" pitchFamily="34" charset="0"/>
              </a:rPr>
              <a:t>next</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steps</a:t>
            </a:r>
            <a:endParaRPr lang="es-ES_tradnl" dirty="0">
              <a:solidFill>
                <a:schemeClr val="tx1"/>
              </a:solidFill>
              <a:latin typeface="Source Sans Pro" panose="020B0503030403020204" pitchFamily="34" charset="0"/>
              <a:ea typeface="Source Sans Pro" panose="020B0503030403020204" pitchFamily="34" charset="0"/>
            </a:endParaRPr>
          </a:p>
        </p:txBody>
      </p:sp>
      <p:sp>
        <p:nvSpPr>
          <p:cNvPr id="8" name="Marcador de número de diapositiva 1">
            <a:extLst>
              <a:ext uri="{FF2B5EF4-FFF2-40B4-BE49-F238E27FC236}">
                <a16:creationId xmlns:a16="http://schemas.microsoft.com/office/drawing/2014/main" id="{4787AD7B-B72B-7FE7-5CED-92D6254A01E1}"/>
              </a:ext>
            </a:extLst>
          </p:cNvPr>
          <p:cNvSpPr>
            <a:spLocks noGrp="1"/>
          </p:cNvSpPr>
          <p:nvPr>
            <p:ph type="sldNum" sz="quarter" idx="12"/>
          </p:nvPr>
        </p:nvSpPr>
        <p:spPr>
          <a:xfrm>
            <a:off x="39477" y="2368627"/>
            <a:ext cx="445265" cy="440673"/>
          </a:xfrm>
        </p:spPr>
        <p:txBody>
          <a:bodyPr/>
          <a:lstStyle/>
          <a:p>
            <a:fld id="{B75BC28E-972B-EC47-BE79-29D89D46B9CA}" type="slidenum">
              <a:rPr lang="es-ES_tradnl" b="1" smtClean="0"/>
              <a:t>27</a:t>
            </a:fld>
            <a:endParaRPr lang="es-ES_tradnl" b="1" dirty="0"/>
          </a:p>
        </p:txBody>
      </p:sp>
      <p:sp>
        <p:nvSpPr>
          <p:cNvPr id="9" name="CuadroTexto 8">
            <a:extLst>
              <a:ext uri="{FF2B5EF4-FFF2-40B4-BE49-F238E27FC236}">
                <a16:creationId xmlns:a16="http://schemas.microsoft.com/office/drawing/2014/main" id="{0E408060-A43C-CC02-2982-A3499F4B484D}"/>
              </a:ext>
            </a:extLst>
          </p:cNvPr>
          <p:cNvSpPr txBox="1"/>
          <p:nvPr/>
        </p:nvSpPr>
        <p:spPr>
          <a:xfrm>
            <a:off x="6467706" y="1442819"/>
            <a:ext cx="5419494"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Will be </a:t>
            </a:r>
            <a:r>
              <a:rPr lang="es-ES_tradnl" sz="2800" dirty="0" err="1">
                <a:latin typeface="Source Sans Pro" panose="020B0503030403020204" pitchFamily="34" charset="0"/>
                <a:ea typeface="Source Sans Pro" panose="020B0503030403020204" pitchFamily="34" charset="0"/>
              </a:rPr>
              <a:t>provided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computational</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equipment</a:t>
            </a:r>
            <a:r>
              <a:rPr lang="es-ES_tradnl" sz="2800" dirty="0">
                <a:latin typeface="Source Sans Pro" panose="020B0503030403020204" pitchFamily="34" charset="0"/>
                <a:ea typeface="Source Sans Pro" panose="020B0503030403020204" pitchFamily="34" charset="0"/>
              </a:rPr>
              <a:t>/</a:t>
            </a:r>
            <a:r>
              <a:rPr lang="es-ES_tradnl" sz="2800" dirty="0" err="1">
                <a:latin typeface="Source Sans Pro" panose="020B0503030403020204" pitchFamily="34" charset="0"/>
                <a:ea typeface="Source Sans Pro" panose="020B0503030403020204" pitchFamily="34" charset="0"/>
              </a:rPr>
              <a:t>resources</a:t>
            </a:r>
            <a:r>
              <a:rPr lang="es-ES_tradnl" sz="2800" dirty="0">
                <a:latin typeface="Source Sans Pro" panose="020B0503030403020204" pitchFamily="34" charset="0"/>
                <a:ea typeface="Source Sans Pro" panose="020B0503030403020204" pitchFamily="34" charset="0"/>
              </a:rPr>
              <a:t>?</a:t>
            </a:r>
          </a:p>
        </p:txBody>
      </p:sp>
      <p:sp>
        <p:nvSpPr>
          <p:cNvPr id="13" name="Rectángulo redondeado 12">
            <a:extLst>
              <a:ext uri="{FF2B5EF4-FFF2-40B4-BE49-F238E27FC236}">
                <a16:creationId xmlns:a16="http://schemas.microsoft.com/office/drawing/2014/main" id="{AAF223F5-3106-721F-A74C-A61ED7FF275E}"/>
              </a:ext>
            </a:extLst>
          </p:cNvPr>
          <p:cNvSpPr/>
          <p:nvPr/>
        </p:nvSpPr>
        <p:spPr>
          <a:xfrm>
            <a:off x="1156854" y="917863"/>
            <a:ext cx="4191483" cy="5070342"/>
          </a:xfrm>
          <a:prstGeom prst="roundRect">
            <a:avLst/>
          </a:prstGeom>
          <a:blipFill>
            <a:blip r:embed="rId2"/>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pic>
        <p:nvPicPr>
          <p:cNvPr id="14" name="Imagen 13">
            <a:extLst>
              <a:ext uri="{FF2B5EF4-FFF2-40B4-BE49-F238E27FC236}">
                <a16:creationId xmlns:a16="http://schemas.microsoft.com/office/drawing/2014/main" id="{C13574D0-038F-AF2F-99A4-4453FC6FF50F}"/>
              </a:ext>
            </a:extLst>
          </p:cNvPr>
          <p:cNvPicPr>
            <a:picLocks noChangeAspect="1"/>
          </p:cNvPicPr>
          <p:nvPr/>
        </p:nvPicPr>
        <p:blipFill>
          <a:blip r:embed="rId3"/>
          <a:stretch>
            <a:fillRect/>
          </a:stretch>
        </p:blipFill>
        <p:spPr>
          <a:xfrm>
            <a:off x="10098823" y="2332352"/>
            <a:ext cx="507845" cy="507845"/>
          </a:xfrm>
          <a:prstGeom prst="rect">
            <a:avLst/>
          </a:prstGeom>
        </p:spPr>
      </p:pic>
      <p:sp>
        <p:nvSpPr>
          <p:cNvPr id="23" name="Forma libre 22">
            <a:extLst>
              <a:ext uri="{FF2B5EF4-FFF2-40B4-BE49-F238E27FC236}">
                <a16:creationId xmlns:a16="http://schemas.microsoft.com/office/drawing/2014/main" id="{18D1798E-7FA4-1FF7-054E-0B04B238E394}"/>
              </a:ext>
            </a:extLst>
          </p:cNvPr>
          <p:cNvSpPr/>
          <p:nvPr/>
        </p:nvSpPr>
        <p:spPr>
          <a:xfrm>
            <a:off x="6367346" y="3055434"/>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4" name="CuadroTexto 23">
            <a:extLst>
              <a:ext uri="{FF2B5EF4-FFF2-40B4-BE49-F238E27FC236}">
                <a16:creationId xmlns:a16="http://schemas.microsoft.com/office/drawing/2014/main" id="{5EA6846C-6BCB-66B1-C1FB-87EC04752294}"/>
              </a:ext>
            </a:extLst>
          </p:cNvPr>
          <p:cNvSpPr txBox="1"/>
          <p:nvPr/>
        </p:nvSpPr>
        <p:spPr>
          <a:xfrm>
            <a:off x="6467706" y="3171258"/>
            <a:ext cx="3724509" cy="1397378"/>
          </a:xfrm>
          <a:prstGeom prst="rect">
            <a:avLst/>
          </a:prstGeom>
          <a:noFill/>
        </p:spPr>
        <p:txBody>
          <a:bodyPr wrap="square" rtlCol="0">
            <a:spAutoFit/>
          </a:bodyPr>
          <a:lstStyle/>
          <a:p>
            <a:pPr>
              <a:spcBef>
                <a:spcPts val="1800"/>
              </a:spcBef>
            </a:pPr>
            <a:r>
              <a:rPr lang="es-ES_tradnl" sz="2800" dirty="0" err="1">
                <a:latin typeface="Source Sans Pro" panose="020B0503030403020204" pitchFamily="34" charset="0"/>
                <a:ea typeface="Source Sans Pro" panose="020B0503030403020204" pitchFamily="34" charset="0"/>
              </a:rPr>
              <a:t>Is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attention</a:t>
            </a:r>
            <a:r>
              <a:rPr lang="es-ES_tradnl" sz="2800" dirty="0">
                <a:latin typeface="Source Sans Pro" panose="020B0503030403020204" pitchFamily="34" charset="0"/>
                <a:ea typeface="Source Sans Pro" panose="020B0503030403020204" pitchFamily="34" charset="0"/>
              </a:rPr>
              <a:t> time </a:t>
            </a:r>
            <a:r>
              <a:rPr lang="es-ES_tradnl" sz="2800" dirty="0" err="1">
                <a:latin typeface="Source Sans Pro" panose="020B0503030403020204" pitchFamily="34" charset="0"/>
                <a:ea typeface="Source Sans Pro" panose="020B0503030403020204" pitchFamily="34" charset="0"/>
              </a:rPr>
              <a:t>to</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discuss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questions</a:t>
            </a:r>
            <a:r>
              <a:rPr lang="es-ES_tradnl" sz="2800" dirty="0">
                <a:latin typeface="Source Sans Pro" panose="020B0503030403020204" pitchFamily="34" charset="0"/>
                <a:ea typeface="Source Sans Pro" panose="020B0503030403020204" pitchFamily="34" charset="0"/>
              </a:rPr>
              <a:t> in </a:t>
            </a:r>
            <a:r>
              <a:rPr lang="es-ES_tradnl" sz="2800" dirty="0" err="1">
                <a:latin typeface="Source Sans Pro" panose="020B0503030403020204" pitchFamily="34" charset="0"/>
                <a:ea typeface="Source Sans Pro" panose="020B0503030403020204" pitchFamily="34" charset="0"/>
              </a:rPr>
              <a:t>person</a:t>
            </a:r>
            <a:r>
              <a:rPr lang="es-ES_tradnl" sz="2800" dirty="0">
                <a:latin typeface="Source Sans Pro" panose="020B0503030403020204" pitchFamily="34" charset="0"/>
                <a:ea typeface="Source Sans Pro" panose="020B0503030403020204" pitchFamily="34" charset="0"/>
              </a:rPr>
              <a:t>?</a:t>
            </a:r>
          </a:p>
        </p:txBody>
      </p:sp>
      <p:pic>
        <p:nvPicPr>
          <p:cNvPr id="25" name="Imagen 24">
            <a:extLst>
              <a:ext uri="{FF2B5EF4-FFF2-40B4-BE49-F238E27FC236}">
                <a16:creationId xmlns:a16="http://schemas.microsoft.com/office/drawing/2014/main" id="{37CA0336-623C-1742-E6F1-955C4FFD16AB}"/>
              </a:ext>
            </a:extLst>
          </p:cNvPr>
          <p:cNvPicPr>
            <a:picLocks noChangeAspect="1"/>
          </p:cNvPicPr>
          <p:nvPr/>
        </p:nvPicPr>
        <p:blipFill>
          <a:blip r:embed="rId3"/>
          <a:stretch>
            <a:fillRect/>
          </a:stretch>
        </p:blipFill>
        <p:spPr>
          <a:xfrm>
            <a:off x="10098823" y="4060791"/>
            <a:ext cx="507845" cy="507845"/>
          </a:xfrm>
          <a:prstGeom prst="rect">
            <a:avLst/>
          </a:prstGeom>
        </p:spPr>
      </p:pic>
      <p:sp>
        <p:nvSpPr>
          <p:cNvPr id="26" name="Forma libre 25">
            <a:extLst>
              <a:ext uri="{FF2B5EF4-FFF2-40B4-BE49-F238E27FC236}">
                <a16:creationId xmlns:a16="http://schemas.microsoft.com/office/drawing/2014/main" id="{B2C55B28-594F-A510-7015-F82A7F673168}"/>
              </a:ext>
            </a:extLst>
          </p:cNvPr>
          <p:cNvSpPr/>
          <p:nvPr/>
        </p:nvSpPr>
        <p:spPr>
          <a:xfrm>
            <a:off x="6367346" y="4783873"/>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7" name="CuadroTexto 26">
            <a:extLst>
              <a:ext uri="{FF2B5EF4-FFF2-40B4-BE49-F238E27FC236}">
                <a16:creationId xmlns:a16="http://schemas.microsoft.com/office/drawing/2014/main" id="{43ED7559-E922-97F0-48CD-B1521BACB345}"/>
              </a:ext>
            </a:extLst>
          </p:cNvPr>
          <p:cNvSpPr txBox="1"/>
          <p:nvPr/>
        </p:nvSpPr>
        <p:spPr>
          <a:xfrm>
            <a:off x="6467706" y="4899697"/>
            <a:ext cx="3724509"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Are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dependencies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or</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constrains</a:t>
            </a:r>
            <a:r>
              <a:rPr lang="es-ES_tradnl" sz="2800" dirty="0">
                <a:latin typeface="Source Sans Pro" panose="020B0503030403020204" pitchFamily="34" charset="0"/>
                <a:ea typeface="Source Sans Pro" panose="020B0503030403020204" pitchFamily="34" charset="0"/>
              </a:rPr>
              <a:t>?</a:t>
            </a:r>
          </a:p>
        </p:txBody>
      </p:sp>
      <p:pic>
        <p:nvPicPr>
          <p:cNvPr id="28" name="Imagen 27">
            <a:extLst>
              <a:ext uri="{FF2B5EF4-FFF2-40B4-BE49-F238E27FC236}">
                <a16:creationId xmlns:a16="http://schemas.microsoft.com/office/drawing/2014/main" id="{4D9CBE5B-0585-1C68-B302-A747AEB93C1F}"/>
              </a:ext>
            </a:extLst>
          </p:cNvPr>
          <p:cNvPicPr>
            <a:picLocks noChangeAspect="1"/>
          </p:cNvPicPr>
          <p:nvPr/>
        </p:nvPicPr>
        <p:blipFill>
          <a:blip r:embed="rId3"/>
          <a:stretch>
            <a:fillRect/>
          </a:stretch>
        </p:blipFill>
        <p:spPr>
          <a:xfrm>
            <a:off x="10098823" y="5789230"/>
            <a:ext cx="507845" cy="507845"/>
          </a:xfrm>
          <a:prstGeom prst="rect">
            <a:avLst/>
          </a:prstGeom>
        </p:spPr>
      </p:pic>
    </p:spTree>
    <p:extLst>
      <p:ext uri="{BB962C8B-B14F-4D97-AF65-F5344CB8AC3E}">
        <p14:creationId xmlns:p14="http://schemas.microsoft.com/office/powerpoint/2010/main" val="34158860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Forma libre 19">
            <a:extLst>
              <a:ext uri="{FF2B5EF4-FFF2-40B4-BE49-F238E27FC236}">
                <a16:creationId xmlns:a16="http://schemas.microsoft.com/office/drawing/2014/main" id="{60D03C6A-5D55-E4FC-CC8D-E872AE14C222}"/>
              </a:ext>
            </a:extLst>
          </p:cNvPr>
          <p:cNvSpPr/>
          <p:nvPr/>
        </p:nvSpPr>
        <p:spPr>
          <a:xfrm>
            <a:off x="6367346" y="1326995"/>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4" name="CuadroTexto 3">
            <a:extLst>
              <a:ext uri="{FF2B5EF4-FFF2-40B4-BE49-F238E27FC236}">
                <a16:creationId xmlns:a16="http://schemas.microsoft.com/office/drawing/2014/main" id="{6882A9A9-0B39-CABB-2219-2909D4FAE4E7}"/>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Technical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questions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CuadroTexto 5">
            <a:extLst>
              <a:ext uri="{FF2B5EF4-FFF2-40B4-BE49-F238E27FC236}">
                <a16:creationId xmlns:a16="http://schemas.microsoft.com/office/drawing/2014/main" id="{EC78812D-F332-9054-04DC-D11A0073CB36}"/>
              </a:ext>
            </a:extLst>
          </p:cNvPr>
          <p:cNvSpPr txBox="1"/>
          <p:nvPr/>
        </p:nvSpPr>
        <p:spPr>
          <a:xfrm>
            <a:off x="568033" y="334535"/>
            <a:ext cx="4946076"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Goals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outcomes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Communication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plan </a:t>
            </a:r>
          </a:p>
        </p:txBody>
      </p:sp>
      <p:sp>
        <p:nvSpPr>
          <p:cNvPr id="7" name="Rectángulo redondeado 6">
            <a:extLst>
              <a:ext uri="{FF2B5EF4-FFF2-40B4-BE49-F238E27FC236}">
                <a16:creationId xmlns:a16="http://schemas.microsoft.com/office/drawing/2014/main" id="{C8DD5307-00E8-911B-CC28-AEA85AA5FF8A}"/>
              </a:ext>
            </a:extLst>
          </p:cNvPr>
          <p:cNvSpPr/>
          <p:nvPr/>
        </p:nvSpPr>
        <p:spPr>
          <a:xfrm>
            <a:off x="5391783" y="334535"/>
            <a:ext cx="3461271" cy="307777"/>
          </a:xfrm>
          <a:prstGeom prst="roundRect">
            <a:avLst>
              <a:gd name="adj" fmla="val 50000"/>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5. </a:t>
            </a:r>
            <a:r>
              <a:rPr lang="es-ES_tradnl" dirty="0" err="1">
                <a:solidFill>
                  <a:schemeClr val="tx1"/>
                </a:solidFill>
                <a:latin typeface="Source Sans Pro" panose="020B0503030403020204" pitchFamily="34" charset="0"/>
                <a:ea typeface="Source Sans Pro" panose="020B0503030403020204" pitchFamily="34" charset="0"/>
              </a:rPr>
              <a:t>Other</a:t>
            </a:r>
            <a:r>
              <a:rPr lang="es-ES_tradnl" dirty="0">
                <a:solidFill>
                  <a:schemeClr val="tx1"/>
                </a:solidFill>
                <a:latin typeface="Source Sans Pro" panose="020B0503030403020204" pitchFamily="34" charset="0"/>
                <a:ea typeface="Source Sans Pro" panose="020B0503030403020204" pitchFamily="34" charset="0"/>
              </a:rPr>
              <a:t> administrative </a:t>
            </a:r>
            <a:r>
              <a:rPr lang="es-ES_tradnl" dirty="0" err="1">
                <a:solidFill>
                  <a:schemeClr val="tx1"/>
                </a:solidFill>
                <a:latin typeface="Source Sans Pro" panose="020B0503030403020204" pitchFamily="34" charset="0"/>
                <a:ea typeface="Source Sans Pro" panose="020B0503030403020204" pitchFamily="34" charset="0"/>
              </a:rPr>
              <a:t>aspects</a:t>
            </a:r>
            <a:r>
              <a:rPr lang="es-ES_tradnl" dirty="0">
                <a:solidFill>
                  <a:schemeClr val="tx1"/>
                </a:solidFill>
                <a:latin typeface="Source Sans Pro" panose="020B0503030403020204" pitchFamily="34" charset="0"/>
                <a:ea typeface="Source Sans Pro" panose="020B0503030403020204" pitchFamily="34" charset="0"/>
              </a:rPr>
              <a:t> </a:t>
            </a:r>
            <a:endParaRPr lang="es-ES_tradnl" dirty="0">
              <a:solidFill>
                <a:schemeClr val="tx1"/>
              </a:solidFill>
            </a:endParaRPr>
          </a:p>
        </p:txBody>
      </p:sp>
      <p:sp>
        <p:nvSpPr>
          <p:cNvPr id="8" name="Marcador de número de diapositiva 1">
            <a:extLst>
              <a:ext uri="{FF2B5EF4-FFF2-40B4-BE49-F238E27FC236}">
                <a16:creationId xmlns:a16="http://schemas.microsoft.com/office/drawing/2014/main" id="{4787AD7B-B72B-7FE7-5CED-92D6254A01E1}"/>
              </a:ext>
            </a:extLst>
          </p:cNvPr>
          <p:cNvSpPr>
            <a:spLocks noGrp="1"/>
          </p:cNvSpPr>
          <p:nvPr>
            <p:ph type="sldNum" sz="quarter" idx="12"/>
          </p:nvPr>
        </p:nvSpPr>
        <p:spPr>
          <a:xfrm>
            <a:off x="39477" y="2368627"/>
            <a:ext cx="445265" cy="440673"/>
          </a:xfrm>
        </p:spPr>
        <p:txBody>
          <a:bodyPr/>
          <a:lstStyle/>
          <a:p>
            <a:fld id="{B75BC28E-972B-EC47-BE79-29D89D46B9CA}" type="slidenum">
              <a:rPr lang="es-ES_tradnl" b="1" smtClean="0"/>
              <a:t>28</a:t>
            </a:fld>
            <a:endParaRPr lang="es-ES_tradnl" b="1" dirty="0"/>
          </a:p>
        </p:txBody>
      </p:sp>
      <p:sp>
        <p:nvSpPr>
          <p:cNvPr id="9" name="CuadroTexto 8">
            <a:extLst>
              <a:ext uri="{FF2B5EF4-FFF2-40B4-BE49-F238E27FC236}">
                <a16:creationId xmlns:a16="http://schemas.microsoft.com/office/drawing/2014/main" id="{0E408060-A43C-CC02-2982-A3499F4B484D}"/>
              </a:ext>
            </a:extLst>
          </p:cNvPr>
          <p:cNvSpPr txBox="1"/>
          <p:nvPr/>
        </p:nvSpPr>
        <p:spPr>
          <a:xfrm>
            <a:off x="6467706" y="1442819"/>
            <a:ext cx="5419494"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Will be </a:t>
            </a:r>
            <a:r>
              <a:rPr lang="es-ES_tradnl" sz="2800" dirty="0" err="1">
                <a:latin typeface="Source Sans Pro" panose="020B0503030403020204" pitchFamily="34" charset="0"/>
                <a:ea typeface="Source Sans Pro" panose="020B0503030403020204" pitchFamily="34" charset="0"/>
              </a:rPr>
              <a:t>provided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computational</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equipment</a:t>
            </a:r>
            <a:r>
              <a:rPr lang="es-ES_tradnl" sz="2800" dirty="0">
                <a:latin typeface="Source Sans Pro" panose="020B0503030403020204" pitchFamily="34" charset="0"/>
                <a:ea typeface="Source Sans Pro" panose="020B0503030403020204" pitchFamily="34" charset="0"/>
              </a:rPr>
              <a:t>/</a:t>
            </a:r>
            <a:r>
              <a:rPr lang="es-ES_tradnl" sz="2800" dirty="0" err="1">
                <a:latin typeface="Source Sans Pro" panose="020B0503030403020204" pitchFamily="34" charset="0"/>
                <a:ea typeface="Source Sans Pro" panose="020B0503030403020204" pitchFamily="34" charset="0"/>
              </a:rPr>
              <a:t>resources</a:t>
            </a:r>
            <a:r>
              <a:rPr lang="es-ES_tradnl" sz="2800" dirty="0">
                <a:latin typeface="Source Sans Pro" panose="020B0503030403020204" pitchFamily="34" charset="0"/>
                <a:ea typeface="Source Sans Pro" panose="020B0503030403020204" pitchFamily="34" charset="0"/>
              </a:rPr>
              <a:t>?</a:t>
            </a:r>
          </a:p>
        </p:txBody>
      </p:sp>
      <p:sp>
        <p:nvSpPr>
          <p:cNvPr id="13" name="Rectángulo redondeado 12">
            <a:extLst>
              <a:ext uri="{FF2B5EF4-FFF2-40B4-BE49-F238E27FC236}">
                <a16:creationId xmlns:a16="http://schemas.microsoft.com/office/drawing/2014/main" id="{AAF223F5-3106-721F-A74C-A61ED7FF275E}"/>
              </a:ext>
            </a:extLst>
          </p:cNvPr>
          <p:cNvSpPr/>
          <p:nvPr/>
        </p:nvSpPr>
        <p:spPr>
          <a:xfrm>
            <a:off x="1330302" y="1104676"/>
            <a:ext cx="4191483" cy="5070342"/>
          </a:xfrm>
          <a:prstGeom prst="roundRect">
            <a:avLst/>
          </a:prstGeom>
          <a:blipFill>
            <a:blip r:embed="rId2"/>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pic>
        <p:nvPicPr>
          <p:cNvPr id="14" name="Imagen 13">
            <a:extLst>
              <a:ext uri="{FF2B5EF4-FFF2-40B4-BE49-F238E27FC236}">
                <a16:creationId xmlns:a16="http://schemas.microsoft.com/office/drawing/2014/main" id="{C13574D0-038F-AF2F-99A4-4453FC6FF50F}"/>
              </a:ext>
            </a:extLst>
          </p:cNvPr>
          <p:cNvPicPr>
            <a:picLocks noChangeAspect="1"/>
          </p:cNvPicPr>
          <p:nvPr/>
        </p:nvPicPr>
        <p:blipFill>
          <a:blip r:embed="rId3"/>
          <a:stretch>
            <a:fillRect/>
          </a:stretch>
        </p:blipFill>
        <p:spPr>
          <a:xfrm>
            <a:off x="10098823" y="2332352"/>
            <a:ext cx="507845" cy="507845"/>
          </a:xfrm>
          <a:prstGeom prst="rect">
            <a:avLst/>
          </a:prstGeom>
        </p:spPr>
      </p:pic>
      <p:sp>
        <p:nvSpPr>
          <p:cNvPr id="23" name="Forma libre 22">
            <a:extLst>
              <a:ext uri="{FF2B5EF4-FFF2-40B4-BE49-F238E27FC236}">
                <a16:creationId xmlns:a16="http://schemas.microsoft.com/office/drawing/2014/main" id="{18D1798E-7FA4-1FF7-054E-0B04B238E394}"/>
              </a:ext>
            </a:extLst>
          </p:cNvPr>
          <p:cNvSpPr/>
          <p:nvPr/>
        </p:nvSpPr>
        <p:spPr>
          <a:xfrm>
            <a:off x="6367346" y="3055434"/>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4" name="CuadroTexto 23">
            <a:extLst>
              <a:ext uri="{FF2B5EF4-FFF2-40B4-BE49-F238E27FC236}">
                <a16:creationId xmlns:a16="http://schemas.microsoft.com/office/drawing/2014/main" id="{5EA6846C-6BCB-66B1-C1FB-87EC04752294}"/>
              </a:ext>
            </a:extLst>
          </p:cNvPr>
          <p:cNvSpPr txBox="1"/>
          <p:nvPr/>
        </p:nvSpPr>
        <p:spPr>
          <a:xfrm>
            <a:off x="6467706" y="3171258"/>
            <a:ext cx="3724509" cy="1397378"/>
          </a:xfrm>
          <a:prstGeom prst="rect">
            <a:avLst/>
          </a:prstGeom>
          <a:noFill/>
        </p:spPr>
        <p:txBody>
          <a:bodyPr wrap="square" rtlCol="0">
            <a:spAutoFit/>
          </a:bodyPr>
          <a:lstStyle/>
          <a:p>
            <a:pPr>
              <a:spcBef>
                <a:spcPts val="1800"/>
              </a:spcBef>
            </a:pPr>
            <a:r>
              <a:rPr lang="es-ES_tradnl" sz="2800" dirty="0" err="1">
                <a:latin typeface="Source Sans Pro" panose="020B0503030403020204" pitchFamily="34" charset="0"/>
                <a:ea typeface="Source Sans Pro" panose="020B0503030403020204" pitchFamily="34" charset="0"/>
              </a:rPr>
              <a:t>Is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attention</a:t>
            </a:r>
            <a:r>
              <a:rPr lang="es-ES_tradnl" sz="2800" dirty="0">
                <a:latin typeface="Source Sans Pro" panose="020B0503030403020204" pitchFamily="34" charset="0"/>
                <a:ea typeface="Source Sans Pro" panose="020B0503030403020204" pitchFamily="34" charset="0"/>
              </a:rPr>
              <a:t> time </a:t>
            </a:r>
            <a:r>
              <a:rPr lang="es-ES_tradnl" sz="2800" dirty="0" err="1">
                <a:latin typeface="Source Sans Pro" panose="020B0503030403020204" pitchFamily="34" charset="0"/>
                <a:ea typeface="Source Sans Pro" panose="020B0503030403020204" pitchFamily="34" charset="0"/>
              </a:rPr>
              <a:t>to</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discuss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questions</a:t>
            </a:r>
            <a:r>
              <a:rPr lang="es-ES_tradnl" sz="2800" dirty="0">
                <a:latin typeface="Source Sans Pro" panose="020B0503030403020204" pitchFamily="34" charset="0"/>
                <a:ea typeface="Source Sans Pro" panose="020B0503030403020204" pitchFamily="34" charset="0"/>
              </a:rPr>
              <a:t> in </a:t>
            </a:r>
            <a:r>
              <a:rPr lang="es-ES_tradnl" sz="2800" dirty="0" err="1">
                <a:latin typeface="Source Sans Pro" panose="020B0503030403020204" pitchFamily="34" charset="0"/>
                <a:ea typeface="Source Sans Pro" panose="020B0503030403020204" pitchFamily="34" charset="0"/>
              </a:rPr>
              <a:t>person</a:t>
            </a:r>
            <a:r>
              <a:rPr lang="es-ES_tradnl" sz="2800" dirty="0">
                <a:latin typeface="Source Sans Pro" panose="020B0503030403020204" pitchFamily="34" charset="0"/>
                <a:ea typeface="Source Sans Pro" panose="020B0503030403020204" pitchFamily="34" charset="0"/>
              </a:rPr>
              <a:t>?</a:t>
            </a:r>
          </a:p>
        </p:txBody>
      </p:sp>
      <p:pic>
        <p:nvPicPr>
          <p:cNvPr id="25" name="Imagen 24">
            <a:extLst>
              <a:ext uri="{FF2B5EF4-FFF2-40B4-BE49-F238E27FC236}">
                <a16:creationId xmlns:a16="http://schemas.microsoft.com/office/drawing/2014/main" id="{37CA0336-623C-1742-E6F1-955C4FFD16AB}"/>
              </a:ext>
            </a:extLst>
          </p:cNvPr>
          <p:cNvPicPr>
            <a:picLocks noChangeAspect="1"/>
          </p:cNvPicPr>
          <p:nvPr/>
        </p:nvPicPr>
        <p:blipFill>
          <a:blip r:embed="rId3"/>
          <a:stretch>
            <a:fillRect/>
          </a:stretch>
        </p:blipFill>
        <p:spPr>
          <a:xfrm>
            <a:off x="10098823" y="4060791"/>
            <a:ext cx="507845" cy="507845"/>
          </a:xfrm>
          <a:prstGeom prst="rect">
            <a:avLst/>
          </a:prstGeom>
        </p:spPr>
      </p:pic>
      <p:sp>
        <p:nvSpPr>
          <p:cNvPr id="26" name="Forma libre 25">
            <a:extLst>
              <a:ext uri="{FF2B5EF4-FFF2-40B4-BE49-F238E27FC236}">
                <a16:creationId xmlns:a16="http://schemas.microsoft.com/office/drawing/2014/main" id="{B2C55B28-594F-A510-7015-F82A7F673168}"/>
              </a:ext>
            </a:extLst>
          </p:cNvPr>
          <p:cNvSpPr/>
          <p:nvPr/>
        </p:nvSpPr>
        <p:spPr>
          <a:xfrm>
            <a:off x="6367346" y="4783873"/>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7" name="CuadroTexto 26">
            <a:extLst>
              <a:ext uri="{FF2B5EF4-FFF2-40B4-BE49-F238E27FC236}">
                <a16:creationId xmlns:a16="http://schemas.microsoft.com/office/drawing/2014/main" id="{43ED7559-E922-97F0-48CD-B1521BACB345}"/>
              </a:ext>
            </a:extLst>
          </p:cNvPr>
          <p:cNvSpPr txBox="1"/>
          <p:nvPr/>
        </p:nvSpPr>
        <p:spPr>
          <a:xfrm>
            <a:off x="6467706" y="4899697"/>
            <a:ext cx="3724509"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Are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dependencies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or</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constrains</a:t>
            </a:r>
            <a:r>
              <a:rPr lang="es-ES_tradnl" sz="2800" dirty="0">
                <a:latin typeface="Source Sans Pro" panose="020B0503030403020204" pitchFamily="34" charset="0"/>
                <a:ea typeface="Source Sans Pro" panose="020B0503030403020204" pitchFamily="34" charset="0"/>
              </a:rPr>
              <a:t>?</a:t>
            </a:r>
          </a:p>
        </p:txBody>
      </p:sp>
      <p:pic>
        <p:nvPicPr>
          <p:cNvPr id="28" name="Imagen 27">
            <a:extLst>
              <a:ext uri="{FF2B5EF4-FFF2-40B4-BE49-F238E27FC236}">
                <a16:creationId xmlns:a16="http://schemas.microsoft.com/office/drawing/2014/main" id="{4D9CBE5B-0585-1C68-B302-A747AEB93C1F}"/>
              </a:ext>
            </a:extLst>
          </p:cNvPr>
          <p:cNvPicPr>
            <a:picLocks noChangeAspect="1"/>
          </p:cNvPicPr>
          <p:nvPr/>
        </p:nvPicPr>
        <p:blipFill>
          <a:blip r:embed="rId3"/>
          <a:stretch>
            <a:fillRect/>
          </a:stretch>
        </p:blipFill>
        <p:spPr>
          <a:xfrm>
            <a:off x="10098823" y="5789230"/>
            <a:ext cx="507845" cy="507845"/>
          </a:xfrm>
          <a:prstGeom prst="rect">
            <a:avLst/>
          </a:prstGeom>
        </p:spPr>
      </p:pic>
    </p:spTree>
    <p:extLst>
      <p:ext uri="{BB962C8B-B14F-4D97-AF65-F5344CB8AC3E}">
        <p14:creationId xmlns:p14="http://schemas.microsoft.com/office/powerpoint/2010/main" val="2851498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2CE6C380-05B6-CD8F-8253-F4BA087F3C13}"/>
              </a:ext>
            </a:extLst>
          </p:cNvPr>
          <p:cNvSpPr>
            <a:spLocks noGrp="1"/>
          </p:cNvSpPr>
          <p:nvPr>
            <p:ph type="sldNum" sz="quarter" idx="12"/>
          </p:nvPr>
        </p:nvSpPr>
        <p:spPr/>
        <p:txBody>
          <a:bodyPr/>
          <a:lstStyle/>
          <a:p>
            <a:fld id="{B75BC28E-972B-EC47-BE79-29D89D46B9CA}" type="slidenum">
              <a:rPr lang="es-ES_tradnl" b="1" smtClean="0">
                <a:solidFill>
                  <a:schemeClr val="bg1"/>
                </a:solidFill>
              </a:rPr>
              <a:t>29</a:t>
            </a:fld>
            <a:endParaRPr lang="es-ES_tradnl" b="1" dirty="0">
              <a:solidFill>
                <a:schemeClr val="bg1"/>
              </a:solidFill>
            </a:endParaRPr>
          </a:p>
        </p:txBody>
      </p:sp>
      <p:sp>
        <p:nvSpPr>
          <p:cNvPr id="6" name="CuadroTexto 5">
            <a:extLst>
              <a:ext uri="{FF2B5EF4-FFF2-40B4-BE49-F238E27FC236}">
                <a16:creationId xmlns:a16="http://schemas.microsoft.com/office/drawing/2014/main" id="{3BEFF2BA-4562-529D-EB6F-08972666B95E}"/>
              </a:ext>
            </a:extLst>
          </p:cNvPr>
          <p:cNvSpPr txBox="1"/>
          <p:nvPr/>
        </p:nvSpPr>
        <p:spPr>
          <a:xfrm>
            <a:off x="858981" y="334535"/>
            <a:ext cx="7384476"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Goals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outcomes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Communication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plan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Other</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administrative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aspects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sp>
        <p:nvSpPr>
          <p:cNvPr id="7" name="Rectángulo redondeado 6">
            <a:extLst>
              <a:ext uri="{FF2B5EF4-FFF2-40B4-BE49-F238E27FC236}">
                <a16:creationId xmlns:a16="http://schemas.microsoft.com/office/drawing/2014/main" id="{563D068B-D760-ED23-C7AF-6D1935672112}"/>
              </a:ext>
            </a:extLst>
          </p:cNvPr>
          <p:cNvSpPr/>
          <p:nvPr/>
        </p:nvSpPr>
        <p:spPr>
          <a:xfrm>
            <a:off x="7952509" y="334534"/>
            <a:ext cx="2424546"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6. </a:t>
            </a:r>
            <a:r>
              <a:rPr lang="es-ES_tradnl" dirty="0" err="1">
                <a:solidFill>
                  <a:schemeClr val="bg1"/>
                </a:solidFill>
                <a:latin typeface="Source Sans Pro" panose="020B0503030403020204" pitchFamily="34" charset="0"/>
                <a:ea typeface="Source Sans Pro" panose="020B0503030403020204" pitchFamily="34" charset="0"/>
              </a:rPr>
              <a:t>Technical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questions</a:t>
            </a:r>
            <a:endParaRPr lang="es-ES_tradnl" dirty="0">
              <a:solidFill>
                <a:schemeClr val="bg1"/>
              </a:solidFill>
              <a:latin typeface="Source Sans Pro" panose="020B0503030403020204" pitchFamily="34" charset="0"/>
              <a:ea typeface="Source Sans Pro" panose="020B0503030403020204" pitchFamily="34" charset="0"/>
            </a:endParaRPr>
          </a:p>
        </p:txBody>
      </p:sp>
      <p:graphicFrame>
        <p:nvGraphicFramePr>
          <p:cNvPr id="8" name="Tabla 7">
            <a:extLst>
              <a:ext uri="{FF2B5EF4-FFF2-40B4-BE49-F238E27FC236}">
                <a16:creationId xmlns:a16="http://schemas.microsoft.com/office/drawing/2014/main" id="{B1DD878D-7DC8-538F-0717-E23A86B65A37}"/>
              </a:ext>
            </a:extLst>
          </p:cNvPr>
          <p:cNvGraphicFramePr>
            <a:graphicFrameLocks noGrp="1"/>
          </p:cNvGraphicFramePr>
          <p:nvPr>
            <p:extLst>
              <p:ext uri="{D42A27DB-BD31-4B8C-83A1-F6EECF244321}">
                <p14:modId xmlns:p14="http://schemas.microsoft.com/office/powerpoint/2010/main" val="733657924"/>
              </p:ext>
            </p:extLst>
          </p:nvPr>
        </p:nvGraphicFramePr>
        <p:xfrm>
          <a:off x="568713" y="1923998"/>
          <a:ext cx="11623287" cy="4421046"/>
        </p:xfrm>
        <a:graphic>
          <a:graphicData uri="http://schemas.openxmlformats.org/drawingml/2006/table">
            <a:tbl>
              <a:tblPr firstRow="1" bandRow="1">
                <a:tableStyleId>{5C22544A-7EE6-4342-B048-85BDC9FD1C3A}</a:tableStyleId>
              </a:tblPr>
              <a:tblGrid>
                <a:gridCol w="3874429">
                  <a:extLst>
                    <a:ext uri="{9D8B030D-6E8A-4147-A177-3AD203B41FA5}">
                      <a16:colId xmlns:a16="http://schemas.microsoft.com/office/drawing/2014/main" val="517378991"/>
                    </a:ext>
                  </a:extLst>
                </a:gridCol>
                <a:gridCol w="3874429">
                  <a:extLst>
                    <a:ext uri="{9D8B030D-6E8A-4147-A177-3AD203B41FA5}">
                      <a16:colId xmlns:a16="http://schemas.microsoft.com/office/drawing/2014/main" val="1488556355"/>
                    </a:ext>
                  </a:extLst>
                </a:gridCol>
                <a:gridCol w="3874429">
                  <a:extLst>
                    <a:ext uri="{9D8B030D-6E8A-4147-A177-3AD203B41FA5}">
                      <a16:colId xmlns:a16="http://schemas.microsoft.com/office/drawing/2014/main" val="4142845034"/>
                    </a:ext>
                  </a:extLst>
                </a:gridCol>
              </a:tblGrid>
              <a:tr h="2210523">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your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expectations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b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b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for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surrogate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model</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should</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b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b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be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symbolic</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physics-informed</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b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b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just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accurate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p>
                      <a:r>
                        <a:rPr lang="es-CO" sz="1800" b="0" i="0" kern="1200" dirty="0">
                          <a:solidFill>
                            <a:schemeClr val="tx1"/>
                          </a:solidFill>
                          <a:effectLst/>
                          <a:latin typeface="Source Sans Pro" panose="020B0503030403020204" pitchFamily="34" charset="0"/>
                          <a:ea typeface="Source Sans Pro" panose="020B0503030403020204" pitchFamily="34" charset="0"/>
                          <a:cs typeface="+mn-cs"/>
                        </a:rPr>
                        <a:t>Disponible en algunos idiomas.</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9525" cap="flat" cmpd="sng" algn="ctr">
                      <a:no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input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features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of</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AlphaPEM</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going</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to</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include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and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their</a:t>
                      </a:r>
                      <a:endPar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endParaRPr>
                    </a:p>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ranges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p>
                      <a:r>
                        <a:rPr lang="es-CO" sz="1800" b="0" i="0" kern="1200" dirty="0">
                          <a:solidFill>
                            <a:schemeClr val="tx1"/>
                          </a:solidFill>
                          <a:effectLst/>
                          <a:latin typeface="Source Sans Pro" panose="020B0503030403020204" pitchFamily="34" charset="0"/>
                          <a:ea typeface="Source Sans Pro" panose="020B0503030403020204" pitchFamily="34" charset="0"/>
                          <a:cs typeface="+mn-cs"/>
                        </a:rPr>
                        <a:t>Para el Dr. Müller :V</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Which</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variables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of</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AlphaPEM</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most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uncertain</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critical</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23025000"/>
                  </a:ext>
                </a:extLst>
              </a:tr>
              <a:tr h="2210523">
                <a:tc>
                  <a:txBody>
                    <a:bodyPr/>
                    <a:lstStyle/>
                    <a:p>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Do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you</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already</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have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preferred</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sensitivity</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analysis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methods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txBody>
                  <a:tcPr marL="137160" marR="137160" marT="137160" marB="137160" anchor="b">
                    <a:lnL w="9525" cap="flat" cmpd="sng" algn="ctr">
                      <a:no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model</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deterministic</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does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include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stochastic</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components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Which</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target variables?</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984629395"/>
                  </a:ext>
                </a:extLst>
              </a:tr>
            </a:tbl>
          </a:graphicData>
        </a:graphic>
      </p:graphicFrame>
      <p:sp>
        <p:nvSpPr>
          <p:cNvPr id="10" name="CuadroTexto 9">
            <a:extLst>
              <a:ext uri="{FF2B5EF4-FFF2-40B4-BE49-F238E27FC236}">
                <a16:creationId xmlns:a16="http://schemas.microsoft.com/office/drawing/2014/main" id="{5E9A15F1-DD33-DEE5-D6EA-DE8064755205}"/>
              </a:ext>
            </a:extLst>
          </p:cNvPr>
          <p:cNvSpPr txBox="1"/>
          <p:nvPr/>
        </p:nvSpPr>
        <p:spPr>
          <a:xfrm>
            <a:off x="602166" y="2183961"/>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1. </a:t>
            </a:r>
            <a:endParaRPr lang="es-ES_tradnl" sz="2400" b="1" dirty="0">
              <a:latin typeface="Source Sans Pro" panose="020B0503030403020204" pitchFamily="34" charset="0"/>
              <a:ea typeface="Source Sans Pro" panose="020B0503030403020204" pitchFamily="34" charset="0"/>
            </a:endParaRPr>
          </a:p>
        </p:txBody>
      </p:sp>
      <p:sp>
        <p:nvSpPr>
          <p:cNvPr id="11" name="CuadroTexto 10">
            <a:extLst>
              <a:ext uri="{FF2B5EF4-FFF2-40B4-BE49-F238E27FC236}">
                <a16:creationId xmlns:a16="http://schemas.microsoft.com/office/drawing/2014/main" id="{56CA42E3-D5EA-0807-5D25-80821B59ED5D}"/>
              </a:ext>
            </a:extLst>
          </p:cNvPr>
          <p:cNvSpPr txBox="1"/>
          <p:nvPr/>
        </p:nvSpPr>
        <p:spPr>
          <a:xfrm>
            <a:off x="4482791" y="2183961"/>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2. </a:t>
            </a:r>
            <a:endParaRPr lang="es-ES_tradnl" sz="2400" b="1" dirty="0">
              <a:latin typeface="Source Sans Pro" panose="020B0503030403020204" pitchFamily="34" charset="0"/>
              <a:ea typeface="Source Sans Pro" panose="020B0503030403020204" pitchFamily="34" charset="0"/>
            </a:endParaRPr>
          </a:p>
        </p:txBody>
      </p:sp>
      <p:sp>
        <p:nvSpPr>
          <p:cNvPr id="12" name="CuadroTexto 11">
            <a:extLst>
              <a:ext uri="{FF2B5EF4-FFF2-40B4-BE49-F238E27FC236}">
                <a16:creationId xmlns:a16="http://schemas.microsoft.com/office/drawing/2014/main" id="{4BF24578-87AA-B10B-E52D-D74BA5B01745}"/>
              </a:ext>
            </a:extLst>
          </p:cNvPr>
          <p:cNvSpPr txBox="1"/>
          <p:nvPr/>
        </p:nvSpPr>
        <p:spPr>
          <a:xfrm>
            <a:off x="8374566" y="2183961"/>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3. </a:t>
            </a:r>
            <a:endParaRPr lang="es-ES_tradnl" sz="2400" b="1" dirty="0">
              <a:latin typeface="Source Sans Pro" panose="020B0503030403020204" pitchFamily="34" charset="0"/>
              <a:ea typeface="Source Sans Pro" panose="020B0503030403020204" pitchFamily="34" charset="0"/>
            </a:endParaRPr>
          </a:p>
        </p:txBody>
      </p:sp>
      <p:sp>
        <p:nvSpPr>
          <p:cNvPr id="13" name="CuadroTexto 12">
            <a:extLst>
              <a:ext uri="{FF2B5EF4-FFF2-40B4-BE49-F238E27FC236}">
                <a16:creationId xmlns:a16="http://schemas.microsoft.com/office/drawing/2014/main" id="{2D85E6D1-10F8-87B8-F721-EC90002C7E93}"/>
              </a:ext>
            </a:extLst>
          </p:cNvPr>
          <p:cNvSpPr txBox="1"/>
          <p:nvPr/>
        </p:nvSpPr>
        <p:spPr>
          <a:xfrm>
            <a:off x="602166" y="4403054"/>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4. </a:t>
            </a:r>
            <a:endParaRPr lang="es-ES_tradnl" sz="2400" b="1" dirty="0">
              <a:latin typeface="Source Sans Pro" panose="020B0503030403020204" pitchFamily="34" charset="0"/>
              <a:ea typeface="Source Sans Pro" panose="020B0503030403020204" pitchFamily="34" charset="0"/>
            </a:endParaRPr>
          </a:p>
        </p:txBody>
      </p:sp>
      <p:sp>
        <p:nvSpPr>
          <p:cNvPr id="14" name="CuadroTexto 13">
            <a:extLst>
              <a:ext uri="{FF2B5EF4-FFF2-40B4-BE49-F238E27FC236}">
                <a16:creationId xmlns:a16="http://schemas.microsoft.com/office/drawing/2014/main" id="{29F3E925-8855-E4EE-F653-04673AEC07D0}"/>
              </a:ext>
            </a:extLst>
          </p:cNvPr>
          <p:cNvSpPr txBox="1"/>
          <p:nvPr/>
        </p:nvSpPr>
        <p:spPr>
          <a:xfrm>
            <a:off x="4482791" y="4403054"/>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5. </a:t>
            </a:r>
            <a:endParaRPr lang="es-ES_tradnl" sz="2400" b="1" dirty="0">
              <a:latin typeface="Source Sans Pro" panose="020B0503030403020204" pitchFamily="34" charset="0"/>
              <a:ea typeface="Source Sans Pro" panose="020B0503030403020204" pitchFamily="34" charset="0"/>
            </a:endParaRPr>
          </a:p>
        </p:txBody>
      </p:sp>
      <p:sp>
        <p:nvSpPr>
          <p:cNvPr id="15" name="CuadroTexto 14">
            <a:extLst>
              <a:ext uri="{FF2B5EF4-FFF2-40B4-BE49-F238E27FC236}">
                <a16:creationId xmlns:a16="http://schemas.microsoft.com/office/drawing/2014/main" id="{BD540D73-0E3D-C119-BFD0-680A69E737AE}"/>
              </a:ext>
            </a:extLst>
          </p:cNvPr>
          <p:cNvSpPr txBox="1"/>
          <p:nvPr/>
        </p:nvSpPr>
        <p:spPr>
          <a:xfrm>
            <a:off x="8374566" y="4403054"/>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6. </a:t>
            </a:r>
            <a:endParaRPr lang="es-ES_tradnl" sz="2400" b="1" dirty="0">
              <a:latin typeface="Source Sans Pro" panose="020B0503030403020204" pitchFamily="34" charset="0"/>
              <a:ea typeface="Source Sans Pro" panose="020B0503030403020204" pitchFamily="34" charset="0"/>
            </a:endParaRPr>
          </a:p>
        </p:txBody>
      </p:sp>
      <p:sp>
        <p:nvSpPr>
          <p:cNvPr id="17" name="CuadroTexto 16">
            <a:extLst>
              <a:ext uri="{FF2B5EF4-FFF2-40B4-BE49-F238E27FC236}">
                <a16:creationId xmlns:a16="http://schemas.microsoft.com/office/drawing/2014/main" id="{AE76BB24-E025-0096-5406-7A6AA32F4525}"/>
              </a:ext>
            </a:extLst>
          </p:cNvPr>
          <p:cNvSpPr txBox="1"/>
          <p:nvPr/>
        </p:nvSpPr>
        <p:spPr>
          <a:xfrm>
            <a:off x="3043354" y="1151641"/>
            <a:ext cx="6105292" cy="461665"/>
          </a:xfrm>
          <a:prstGeom prst="rect">
            <a:avLst/>
          </a:prstGeom>
          <a:noFill/>
        </p:spPr>
        <p:txBody>
          <a:bodyPr wrap="square">
            <a:spAutoFit/>
          </a:bodyPr>
          <a:lstStyle/>
          <a:p>
            <a:pPr algn="ctr"/>
            <a:r>
              <a:rPr lang="es-ES_tradnl" sz="2400" b="1" dirty="0">
                <a:latin typeface="Source Sans Pro" panose="020B0503030403020204" pitchFamily="34" charset="0"/>
                <a:ea typeface="Source Sans Pro" panose="020B0503030403020204" pitchFamily="34" charset="0"/>
              </a:rPr>
              <a:t>Preguntas de implementación</a:t>
            </a:r>
          </a:p>
        </p:txBody>
      </p:sp>
    </p:spTree>
    <p:extLst>
      <p:ext uri="{BB962C8B-B14F-4D97-AF65-F5344CB8AC3E}">
        <p14:creationId xmlns:p14="http://schemas.microsoft.com/office/powerpoint/2010/main" val="106400574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pattFill prst="wdDnDiag">
          <a:fgClr>
            <a:schemeClr val="accent1"/>
          </a:fgClr>
          <a:bgClr>
            <a:schemeClr val="bg1"/>
          </a:bgClr>
        </a:pattFill>
        <a:effectLst/>
      </p:bgPr>
    </p:bg>
    <p:spTree>
      <p:nvGrpSpPr>
        <p:cNvPr id="1" name=""/>
        <p:cNvGrpSpPr/>
        <p:nvPr/>
      </p:nvGrpSpPr>
      <p:grpSpPr>
        <a:xfrm>
          <a:off x="0" y="0"/>
          <a:ext cx="0" cy="0"/>
          <a:chOff x="0" y="0"/>
          <a:chExt cx="0" cy="0"/>
        </a:xfrm>
      </p:grpSpPr>
      <p:grpSp>
        <p:nvGrpSpPr>
          <p:cNvPr id="13" name="Grupo 12">
            <a:extLst>
              <a:ext uri="{FF2B5EF4-FFF2-40B4-BE49-F238E27FC236}">
                <a16:creationId xmlns:a16="http://schemas.microsoft.com/office/drawing/2014/main" id="{151BEFE0-B5A6-F1A9-5D6E-39E4D5F6CF75}"/>
              </a:ext>
            </a:extLst>
          </p:cNvPr>
          <p:cNvGrpSpPr/>
          <p:nvPr/>
        </p:nvGrpSpPr>
        <p:grpSpPr>
          <a:xfrm>
            <a:off x="3214255" y="877017"/>
            <a:ext cx="6796392" cy="2983219"/>
            <a:chOff x="623455" y="1270126"/>
            <a:chExt cx="9836726" cy="4317748"/>
          </a:xfrm>
        </p:grpSpPr>
        <p:sp>
          <p:nvSpPr>
            <p:cNvPr id="7" name="Rectángulo 6">
              <a:extLst>
                <a:ext uri="{FF2B5EF4-FFF2-40B4-BE49-F238E27FC236}">
                  <a16:creationId xmlns:a16="http://schemas.microsoft.com/office/drawing/2014/main" id="{3CE31523-AAE7-C193-DC75-C6C5DC9E6DC6}"/>
                </a:ext>
              </a:extLst>
            </p:cNvPr>
            <p:cNvSpPr/>
            <p:nvPr/>
          </p:nvSpPr>
          <p:spPr>
            <a:xfrm>
              <a:off x="5527963" y="1270126"/>
              <a:ext cx="2466109" cy="2158874"/>
            </a:xfrm>
            <a:prstGeom prst="rect">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8" name="Rectángulo 7">
              <a:extLst>
                <a:ext uri="{FF2B5EF4-FFF2-40B4-BE49-F238E27FC236}">
                  <a16:creationId xmlns:a16="http://schemas.microsoft.com/office/drawing/2014/main" id="{C634CC11-8BCA-581D-07C5-205369C674B6}"/>
                </a:ext>
              </a:extLst>
            </p:cNvPr>
            <p:cNvSpPr/>
            <p:nvPr/>
          </p:nvSpPr>
          <p:spPr>
            <a:xfrm>
              <a:off x="623455" y="1270126"/>
              <a:ext cx="2466109" cy="431774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9" name="Rectángulo 8">
              <a:extLst>
                <a:ext uri="{FF2B5EF4-FFF2-40B4-BE49-F238E27FC236}">
                  <a16:creationId xmlns:a16="http://schemas.microsoft.com/office/drawing/2014/main" id="{E2A5CF1B-E328-CFE8-4774-3BCA2BAB011C}"/>
                </a:ext>
              </a:extLst>
            </p:cNvPr>
            <p:cNvSpPr/>
            <p:nvPr/>
          </p:nvSpPr>
          <p:spPr>
            <a:xfrm>
              <a:off x="3075709" y="1270126"/>
              <a:ext cx="2466109" cy="4317748"/>
            </a:xfrm>
            <a:prstGeom prst="rect">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0" name="Rectángulo 9">
              <a:extLst>
                <a:ext uri="{FF2B5EF4-FFF2-40B4-BE49-F238E27FC236}">
                  <a16:creationId xmlns:a16="http://schemas.microsoft.com/office/drawing/2014/main" id="{225CD1D1-E79F-C37A-2A0A-473CDBE1EC95}"/>
                </a:ext>
              </a:extLst>
            </p:cNvPr>
            <p:cNvSpPr/>
            <p:nvPr/>
          </p:nvSpPr>
          <p:spPr>
            <a:xfrm>
              <a:off x="5527963" y="3429000"/>
              <a:ext cx="2466109" cy="2158874"/>
            </a:xfrm>
            <a:prstGeom prst="rect">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1" name="Rectángulo 10">
              <a:extLst>
                <a:ext uri="{FF2B5EF4-FFF2-40B4-BE49-F238E27FC236}">
                  <a16:creationId xmlns:a16="http://schemas.microsoft.com/office/drawing/2014/main" id="{208D21DE-BEC2-C845-51DF-C59B09486E96}"/>
                </a:ext>
              </a:extLst>
            </p:cNvPr>
            <p:cNvSpPr/>
            <p:nvPr/>
          </p:nvSpPr>
          <p:spPr>
            <a:xfrm>
              <a:off x="7994072" y="1270126"/>
              <a:ext cx="2466109" cy="2158874"/>
            </a:xfrm>
            <a:prstGeom prst="rect">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2" name="Rectángulo 11">
              <a:extLst>
                <a:ext uri="{FF2B5EF4-FFF2-40B4-BE49-F238E27FC236}">
                  <a16:creationId xmlns:a16="http://schemas.microsoft.com/office/drawing/2014/main" id="{0158D494-0A38-4E61-8099-11E3C4D69CCA}"/>
                </a:ext>
              </a:extLst>
            </p:cNvPr>
            <p:cNvSpPr/>
            <p:nvPr/>
          </p:nvSpPr>
          <p:spPr>
            <a:xfrm>
              <a:off x="7994072" y="3429000"/>
              <a:ext cx="2466109" cy="2158874"/>
            </a:xfrm>
            <a:prstGeom prst="rect">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grpSp>
      <p:sp>
        <p:nvSpPr>
          <p:cNvPr id="14" name="CuadroTexto 13">
            <a:extLst>
              <a:ext uri="{FF2B5EF4-FFF2-40B4-BE49-F238E27FC236}">
                <a16:creationId xmlns:a16="http://schemas.microsoft.com/office/drawing/2014/main" id="{25D1A9C4-2B5E-EF72-2CFD-EA75A07E3A20}"/>
              </a:ext>
            </a:extLst>
          </p:cNvPr>
          <p:cNvSpPr txBox="1"/>
          <p:nvPr/>
        </p:nvSpPr>
        <p:spPr>
          <a:xfrm>
            <a:off x="3214255" y="3969496"/>
            <a:ext cx="6639571" cy="1446550"/>
          </a:xfrm>
          <a:prstGeom prst="rect">
            <a:avLst/>
          </a:prstGeom>
          <a:noFill/>
        </p:spPr>
        <p:txBody>
          <a:bodyPr wrap="square" rtlCol="0">
            <a:spAutoFit/>
          </a:bodyPr>
          <a:lstStyle/>
          <a:p>
            <a:r>
              <a:rPr lang="es-ES_tradnl" sz="4400" b="1" dirty="0" err="1">
                <a:latin typeface="Source Sans Pro" panose="020B0503030403020204" pitchFamily="34" charset="0"/>
                <a:ea typeface="Source Sans Pro" panose="020B0503030403020204" pitchFamily="34" charset="0"/>
              </a:rPr>
              <a:t>Source</a:t>
            </a:r>
            <a:r>
              <a:rPr lang="es-ES_tradnl" sz="4400" b="1" dirty="0">
                <a:latin typeface="Source Sans Pro" panose="020B0503030403020204" pitchFamily="34" charset="0"/>
                <a:ea typeface="Source Sans Pro" panose="020B0503030403020204" pitchFamily="34" charset="0"/>
              </a:rPr>
              <a:t> Sans Pro Bold</a:t>
            </a:r>
          </a:p>
          <a:p>
            <a:r>
              <a:rPr lang="es-ES_tradnl" sz="4400" dirty="0" err="1">
                <a:latin typeface="Source Sans Pro" panose="020B0503030403020204" pitchFamily="34" charset="0"/>
                <a:ea typeface="Source Sans Pro" panose="020B0503030403020204" pitchFamily="34" charset="0"/>
              </a:rPr>
              <a:t>Source</a:t>
            </a:r>
            <a:r>
              <a:rPr lang="es-ES_tradnl" sz="4400" dirty="0">
                <a:latin typeface="Source Sans Pro" panose="020B0503030403020204" pitchFamily="34" charset="0"/>
                <a:ea typeface="Source Sans Pro" panose="020B0503030403020204" pitchFamily="34" charset="0"/>
              </a:rPr>
              <a:t> Sans Pro</a:t>
            </a:r>
          </a:p>
        </p:txBody>
      </p:sp>
    </p:spTree>
    <p:extLst>
      <p:ext uri="{BB962C8B-B14F-4D97-AF65-F5344CB8AC3E}">
        <p14:creationId xmlns:p14="http://schemas.microsoft.com/office/powerpoint/2010/main" val="10554168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66C190D-B09B-140D-1FC8-7FA09F03E1D8}"/>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Bibliography</a:t>
            </a:r>
            <a:endParaRPr lang="es-ES_tradnl" sz="9600" i="1" dirty="0">
              <a:solidFill>
                <a:schemeClr val="bg1"/>
              </a:solidFill>
              <a:latin typeface="Source Sans Pro Light" panose="020B0503030403020204" pitchFamily="34" charset="0"/>
              <a:ea typeface="Source Sans Pro Light" panose="020B0503030403020204" pitchFamily="34" charset="0"/>
            </a:endParaRPr>
          </a:p>
        </p:txBody>
      </p:sp>
    </p:spTree>
    <p:extLst>
      <p:ext uri="{BB962C8B-B14F-4D97-AF65-F5344CB8AC3E}">
        <p14:creationId xmlns:p14="http://schemas.microsoft.com/office/powerpoint/2010/main" val="33686027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3D9FF288-4F08-B94B-A629-4B913F124109}"/>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32</a:t>
            </a:fld>
            <a:endParaRPr lang="es-ES_tradnl" sz="1600" b="1" dirty="0">
              <a:solidFill>
                <a:schemeClr val="bg1"/>
              </a:solidFill>
            </a:endParaRPr>
          </a:p>
        </p:txBody>
      </p:sp>
      <p:sp>
        <p:nvSpPr>
          <p:cNvPr id="9" name="CuadroTexto 8">
            <a:extLst>
              <a:ext uri="{FF2B5EF4-FFF2-40B4-BE49-F238E27FC236}">
                <a16:creationId xmlns:a16="http://schemas.microsoft.com/office/drawing/2014/main" id="{E5B6307F-64A9-41B3-A134-9CEF322921A0}"/>
              </a:ext>
            </a:extLst>
          </p:cNvPr>
          <p:cNvSpPr txBox="1"/>
          <p:nvPr/>
        </p:nvSpPr>
        <p:spPr>
          <a:xfrm>
            <a:off x="1338001" y="668481"/>
            <a:ext cx="4829120" cy="670696"/>
          </a:xfrm>
          <a:prstGeom prst="rect">
            <a:avLst/>
          </a:prstGeom>
          <a:noFill/>
        </p:spPr>
        <p:txBody>
          <a:bodyPr wrap="square" rtlCol="0">
            <a:spAutoFit/>
          </a:bodyPr>
          <a:lstStyle/>
          <a:p>
            <a:pPr>
              <a:lnSpc>
                <a:spcPct val="150000"/>
              </a:lnSpc>
            </a:pPr>
            <a:r>
              <a:rPr lang="es-ES_tradnl" sz="2800" b="1" dirty="0" err="1">
                <a:latin typeface="Source Sans Pro" panose="020B0503030403020204" pitchFamily="34" charset="0"/>
                <a:ea typeface="Source Sans Pro" panose="020B0503030403020204" pitchFamily="34" charset="0"/>
              </a:rPr>
              <a:t>Bibliography</a:t>
            </a:r>
            <a:endParaRPr lang="es-ES_tradnl" sz="2800" b="1" dirty="0">
              <a:latin typeface="Source Sans Pro" panose="020B0503030403020204" pitchFamily="34" charset="0"/>
              <a:ea typeface="Source Sans Pro" panose="020B0503030403020204" pitchFamily="34" charset="0"/>
            </a:endParaRPr>
          </a:p>
        </p:txBody>
      </p:sp>
      <p:sp>
        <p:nvSpPr>
          <p:cNvPr id="8" name="CuadroTexto 7">
            <a:extLst>
              <a:ext uri="{FF2B5EF4-FFF2-40B4-BE49-F238E27FC236}">
                <a16:creationId xmlns:a16="http://schemas.microsoft.com/office/drawing/2014/main" id="{BBF470F5-D6FA-4D2D-B8AB-F74181E5F487}"/>
              </a:ext>
            </a:extLst>
          </p:cNvPr>
          <p:cNvSpPr txBox="1"/>
          <p:nvPr/>
        </p:nvSpPr>
        <p:spPr>
          <a:xfrm>
            <a:off x="1065240" y="2127298"/>
            <a:ext cx="10061519" cy="1354217"/>
          </a:xfrm>
          <a:prstGeom prst="rect">
            <a:avLst/>
          </a:prstGeom>
          <a:noFill/>
        </p:spPr>
        <p:txBody>
          <a:bodyPr wrap="square">
            <a:spAutoFit/>
          </a:bodyPr>
          <a:lstStyle/>
          <a:p>
            <a:pPr marL="285750" indent="-285750">
              <a:buFont typeface="Arial" panose="020B0604020202020204" pitchFamily="34" charset="0"/>
              <a:buChar char="•"/>
            </a:pPr>
            <a:r>
              <a:rPr lang="es-CO" sz="2800" b="1" dirty="0">
                <a:solidFill>
                  <a:srgbClr val="FF0000"/>
                </a:solidFill>
              </a:rPr>
              <a:t>Falta el de </a:t>
            </a:r>
            <a:r>
              <a:rPr lang="es-CO" sz="2800" b="1" dirty="0" err="1">
                <a:solidFill>
                  <a:srgbClr val="FF0000"/>
                </a:solidFill>
              </a:rPr>
              <a:t>alphaPEM</a:t>
            </a:r>
            <a:endParaRPr lang="es-CO" sz="2800" b="1" dirty="0">
              <a:solidFill>
                <a:srgbClr val="FF0000"/>
              </a:solidFill>
            </a:endParaRPr>
          </a:p>
          <a:p>
            <a:pPr marL="285750" indent="-285750">
              <a:buFont typeface="Arial" panose="020B0604020202020204" pitchFamily="34" charset="0"/>
              <a:buChar char="•"/>
            </a:pPr>
            <a:r>
              <a:rPr lang="es-CO" dirty="0" err="1"/>
              <a:t>Dandl</a:t>
            </a:r>
            <a:r>
              <a:rPr lang="es-CO" dirty="0"/>
              <a:t>, S., </a:t>
            </a:r>
            <a:r>
              <a:rPr lang="es-CO" dirty="0" err="1"/>
              <a:t>Casalicchio</a:t>
            </a:r>
            <a:r>
              <a:rPr lang="es-CO" dirty="0"/>
              <a:t>, G., </a:t>
            </a:r>
            <a:r>
              <a:rPr lang="es-CO" dirty="0" err="1"/>
              <a:t>Bischl</a:t>
            </a:r>
            <a:r>
              <a:rPr lang="es-CO" dirty="0"/>
              <a:t>, B., &amp; </a:t>
            </a:r>
            <a:r>
              <a:rPr lang="es-CO" dirty="0" err="1"/>
              <a:t>Bothmann</a:t>
            </a:r>
            <a:r>
              <a:rPr lang="es-CO" dirty="0"/>
              <a:t>, L. (2023). </a:t>
            </a:r>
            <a:r>
              <a:rPr lang="es-CO" i="1" dirty="0"/>
              <a:t>Interpretable Regional Descriptors: </a:t>
            </a:r>
            <a:r>
              <a:rPr lang="es-CO" i="1" dirty="0" err="1"/>
              <a:t>Hyperbox-Based</a:t>
            </a:r>
            <a:r>
              <a:rPr lang="es-CO" i="1" dirty="0"/>
              <a:t> Local </a:t>
            </a:r>
            <a:r>
              <a:rPr lang="es-CO" i="1" dirty="0" err="1"/>
              <a:t>Explanations</a:t>
            </a:r>
            <a:r>
              <a:rPr lang="es-CO" dirty="0"/>
              <a:t> (arXiv:2305.02780) [</a:t>
            </a:r>
            <a:r>
              <a:rPr lang="es-CO" dirty="0" err="1"/>
              <a:t>Preprint</a:t>
            </a:r>
            <a:r>
              <a:rPr lang="es-CO" dirty="0"/>
              <a:t>]. </a:t>
            </a:r>
            <a:r>
              <a:rPr lang="es-CO" dirty="0" err="1"/>
              <a:t>arXiv</a:t>
            </a:r>
            <a:r>
              <a:rPr lang="es-CO" dirty="0"/>
              <a:t>. https://doi.org/10.48550/arXiv.2305.02780</a:t>
            </a:r>
          </a:p>
        </p:txBody>
      </p:sp>
    </p:spTree>
    <p:extLst>
      <p:ext uri="{BB962C8B-B14F-4D97-AF65-F5344CB8AC3E}">
        <p14:creationId xmlns:p14="http://schemas.microsoft.com/office/powerpoint/2010/main" val="1365191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Elipse 12">
            <a:extLst>
              <a:ext uri="{FF2B5EF4-FFF2-40B4-BE49-F238E27FC236}">
                <a16:creationId xmlns:a16="http://schemas.microsoft.com/office/drawing/2014/main" id="{C3EB2798-D8F7-B5F1-59CB-34AEDA5DC5C4}"/>
              </a:ext>
            </a:extLst>
          </p:cNvPr>
          <p:cNvSpPr/>
          <p:nvPr/>
        </p:nvSpPr>
        <p:spPr>
          <a:xfrm>
            <a:off x="787683" y="2424207"/>
            <a:ext cx="1177637" cy="1177637"/>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1" name="Elipse 10">
            <a:extLst>
              <a:ext uri="{FF2B5EF4-FFF2-40B4-BE49-F238E27FC236}">
                <a16:creationId xmlns:a16="http://schemas.microsoft.com/office/drawing/2014/main" id="{CFC2B8CD-5E29-A9BC-DFE7-277435483FE0}"/>
              </a:ext>
            </a:extLst>
          </p:cNvPr>
          <p:cNvSpPr/>
          <p:nvPr/>
        </p:nvSpPr>
        <p:spPr>
          <a:xfrm>
            <a:off x="1676400" y="2174826"/>
            <a:ext cx="1676399" cy="1676399"/>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33</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10" name="Elipse 9">
            <a:extLst>
              <a:ext uri="{FF2B5EF4-FFF2-40B4-BE49-F238E27FC236}">
                <a16:creationId xmlns:a16="http://schemas.microsoft.com/office/drawing/2014/main" id="{D7C3B292-F02E-79B3-F238-E6CBE7E04262}"/>
              </a:ext>
            </a:extLst>
          </p:cNvPr>
          <p:cNvSpPr/>
          <p:nvPr/>
        </p:nvSpPr>
        <p:spPr>
          <a:xfrm>
            <a:off x="3018431" y="1973005"/>
            <a:ext cx="2080041" cy="2080041"/>
          </a:xfrm>
          <a:prstGeom prst="ellipse">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7" name="CuadroTexto 16">
            <a:extLst>
              <a:ext uri="{FF2B5EF4-FFF2-40B4-BE49-F238E27FC236}">
                <a16:creationId xmlns:a16="http://schemas.microsoft.com/office/drawing/2014/main" id="{09D9639B-4326-4593-F92B-B074DE38C7CB}"/>
              </a:ext>
            </a:extLst>
          </p:cNvPr>
          <p:cNvSpPr txBox="1"/>
          <p:nvPr/>
        </p:nvSpPr>
        <p:spPr>
          <a:xfrm>
            <a:off x="999555" y="2790729"/>
            <a:ext cx="827218" cy="369332"/>
          </a:xfrm>
          <a:prstGeom prst="rect">
            <a:avLst/>
          </a:prstGeom>
          <a:noFill/>
        </p:spPr>
        <p:txBody>
          <a:bodyPr wrap="square">
            <a:spAutoFit/>
          </a:bodyPr>
          <a:lstStyle/>
          <a:p>
            <a:r>
              <a:rPr lang="es-ES_tradnl" sz="1800" b="1" dirty="0">
                <a:solidFill>
                  <a:schemeClr val="bg1"/>
                </a:solidFill>
                <a:latin typeface="Source Sans Pro" panose="020B0503030403020204" pitchFamily="34" charset="0"/>
                <a:ea typeface="Source Sans Pro" panose="020B0503030403020204" pitchFamily="34" charset="0"/>
              </a:rPr>
              <a:t>JAN.</a:t>
            </a:r>
          </a:p>
        </p:txBody>
      </p:sp>
      <p:sp>
        <p:nvSpPr>
          <p:cNvPr id="18" name="CuadroTexto 17">
            <a:extLst>
              <a:ext uri="{FF2B5EF4-FFF2-40B4-BE49-F238E27FC236}">
                <a16:creationId xmlns:a16="http://schemas.microsoft.com/office/drawing/2014/main" id="{BC35600E-07BF-1508-EEA0-EE2D840DDBCB}"/>
              </a:ext>
            </a:extLst>
          </p:cNvPr>
          <p:cNvSpPr txBox="1"/>
          <p:nvPr/>
        </p:nvSpPr>
        <p:spPr>
          <a:xfrm>
            <a:off x="2094064" y="2790729"/>
            <a:ext cx="827218" cy="369332"/>
          </a:xfrm>
          <a:prstGeom prst="rect">
            <a:avLst/>
          </a:prstGeom>
          <a:noFill/>
        </p:spPr>
        <p:txBody>
          <a:bodyPr wrap="square">
            <a:spAutoFit/>
          </a:bodyPr>
          <a:lstStyle/>
          <a:p>
            <a:r>
              <a:rPr lang="es-ES_tradnl" sz="1800" b="1" dirty="0">
                <a:solidFill>
                  <a:schemeClr val="bg1"/>
                </a:solidFill>
                <a:latin typeface="Source Sans Pro" panose="020B0503030403020204" pitchFamily="34" charset="0"/>
                <a:ea typeface="Source Sans Pro" panose="020B0503030403020204" pitchFamily="34" charset="0"/>
              </a:rPr>
              <a:t>FEB.</a:t>
            </a:r>
          </a:p>
        </p:txBody>
      </p:sp>
      <p:sp>
        <p:nvSpPr>
          <p:cNvPr id="19" name="CuadroTexto 18">
            <a:extLst>
              <a:ext uri="{FF2B5EF4-FFF2-40B4-BE49-F238E27FC236}">
                <a16:creationId xmlns:a16="http://schemas.microsoft.com/office/drawing/2014/main" id="{44BF09BB-12BC-8EA4-C409-C29CDBFB4099}"/>
              </a:ext>
            </a:extLst>
          </p:cNvPr>
          <p:cNvSpPr txBox="1"/>
          <p:nvPr/>
        </p:nvSpPr>
        <p:spPr>
          <a:xfrm>
            <a:off x="3645773" y="2790729"/>
            <a:ext cx="827218" cy="369332"/>
          </a:xfrm>
          <a:prstGeom prst="rect">
            <a:avLst/>
          </a:prstGeom>
          <a:noFill/>
        </p:spPr>
        <p:txBody>
          <a:bodyPr wrap="square">
            <a:spAutoFit/>
          </a:bodyPr>
          <a:lstStyle/>
          <a:p>
            <a:r>
              <a:rPr lang="es-ES_tradnl" sz="1800" b="1" dirty="0">
                <a:solidFill>
                  <a:schemeClr val="bg1"/>
                </a:solidFill>
                <a:latin typeface="Source Sans Pro" panose="020B0503030403020204" pitchFamily="34" charset="0"/>
                <a:ea typeface="Source Sans Pro" panose="020B0503030403020204" pitchFamily="34" charset="0"/>
              </a:rPr>
              <a:t>MAR.</a:t>
            </a:r>
          </a:p>
        </p:txBody>
      </p:sp>
      <p:sp>
        <p:nvSpPr>
          <p:cNvPr id="9" name="Elipse 8">
            <a:extLst>
              <a:ext uri="{FF2B5EF4-FFF2-40B4-BE49-F238E27FC236}">
                <a16:creationId xmlns:a16="http://schemas.microsoft.com/office/drawing/2014/main" id="{D1E4DAF4-1893-2904-5A46-4805EA8D9F16}"/>
              </a:ext>
            </a:extLst>
          </p:cNvPr>
          <p:cNvSpPr/>
          <p:nvPr/>
        </p:nvSpPr>
        <p:spPr>
          <a:xfrm>
            <a:off x="4680287" y="1796264"/>
            <a:ext cx="2433522" cy="2433522"/>
          </a:xfrm>
          <a:prstGeom prst="ellipse">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21" name="CuadroTexto 20">
            <a:extLst>
              <a:ext uri="{FF2B5EF4-FFF2-40B4-BE49-F238E27FC236}">
                <a16:creationId xmlns:a16="http://schemas.microsoft.com/office/drawing/2014/main" id="{048BB49C-747D-F9D4-7DE9-0EC22E871613}"/>
              </a:ext>
            </a:extLst>
          </p:cNvPr>
          <p:cNvSpPr txBox="1"/>
          <p:nvPr/>
        </p:nvSpPr>
        <p:spPr>
          <a:xfrm>
            <a:off x="5391446" y="2790729"/>
            <a:ext cx="827218" cy="369332"/>
          </a:xfrm>
          <a:prstGeom prst="rect">
            <a:avLst/>
          </a:prstGeom>
          <a:noFill/>
        </p:spPr>
        <p:txBody>
          <a:bodyPr wrap="square">
            <a:spAutoFit/>
          </a:bodyPr>
          <a:lstStyle/>
          <a:p>
            <a:r>
              <a:rPr lang="es-ES_tradnl" b="1" dirty="0">
                <a:solidFill>
                  <a:schemeClr val="bg1"/>
                </a:solidFill>
                <a:latin typeface="Source Sans Pro" panose="020B0503030403020204" pitchFamily="34" charset="0"/>
                <a:ea typeface="Source Sans Pro" panose="020B0503030403020204" pitchFamily="34" charset="0"/>
              </a:rPr>
              <a:t>JUN</a:t>
            </a:r>
            <a:r>
              <a:rPr lang="es-ES_tradnl" sz="1800" b="1" dirty="0">
                <a:solidFill>
                  <a:schemeClr val="bg1"/>
                </a:solidFill>
                <a:latin typeface="Source Sans Pro" panose="020B0503030403020204" pitchFamily="34" charset="0"/>
                <a:ea typeface="Source Sans Pro" panose="020B0503030403020204" pitchFamily="34" charset="0"/>
              </a:rPr>
              <a:t>.</a:t>
            </a:r>
          </a:p>
        </p:txBody>
      </p:sp>
      <p:sp>
        <p:nvSpPr>
          <p:cNvPr id="22" name="CuadroTexto 21">
            <a:extLst>
              <a:ext uri="{FF2B5EF4-FFF2-40B4-BE49-F238E27FC236}">
                <a16:creationId xmlns:a16="http://schemas.microsoft.com/office/drawing/2014/main" id="{18618542-6477-203F-6F19-B52735FA7BC6}"/>
              </a:ext>
            </a:extLst>
          </p:cNvPr>
          <p:cNvSpPr txBox="1"/>
          <p:nvPr/>
        </p:nvSpPr>
        <p:spPr>
          <a:xfrm>
            <a:off x="6887737" y="2790729"/>
            <a:ext cx="827218" cy="369332"/>
          </a:xfrm>
          <a:prstGeom prst="rect">
            <a:avLst/>
          </a:prstGeom>
          <a:noFill/>
        </p:spPr>
        <p:txBody>
          <a:bodyPr wrap="square">
            <a:spAutoFit/>
          </a:bodyPr>
          <a:lstStyle/>
          <a:p>
            <a:r>
              <a:rPr lang="es-ES_tradnl" b="1" dirty="0" err="1">
                <a:solidFill>
                  <a:schemeClr val="bg1"/>
                </a:solidFill>
                <a:latin typeface="Source Sans Pro" panose="020B0503030403020204" pitchFamily="34" charset="0"/>
                <a:ea typeface="Source Sans Pro" panose="020B0503030403020204" pitchFamily="34" charset="0"/>
              </a:rPr>
              <a:t>JUl</a:t>
            </a:r>
            <a:r>
              <a:rPr lang="es-ES_tradnl" sz="1800" b="1" dirty="0" err="1">
                <a:solidFill>
                  <a:schemeClr val="bg1"/>
                </a:solidFill>
                <a:latin typeface="Source Sans Pro" panose="020B0503030403020204" pitchFamily="34" charset="0"/>
                <a:ea typeface="Source Sans Pro" panose="020B0503030403020204" pitchFamily="34" charset="0"/>
              </a:rPr>
              <a:t>.</a:t>
            </a:r>
            <a:endParaRPr lang="es-ES_tradnl" sz="1800" b="1" dirty="0">
              <a:solidFill>
                <a:schemeClr val="bg1"/>
              </a:solidFill>
              <a:latin typeface="Source Sans Pro" panose="020B0503030403020204" pitchFamily="34" charset="0"/>
              <a:ea typeface="Source Sans Pro" panose="020B0503030403020204" pitchFamily="34" charset="0"/>
            </a:endParaRPr>
          </a:p>
        </p:txBody>
      </p:sp>
      <p:sp>
        <p:nvSpPr>
          <p:cNvPr id="12" name="Elipse 11">
            <a:extLst>
              <a:ext uri="{FF2B5EF4-FFF2-40B4-BE49-F238E27FC236}">
                <a16:creationId xmlns:a16="http://schemas.microsoft.com/office/drawing/2014/main" id="{9207B67C-3C02-1294-EFD6-E6D63A768CFA}"/>
              </a:ext>
            </a:extLst>
          </p:cNvPr>
          <p:cNvSpPr/>
          <p:nvPr/>
        </p:nvSpPr>
        <p:spPr>
          <a:xfrm>
            <a:off x="6255327" y="1796264"/>
            <a:ext cx="2433522" cy="2433522"/>
          </a:xfrm>
          <a:prstGeom prst="ellipse">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8" name="Elipse 7">
            <a:extLst>
              <a:ext uri="{FF2B5EF4-FFF2-40B4-BE49-F238E27FC236}">
                <a16:creationId xmlns:a16="http://schemas.microsoft.com/office/drawing/2014/main" id="{641AF8F1-7905-6AEB-7B23-BB325CD00088}"/>
              </a:ext>
            </a:extLst>
          </p:cNvPr>
          <p:cNvSpPr/>
          <p:nvPr/>
        </p:nvSpPr>
        <p:spPr>
          <a:xfrm>
            <a:off x="8143028" y="1668628"/>
            <a:ext cx="2688795" cy="2688795"/>
          </a:xfrm>
          <a:prstGeom prst="ellipse">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23" name="CuadroTexto 22">
            <a:extLst>
              <a:ext uri="{FF2B5EF4-FFF2-40B4-BE49-F238E27FC236}">
                <a16:creationId xmlns:a16="http://schemas.microsoft.com/office/drawing/2014/main" id="{5A41DB15-0620-6125-C8C9-EB97FD0A0E8C}"/>
              </a:ext>
            </a:extLst>
          </p:cNvPr>
          <p:cNvSpPr txBox="1"/>
          <p:nvPr/>
        </p:nvSpPr>
        <p:spPr>
          <a:xfrm>
            <a:off x="7040137" y="2790729"/>
            <a:ext cx="827218" cy="369332"/>
          </a:xfrm>
          <a:prstGeom prst="rect">
            <a:avLst/>
          </a:prstGeom>
          <a:noFill/>
        </p:spPr>
        <p:txBody>
          <a:bodyPr wrap="square">
            <a:spAutoFit/>
          </a:bodyPr>
          <a:lstStyle/>
          <a:p>
            <a:r>
              <a:rPr lang="es-ES_tradnl" b="1" dirty="0" err="1">
                <a:solidFill>
                  <a:schemeClr val="bg1"/>
                </a:solidFill>
                <a:latin typeface="Source Sans Pro" panose="020B0503030403020204" pitchFamily="34" charset="0"/>
                <a:ea typeface="Source Sans Pro" panose="020B0503030403020204" pitchFamily="34" charset="0"/>
              </a:rPr>
              <a:t>JUl</a:t>
            </a:r>
            <a:r>
              <a:rPr lang="es-ES_tradnl" sz="1800" b="1" dirty="0" err="1">
                <a:solidFill>
                  <a:schemeClr val="bg1"/>
                </a:solidFill>
                <a:latin typeface="Source Sans Pro" panose="020B0503030403020204" pitchFamily="34" charset="0"/>
                <a:ea typeface="Source Sans Pro" panose="020B0503030403020204" pitchFamily="34" charset="0"/>
              </a:rPr>
              <a:t>.</a:t>
            </a:r>
            <a:endParaRPr lang="es-ES_tradnl" sz="1800" b="1" dirty="0">
              <a:solidFill>
                <a:schemeClr val="bg1"/>
              </a:solidFill>
              <a:latin typeface="Source Sans Pro" panose="020B0503030403020204" pitchFamily="34" charset="0"/>
              <a:ea typeface="Source Sans Pro" panose="020B0503030403020204" pitchFamily="34" charset="0"/>
            </a:endParaRPr>
          </a:p>
        </p:txBody>
      </p:sp>
      <p:sp>
        <p:nvSpPr>
          <p:cNvPr id="24" name="CuadroTexto 23">
            <a:extLst>
              <a:ext uri="{FF2B5EF4-FFF2-40B4-BE49-F238E27FC236}">
                <a16:creationId xmlns:a16="http://schemas.microsoft.com/office/drawing/2014/main" id="{8EC00657-7609-4A30-DA73-FAD8E20078AD}"/>
              </a:ext>
            </a:extLst>
          </p:cNvPr>
          <p:cNvSpPr txBox="1"/>
          <p:nvPr/>
        </p:nvSpPr>
        <p:spPr>
          <a:xfrm>
            <a:off x="9229155" y="2790729"/>
            <a:ext cx="827218" cy="369332"/>
          </a:xfrm>
          <a:prstGeom prst="rect">
            <a:avLst/>
          </a:prstGeom>
          <a:noFill/>
        </p:spPr>
        <p:txBody>
          <a:bodyPr wrap="square">
            <a:spAutoFit/>
          </a:bodyPr>
          <a:lstStyle/>
          <a:p>
            <a:r>
              <a:rPr lang="es-ES_tradnl" b="1" dirty="0">
                <a:solidFill>
                  <a:schemeClr val="bg1"/>
                </a:solidFill>
                <a:latin typeface="Source Sans Pro" panose="020B0503030403020204" pitchFamily="34" charset="0"/>
                <a:ea typeface="Source Sans Pro" panose="020B0503030403020204" pitchFamily="34" charset="0"/>
              </a:rPr>
              <a:t>AUG</a:t>
            </a:r>
            <a:r>
              <a:rPr lang="es-ES_tradnl" sz="1800" b="1" dirty="0">
                <a:solidFill>
                  <a:schemeClr val="bg1"/>
                </a:solidFill>
                <a:latin typeface="Source Sans Pro" panose="020B0503030403020204" pitchFamily="34" charset="0"/>
                <a:ea typeface="Source Sans Pro" panose="020B0503030403020204" pitchFamily="34" charset="0"/>
              </a:rPr>
              <a:t>.</a:t>
            </a:r>
          </a:p>
        </p:txBody>
      </p:sp>
      <p:sp>
        <p:nvSpPr>
          <p:cNvPr id="25" name="CuadroTexto 24">
            <a:extLst>
              <a:ext uri="{FF2B5EF4-FFF2-40B4-BE49-F238E27FC236}">
                <a16:creationId xmlns:a16="http://schemas.microsoft.com/office/drawing/2014/main" id="{F52B18F5-E82A-6E81-71FE-B915904CB5C9}"/>
              </a:ext>
            </a:extLst>
          </p:cNvPr>
          <p:cNvSpPr txBox="1"/>
          <p:nvPr/>
        </p:nvSpPr>
        <p:spPr>
          <a:xfrm>
            <a:off x="706079" y="5098207"/>
            <a:ext cx="2082621" cy="923330"/>
          </a:xfrm>
          <a:prstGeom prst="rect">
            <a:avLst/>
          </a:prstGeom>
          <a:noFill/>
        </p:spPr>
        <p:txBody>
          <a:bodyPr wrap="none" rtlCol="0">
            <a:spAutoFit/>
          </a:bodyPr>
          <a:lstStyle/>
          <a:p>
            <a:r>
              <a:rPr lang="es-ES_tradnl" b="1" spc="300" dirty="0">
                <a:solidFill>
                  <a:schemeClr val="bg1">
                    <a:lumMod val="50000"/>
                  </a:schemeClr>
                </a:solidFill>
                <a:latin typeface="Source Sans Pro SemiBold" panose="020B0503030403020204" pitchFamily="34" charset="0"/>
                <a:ea typeface="Source Sans Pro SemiBold" panose="020B0503030403020204" pitchFamily="34" charset="0"/>
              </a:rPr>
              <a:t>PREPROYECTO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 2</a:t>
            </a:r>
          </a:p>
        </p:txBody>
      </p:sp>
      <p:sp>
        <p:nvSpPr>
          <p:cNvPr id="26" name="CuadroTexto 25">
            <a:extLst>
              <a:ext uri="{FF2B5EF4-FFF2-40B4-BE49-F238E27FC236}">
                <a16:creationId xmlns:a16="http://schemas.microsoft.com/office/drawing/2014/main" id="{6B8EE8CD-9ED8-B345-F90E-D548FA8285D0}"/>
              </a:ext>
            </a:extLst>
          </p:cNvPr>
          <p:cNvSpPr txBox="1"/>
          <p:nvPr/>
        </p:nvSpPr>
        <p:spPr>
          <a:xfrm>
            <a:off x="3434913" y="5098207"/>
            <a:ext cx="1667444" cy="923330"/>
          </a:xfrm>
          <a:prstGeom prst="rect">
            <a:avLst/>
          </a:prstGeom>
          <a:noFill/>
        </p:spPr>
        <p:txBody>
          <a:bodyPr wrap="none" rtlCol="0">
            <a:spAutoFit/>
          </a:bodyPr>
          <a:lstStyle/>
          <a:p>
            <a:r>
              <a:rPr lang="es-ES_tradnl" b="1" spc="300" dirty="0">
                <a:solidFill>
                  <a:srgbClr val="8879F5"/>
                </a:solidFill>
                <a:latin typeface="Source Sans Pro SemiBold" panose="020B0503030403020204" pitchFamily="34" charset="0"/>
                <a:ea typeface="Source Sans Pro SemiBold" panose="020B0503030403020204" pitchFamily="34" charset="0"/>
              </a:rPr>
              <a:t>PROYECTO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 2</a:t>
            </a:r>
          </a:p>
        </p:txBody>
      </p:sp>
      <p:sp>
        <p:nvSpPr>
          <p:cNvPr id="27" name="CuadroTexto 26">
            <a:extLst>
              <a:ext uri="{FF2B5EF4-FFF2-40B4-BE49-F238E27FC236}">
                <a16:creationId xmlns:a16="http://schemas.microsoft.com/office/drawing/2014/main" id="{28595E50-F9FF-61DF-5145-2CF10444DB8E}"/>
              </a:ext>
            </a:extLst>
          </p:cNvPr>
          <p:cNvSpPr txBox="1"/>
          <p:nvPr/>
        </p:nvSpPr>
        <p:spPr>
          <a:xfrm>
            <a:off x="6887737" y="5098207"/>
            <a:ext cx="2103461" cy="923330"/>
          </a:xfrm>
          <a:prstGeom prst="rect">
            <a:avLst/>
          </a:prstGeom>
          <a:noFill/>
        </p:spPr>
        <p:txBody>
          <a:bodyPr wrap="none" rtlCol="0">
            <a:spAutoFit/>
          </a:bodyPr>
          <a:lstStyle/>
          <a:p>
            <a:r>
              <a:rPr lang="es-ES_tradnl" b="1" spc="300" dirty="0">
                <a:solidFill>
                  <a:srgbClr val="008B2E"/>
                </a:solidFill>
                <a:latin typeface="Source Sans Pro SemiBold" panose="020B0503030403020204" pitchFamily="34" charset="0"/>
                <a:ea typeface="Source Sans Pro SemiBold" panose="020B0503030403020204" pitchFamily="34" charset="0"/>
              </a:rPr>
              <a:t>POSPROYECTO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 2</a:t>
            </a:r>
          </a:p>
        </p:txBody>
      </p:sp>
      <p:cxnSp>
        <p:nvCxnSpPr>
          <p:cNvPr id="29" name="Conector recto 28">
            <a:extLst>
              <a:ext uri="{FF2B5EF4-FFF2-40B4-BE49-F238E27FC236}">
                <a16:creationId xmlns:a16="http://schemas.microsoft.com/office/drawing/2014/main" id="{2B02DA4C-E3CE-BF32-689F-C9597CDB2DC6}"/>
              </a:ext>
            </a:extLst>
          </p:cNvPr>
          <p:cNvCxnSpPr/>
          <p:nvPr/>
        </p:nvCxnSpPr>
        <p:spPr>
          <a:xfrm>
            <a:off x="3267306" y="3851225"/>
            <a:ext cx="0" cy="2170312"/>
          </a:xfrm>
          <a:prstGeom prst="line">
            <a:avLst/>
          </a:prstGeom>
          <a:ln>
            <a:solidFill>
              <a:srgbClr val="8879F5"/>
            </a:solidFill>
            <a:prstDash val="sysDash"/>
          </a:ln>
        </p:spPr>
        <p:style>
          <a:lnRef idx="2">
            <a:schemeClr val="accent1"/>
          </a:lnRef>
          <a:fillRef idx="0">
            <a:schemeClr val="accent1"/>
          </a:fillRef>
          <a:effectRef idx="1">
            <a:schemeClr val="accent1"/>
          </a:effectRef>
          <a:fontRef idx="minor">
            <a:schemeClr val="tx1"/>
          </a:fontRef>
        </p:style>
      </p:cxnSp>
      <p:cxnSp>
        <p:nvCxnSpPr>
          <p:cNvPr id="30" name="Conector recto 29">
            <a:extLst>
              <a:ext uri="{FF2B5EF4-FFF2-40B4-BE49-F238E27FC236}">
                <a16:creationId xmlns:a16="http://schemas.microsoft.com/office/drawing/2014/main" id="{CA54B685-7677-B922-26D1-F5727270571C}"/>
              </a:ext>
            </a:extLst>
          </p:cNvPr>
          <p:cNvCxnSpPr/>
          <p:nvPr/>
        </p:nvCxnSpPr>
        <p:spPr>
          <a:xfrm>
            <a:off x="6647815" y="3851225"/>
            <a:ext cx="0" cy="2170312"/>
          </a:xfrm>
          <a:prstGeom prst="line">
            <a:avLst/>
          </a:prstGeom>
          <a:ln>
            <a:solidFill>
              <a:srgbClr val="BBE555"/>
            </a:solidFill>
            <a:prstDash val="sys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9528029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272D9C-000E-64ED-CF4E-0F6FDCDA8BF8}"/>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880CB7DD-1ABF-D944-A58F-6E3E05063872}"/>
              </a:ext>
            </a:extLst>
          </p:cNvPr>
          <p:cNvSpPr>
            <a:spLocks noGrp="1"/>
          </p:cNvSpPr>
          <p:nvPr>
            <p:ph type="sldNum" sz="quarter" idx="12"/>
          </p:nvPr>
        </p:nvSpPr>
        <p:spPr/>
        <p:txBody>
          <a:bodyPr/>
          <a:lstStyle/>
          <a:p>
            <a:fld id="{B75BC28E-972B-EC47-BE79-29D89D46B9CA}" type="slidenum">
              <a:rPr lang="es-ES_tradnl" b="1" smtClean="0">
                <a:solidFill>
                  <a:schemeClr val="bg1"/>
                </a:solidFill>
              </a:rPr>
              <a:t>34</a:t>
            </a:fld>
            <a:endParaRPr lang="es-ES_tradnl" b="1" dirty="0">
              <a:solidFill>
                <a:schemeClr val="bg1"/>
              </a:solidFill>
            </a:endParaRPr>
          </a:p>
        </p:txBody>
      </p:sp>
      <p:sp>
        <p:nvSpPr>
          <p:cNvPr id="5" name="CuadroTexto 4">
            <a:extLst>
              <a:ext uri="{FF2B5EF4-FFF2-40B4-BE49-F238E27FC236}">
                <a16:creationId xmlns:a16="http://schemas.microsoft.com/office/drawing/2014/main" id="{B49C4547-7B2E-8439-95AA-A2021ADA72D1}"/>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Communication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plan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Other</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administrative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aspects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Technical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questions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4CEDC91-9EBE-7113-8950-4F62B79069CC}"/>
              </a:ext>
            </a:extLst>
          </p:cNvPr>
          <p:cNvSpPr/>
          <p:nvPr/>
        </p:nvSpPr>
        <p:spPr>
          <a:xfrm>
            <a:off x="1326995" y="334536"/>
            <a:ext cx="2598234" cy="307777"/>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Goals</a:t>
            </a:r>
            <a:r>
              <a:rPr lang="es-ES_tradnl" dirty="0">
                <a:solidFill>
                  <a:schemeClr val="bg1"/>
                </a:solidFill>
                <a:latin typeface="Source Sans Pro" panose="020B0503030403020204" pitchFamily="34" charset="0"/>
                <a:ea typeface="Source Sans Pro" panose="020B0503030403020204" pitchFamily="34" charset="0"/>
              </a:rPr>
              <a:t> and </a:t>
            </a:r>
            <a:r>
              <a:rPr lang="es-ES_tradnl" dirty="0" err="1">
                <a:solidFill>
                  <a:schemeClr val="bg1"/>
                </a:solidFill>
                <a:latin typeface="Source Sans Pro" panose="020B0503030403020204" pitchFamily="34" charset="0"/>
                <a:ea typeface="Source Sans Pro" panose="020B0503030403020204" pitchFamily="34" charset="0"/>
              </a:rPr>
              <a:t>outcomes</a:t>
            </a:r>
            <a:r>
              <a:rPr lang="es-ES_tradnl" dirty="0">
                <a:solidFill>
                  <a:schemeClr val="bg1"/>
                </a:solidFill>
                <a:latin typeface="Source Sans Pro" panose="020B0503030403020204" pitchFamily="34" charset="0"/>
                <a:ea typeface="Source Sans Pro" panose="020B0503030403020204" pitchFamily="34" charset="0"/>
              </a:rPr>
              <a:t> </a:t>
            </a:r>
            <a:endParaRPr lang="es-ES_tradnl" dirty="0">
              <a:solidFill>
                <a:schemeClr val="bg1"/>
              </a:solidFill>
            </a:endParaRPr>
          </a:p>
        </p:txBody>
      </p:sp>
      <p:sp>
        <p:nvSpPr>
          <p:cNvPr id="8" name="CuadroTexto 7">
            <a:extLst>
              <a:ext uri="{FF2B5EF4-FFF2-40B4-BE49-F238E27FC236}">
                <a16:creationId xmlns:a16="http://schemas.microsoft.com/office/drawing/2014/main" id="{CEAB235E-49A2-3E20-3951-EE1E49F3EA57}"/>
              </a:ext>
            </a:extLst>
          </p:cNvPr>
          <p:cNvSpPr txBox="1"/>
          <p:nvPr/>
        </p:nvSpPr>
        <p:spPr>
          <a:xfrm>
            <a:off x="702526" y="334535"/>
            <a:ext cx="624469"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10" name="Rectángulo redondeado 9">
            <a:extLst>
              <a:ext uri="{FF2B5EF4-FFF2-40B4-BE49-F238E27FC236}">
                <a16:creationId xmlns:a16="http://schemas.microsoft.com/office/drawing/2014/main" id="{881F9FDB-DC00-699C-F82F-C391131AC537}"/>
              </a:ext>
            </a:extLst>
          </p:cNvPr>
          <p:cNvSpPr/>
          <p:nvPr/>
        </p:nvSpPr>
        <p:spPr>
          <a:xfrm>
            <a:off x="3804255" y="1371863"/>
            <a:ext cx="5808095" cy="4751846"/>
          </a:xfrm>
          <a:prstGeom prst="roundRect">
            <a:avLst/>
          </a:prstGeom>
          <a:solidFill>
            <a:srgbClr val="B278E6"/>
          </a:solid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358775">
              <a:lnSpc>
                <a:spcPct val="150000"/>
              </a:lnSpc>
            </a:pPr>
            <a:r>
              <a:rPr lang="es-CO" sz="3200" dirty="0" err="1">
                <a:solidFill>
                  <a:schemeClr val="bg1"/>
                </a:solidFill>
                <a:latin typeface="Source Sans Pro" panose="020B0503030403020204" pitchFamily="34" charset="0"/>
                <a:ea typeface="Source Sans Pro" panose="020B0503030403020204" pitchFamily="34" charset="0"/>
              </a:rPr>
              <a:t>What</a:t>
            </a:r>
            <a:r>
              <a:rPr lang="es-CO" sz="3200" dirty="0">
                <a:solidFill>
                  <a:schemeClr val="bg1"/>
                </a:solidFill>
                <a:latin typeface="Source Sans Pro" panose="020B0503030403020204" pitchFamily="34" charset="0"/>
                <a:ea typeface="Source Sans Pro" panose="020B0503030403020204" pitchFamily="34" charset="0"/>
              </a:rPr>
              <a:t> are </a:t>
            </a:r>
            <a:r>
              <a:rPr lang="es-CO" sz="3200" b="1" dirty="0" err="1">
                <a:solidFill>
                  <a:schemeClr val="bg1"/>
                </a:solidFill>
                <a:latin typeface="Source Sans Pro" panose="020B0503030403020204" pitchFamily="34" charset="0"/>
                <a:ea typeface="Source Sans Pro" panose="020B0503030403020204" pitchFamily="34" charset="0"/>
              </a:rPr>
              <a:t>the</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deliverables</a:t>
            </a:r>
            <a:r>
              <a:rPr lang="es-CO" sz="3200" dirty="0">
                <a:solidFill>
                  <a:schemeClr val="bg1"/>
                </a:solidFill>
                <a:latin typeface="Source Sans Pro" panose="020B0503030403020204" pitchFamily="34" charset="0"/>
                <a:ea typeface="Source Sans Pro" panose="020B0503030403020204" pitchFamily="34" charset="0"/>
              </a:rPr>
              <a:t>?</a:t>
            </a:r>
          </a:p>
          <a:p>
            <a:pPr marL="358775">
              <a:lnSpc>
                <a:spcPct val="150000"/>
              </a:lnSpc>
            </a:pPr>
            <a:r>
              <a:rPr lang="es-CO" sz="3200" b="1" dirty="0" err="1">
                <a:solidFill>
                  <a:schemeClr val="bg1"/>
                </a:solidFill>
                <a:latin typeface="Source Sans Pro" panose="020B0503030403020204" pitchFamily="34" charset="0"/>
                <a:ea typeface="Source Sans Pro" panose="020B0503030403020204" pitchFamily="34" charset="0"/>
              </a:rPr>
              <a:t>What</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is</a:t>
            </a:r>
            <a:r>
              <a:rPr lang="es-CO" sz="3200" b="1" dirty="0">
                <a:solidFill>
                  <a:schemeClr val="bg1"/>
                </a:solidFill>
                <a:latin typeface="Source Sans Pro" panose="020B0503030403020204" pitchFamily="34" charset="0"/>
                <a:ea typeface="Source Sans Pro" panose="020B0503030403020204" pitchFamily="34" charset="0"/>
              </a:rPr>
              <a:t> in </a:t>
            </a:r>
            <a:r>
              <a:rPr lang="es-CO" sz="3200" dirty="0" err="1">
                <a:solidFill>
                  <a:schemeClr val="bg1"/>
                </a:solidFill>
                <a:latin typeface="Source Sans Pro" panose="020B0503030403020204" pitchFamily="34" charset="0"/>
                <a:ea typeface="Source Sans Pro" panose="020B0503030403020204" pitchFamily="34" charset="0"/>
              </a:rPr>
              <a:t>the</a:t>
            </a:r>
            <a:r>
              <a:rPr lang="es-CO" sz="3200" dirty="0">
                <a:solidFill>
                  <a:schemeClr val="bg1"/>
                </a:solidFill>
                <a:latin typeface="Source Sans Pro" panose="020B0503030403020204" pitchFamily="34" charset="0"/>
                <a:ea typeface="Source Sans Pro" panose="020B0503030403020204" pitchFamily="34" charset="0"/>
              </a:rPr>
              <a:t> </a:t>
            </a:r>
            <a:r>
              <a:rPr lang="es-CO" sz="3200" dirty="0" err="1">
                <a:solidFill>
                  <a:schemeClr val="bg1"/>
                </a:solidFill>
                <a:latin typeface="Source Sans Pro" panose="020B0503030403020204" pitchFamily="34" charset="0"/>
                <a:ea typeface="Source Sans Pro" panose="020B0503030403020204" pitchFamily="34" charset="0"/>
              </a:rPr>
              <a:t>scope</a:t>
            </a:r>
            <a:r>
              <a:rPr lang="es-CO" sz="3200" dirty="0">
                <a:solidFill>
                  <a:schemeClr val="bg1"/>
                </a:solidFill>
                <a:latin typeface="Source Sans Pro" panose="020B0503030403020204" pitchFamily="34" charset="0"/>
                <a:ea typeface="Source Sans Pro" panose="020B0503030403020204" pitchFamily="34" charset="0"/>
              </a:rPr>
              <a:t>?</a:t>
            </a:r>
          </a:p>
          <a:p>
            <a:pPr marL="358775">
              <a:lnSpc>
                <a:spcPct val="150000"/>
              </a:lnSpc>
            </a:pPr>
            <a:r>
              <a:rPr lang="es-CO" sz="3200" b="1" dirty="0" err="1">
                <a:solidFill>
                  <a:schemeClr val="bg1"/>
                </a:solidFill>
                <a:latin typeface="Source Sans Pro" panose="020B0503030403020204" pitchFamily="34" charset="0"/>
                <a:ea typeface="Source Sans Pro" panose="020B0503030403020204" pitchFamily="34" charset="0"/>
              </a:rPr>
              <a:t>What</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is</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out</a:t>
            </a:r>
            <a:r>
              <a:rPr lang="es-CO" sz="3200" b="1" dirty="0">
                <a:solidFill>
                  <a:schemeClr val="bg1"/>
                </a:solidFill>
                <a:latin typeface="Source Sans Pro" panose="020B0503030403020204" pitchFamily="34" charset="0"/>
                <a:ea typeface="Source Sans Pro" panose="020B0503030403020204" pitchFamily="34" charset="0"/>
              </a:rPr>
              <a:t> </a:t>
            </a:r>
            <a:r>
              <a:rPr lang="es-CO" sz="3200" dirty="0" err="1">
                <a:solidFill>
                  <a:schemeClr val="bg1"/>
                </a:solidFill>
                <a:latin typeface="Source Sans Pro" panose="020B0503030403020204" pitchFamily="34" charset="0"/>
                <a:ea typeface="Source Sans Pro" panose="020B0503030403020204" pitchFamily="34" charset="0"/>
              </a:rPr>
              <a:t>the</a:t>
            </a:r>
            <a:r>
              <a:rPr lang="es-CO" sz="3200" dirty="0">
                <a:solidFill>
                  <a:schemeClr val="bg1"/>
                </a:solidFill>
                <a:latin typeface="Source Sans Pro" panose="020B0503030403020204" pitchFamily="34" charset="0"/>
                <a:ea typeface="Source Sans Pro" panose="020B0503030403020204" pitchFamily="34" charset="0"/>
              </a:rPr>
              <a:t> </a:t>
            </a:r>
            <a:r>
              <a:rPr lang="es-CO" sz="3200" dirty="0" err="1">
                <a:solidFill>
                  <a:schemeClr val="bg1"/>
                </a:solidFill>
                <a:latin typeface="Source Sans Pro" panose="020B0503030403020204" pitchFamily="34" charset="0"/>
                <a:ea typeface="Source Sans Pro" panose="020B0503030403020204" pitchFamily="34" charset="0"/>
              </a:rPr>
              <a:t>scope</a:t>
            </a:r>
            <a:r>
              <a:rPr lang="es-CO" sz="3200" dirty="0">
                <a:solidFill>
                  <a:schemeClr val="bg1"/>
                </a:solidFill>
                <a:latin typeface="Source Sans Pro" panose="020B0503030403020204" pitchFamily="34" charset="0"/>
                <a:ea typeface="Source Sans Pro" panose="020B0503030403020204" pitchFamily="34" charset="0"/>
              </a:rPr>
              <a:t>?</a:t>
            </a:r>
          </a:p>
        </p:txBody>
      </p:sp>
      <p:sp>
        <p:nvSpPr>
          <p:cNvPr id="3" name="CuadroTexto 2">
            <a:extLst>
              <a:ext uri="{FF2B5EF4-FFF2-40B4-BE49-F238E27FC236}">
                <a16:creationId xmlns:a16="http://schemas.microsoft.com/office/drawing/2014/main" id="{ACEED1E3-E86A-8460-E316-34DDD48A5C87}"/>
              </a:ext>
            </a:extLst>
          </p:cNvPr>
          <p:cNvSpPr txBox="1"/>
          <p:nvPr/>
        </p:nvSpPr>
        <p:spPr>
          <a:xfrm>
            <a:off x="4099661" y="1660741"/>
            <a:ext cx="2179084" cy="707886"/>
          </a:xfrm>
          <a:prstGeom prst="rect">
            <a:avLst/>
          </a:prstGeom>
          <a:noFill/>
        </p:spPr>
        <p:txBody>
          <a:bodyPr wrap="square" rtlCol="0">
            <a:spAutoFit/>
          </a:bodyPr>
          <a:lstStyle/>
          <a:p>
            <a:pPr algn="ctr"/>
            <a:r>
              <a:rPr lang="es-ES_tradnl" sz="4000" b="1" dirty="0" err="1">
                <a:solidFill>
                  <a:schemeClr val="bg1"/>
                </a:solidFill>
                <a:latin typeface="Source Sans Pro" panose="020B0503030403020204" pitchFamily="34" charset="0"/>
                <a:ea typeface="Source Sans Pro" panose="020B0503030403020204" pitchFamily="34" charset="0"/>
              </a:rPr>
              <a:t>Scope</a:t>
            </a:r>
            <a:endParaRPr lang="es-ES_tradnl" sz="40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16534203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35</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9" name="Rectángulo redondeado 8">
            <a:extLst>
              <a:ext uri="{FF2B5EF4-FFF2-40B4-BE49-F238E27FC236}">
                <a16:creationId xmlns:a16="http://schemas.microsoft.com/office/drawing/2014/main" id="{1F65C442-9F72-5291-7AD6-F6D1161DCB37}"/>
              </a:ext>
            </a:extLst>
          </p:cNvPr>
          <p:cNvSpPr/>
          <p:nvPr/>
        </p:nvSpPr>
        <p:spPr>
          <a:xfrm>
            <a:off x="1873404" y="1293542"/>
            <a:ext cx="2932772" cy="4884236"/>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What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the</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problem</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this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project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trying</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to</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solve</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0" name="Rectángulo redondeado 9">
            <a:extLst>
              <a:ext uri="{FF2B5EF4-FFF2-40B4-BE49-F238E27FC236}">
                <a16:creationId xmlns:a16="http://schemas.microsoft.com/office/drawing/2014/main" id="{F0B44B1E-2082-14FA-DB99-75B3B8C5D7C4}"/>
              </a:ext>
            </a:extLst>
          </p:cNvPr>
          <p:cNvSpPr/>
          <p:nvPr/>
        </p:nvSpPr>
        <p:spPr>
          <a:xfrm>
            <a:off x="5018048" y="1293542"/>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Why</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important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for</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you</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1" name="Rectángulo redondeado 10">
            <a:extLst>
              <a:ext uri="{FF2B5EF4-FFF2-40B4-BE49-F238E27FC236}">
                <a16:creationId xmlns:a16="http://schemas.microsoft.com/office/drawing/2014/main" id="{DA65F061-9EEF-E288-C795-FAF352C047AB}"/>
              </a:ext>
            </a:extLst>
          </p:cNvPr>
          <p:cNvSpPr/>
          <p:nvPr/>
        </p:nvSpPr>
        <p:spPr>
          <a:xfrm>
            <a:off x="7995424" y="1293542"/>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What</a:t>
            </a:r>
            <a:r>
              <a:rPr lang="es-ES_tradnl" sz="2800" dirty="0">
                <a:solidFill>
                  <a:schemeClr val="tx1"/>
                </a:solidFill>
                <a:latin typeface="Source Sans Pro" panose="020B0503030403020204" pitchFamily="34" charset="0"/>
                <a:ea typeface="Source Sans Pro" panose="020B0503030403020204" pitchFamily="34" charset="0"/>
              </a:rPr>
              <a:t> are </a:t>
            </a:r>
            <a:r>
              <a:rPr lang="es-ES_tradnl" sz="2800" dirty="0" err="1">
                <a:solidFill>
                  <a:schemeClr val="tx1"/>
                </a:solidFill>
                <a:latin typeface="Source Sans Pro" panose="020B0503030403020204" pitchFamily="34" charset="0"/>
                <a:ea typeface="Source Sans Pro" panose="020B0503030403020204" pitchFamily="34" charset="0"/>
              </a:rPr>
              <a:t>the</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objectives</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2" name="Rectángulo redondeado 11">
            <a:extLst>
              <a:ext uri="{FF2B5EF4-FFF2-40B4-BE49-F238E27FC236}">
                <a16:creationId xmlns:a16="http://schemas.microsoft.com/office/drawing/2014/main" id="{26D68EC4-FD41-4246-C434-C784CC70A614}"/>
              </a:ext>
            </a:extLst>
          </p:cNvPr>
          <p:cNvSpPr/>
          <p:nvPr/>
        </p:nvSpPr>
        <p:spPr>
          <a:xfrm>
            <a:off x="5018048" y="3824869"/>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Why</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now</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3" name="Rectángulo redondeado 12">
            <a:extLst>
              <a:ext uri="{FF2B5EF4-FFF2-40B4-BE49-F238E27FC236}">
                <a16:creationId xmlns:a16="http://schemas.microsoft.com/office/drawing/2014/main" id="{B09FE28B-162B-E8BE-603A-43BC461C9947}"/>
              </a:ext>
            </a:extLst>
          </p:cNvPr>
          <p:cNvSpPr/>
          <p:nvPr/>
        </p:nvSpPr>
        <p:spPr>
          <a:xfrm>
            <a:off x="7995424" y="3824869"/>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What</a:t>
            </a:r>
            <a:r>
              <a:rPr lang="es-ES_tradnl" sz="2800" dirty="0">
                <a:solidFill>
                  <a:schemeClr val="tx1"/>
                </a:solidFill>
                <a:latin typeface="Source Sans Pro" panose="020B0503030403020204" pitchFamily="34" charset="0"/>
                <a:ea typeface="Source Sans Pro" panose="020B0503030403020204" pitchFamily="34" charset="0"/>
              </a:rPr>
              <a:t> are</a:t>
            </a:r>
            <a:br>
              <a:rPr lang="es-ES_tradnl" sz="2800" dirty="0">
                <a:solidFill>
                  <a:schemeClr val="tx1"/>
                </a:solidFill>
                <a:latin typeface="Source Sans Pro" panose="020B0503030403020204" pitchFamily="34" charset="0"/>
                <a:ea typeface="Source Sans Pro" panose="020B0503030403020204" pitchFamily="34" charset="0"/>
              </a:rPr>
            </a:br>
            <a:r>
              <a:rPr lang="es-ES_tradnl" sz="2800" dirty="0" err="1">
                <a:solidFill>
                  <a:schemeClr val="tx1"/>
                </a:solidFill>
                <a:latin typeface="Source Sans Pro" panose="020B0503030403020204" pitchFamily="34" charset="0"/>
                <a:ea typeface="Source Sans Pro" panose="020B0503030403020204" pitchFamily="34" charset="0"/>
              </a:rPr>
              <a:t>the</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key</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milestones</a:t>
            </a:r>
            <a:r>
              <a:rPr lang="es-ES_tradnl" sz="2800" dirty="0">
                <a:solidFill>
                  <a:schemeClr val="tx1"/>
                </a:solidFill>
                <a:latin typeface="Source Sans Pro" panose="020B0503030403020204" pitchFamily="34" charset="0"/>
                <a:ea typeface="Source Sans Pro" panose="020B0503030403020204" pitchFamily="34" charset="0"/>
              </a:rPr>
              <a:t>?</a:t>
            </a:r>
          </a:p>
        </p:txBody>
      </p:sp>
    </p:spTree>
    <p:extLst>
      <p:ext uri="{BB962C8B-B14F-4D97-AF65-F5344CB8AC3E}">
        <p14:creationId xmlns:p14="http://schemas.microsoft.com/office/powerpoint/2010/main" val="19508716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66C190D-B09B-140D-1FC8-7FA09F03E1D8}"/>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4" name="CuadroTexto 3">
            <a:extLst>
              <a:ext uri="{FF2B5EF4-FFF2-40B4-BE49-F238E27FC236}">
                <a16:creationId xmlns:a16="http://schemas.microsoft.com/office/drawing/2014/main" id="{93FDBEF4-CE41-C5C9-CDEA-DD1702A9C11E}"/>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6439175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uadroTexto 5">
            <a:extLst>
              <a:ext uri="{FF2B5EF4-FFF2-40B4-BE49-F238E27FC236}">
                <a16:creationId xmlns:a16="http://schemas.microsoft.com/office/drawing/2014/main" id="{71268644-AB8B-1468-26EB-95205BE58489}"/>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7" name="CuadroTexto 6">
            <a:extLst>
              <a:ext uri="{FF2B5EF4-FFF2-40B4-BE49-F238E27FC236}">
                <a16:creationId xmlns:a16="http://schemas.microsoft.com/office/drawing/2014/main" id="{C4AF620C-8535-59DA-811B-4603C27AB579}"/>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94196268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45F8A114-46E8-E047-4F7A-A3A3B483BFB9}"/>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8D5A09A6-1235-A1D0-1D18-1A3A41B9D70A}"/>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86495274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AEDECDB7-B92A-C7F9-93A5-F3025D96BDFA}"/>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5714595B-349A-D712-839E-5F6B1AF9065D}"/>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3182061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3F9FDA99-DD21-4731-8CE3-BED24DF2EAF5}"/>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rgbClr val="008B2E"/>
                </a:solidFill>
                <a:latin typeface="Source Sans Pro Light" panose="020B0503030403020204" pitchFamily="34" charset="0"/>
                <a:ea typeface="Source Sans Pro Light" panose="020B0503030403020204" pitchFamily="34" charset="0"/>
              </a:rPr>
              <a:t>Thanks</a:t>
            </a:r>
            <a:r>
              <a:rPr lang="es-ES_tradnl" sz="9600" i="1" dirty="0">
                <a:solidFill>
                  <a:srgbClr val="008B2E"/>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4BC7B46C-EDB2-4781-8020-FE93383C66A1}"/>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rgbClr val="008B2E"/>
                </a:solidFill>
                <a:latin typeface="Source Sans Pro" panose="020B0503030403020204" pitchFamily="34" charset="0"/>
                <a:ea typeface="Source Sans Pro" panose="020B0503030403020204" pitchFamily="34" charset="0"/>
              </a:rPr>
              <a:t>Dejvis</a:t>
            </a:r>
            <a:r>
              <a:rPr lang="es-ES_tradnl" sz="1600" b="1" dirty="0">
                <a:solidFill>
                  <a:srgbClr val="008B2E"/>
                </a:solidFill>
                <a:latin typeface="Source Sans Pro" panose="020B0503030403020204" pitchFamily="34" charset="0"/>
                <a:ea typeface="Source Sans Pro" panose="020B0503030403020204" pitchFamily="34" charset="0"/>
              </a:rPr>
              <a:t> </a:t>
            </a:r>
            <a:r>
              <a:rPr lang="es-ES_tradnl" sz="1600" b="1" dirty="0" err="1">
                <a:solidFill>
                  <a:srgbClr val="008B2E"/>
                </a:solidFill>
                <a:latin typeface="Source Sans Pro" panose="020B0503030403020204" pitchFamily="34" charset="0"/>
                <a:ea typeface="Source Sans Pro" panose="020B0503030403020204" pitchFamily="34" charset="0"/>
              </a:rPr>
              <a:t>Toptani</a:t>
            </a:r>
            <a:r>
              <a:rPr lang="es-ES_tradnl" sz="1600" b="1" dirty="0">
                <a:solidFill>
                  <a:srgbClr val="008B2E"/>
                </a:solidFill>
                <a:latin typeface="Source Sans Pro" panose="020B0503030403020204" pitchFamily="34" charset="0"/>
                <a:ea typeface="Source Sans Pro" panose="020B0503030403020204" pitchFamily="34" charset="0"/>
              </a:rPr>
              <a:t> - </a:t>
            </a:r>
            <a:r>
              <a:rPr lang="es-ES_tradnl" sz="1600" dirty="0" err="1">
                <a:solidFill>
                  <a:srgbClr val="008B2E"/>
                </a:solidFill>
                <a:latin typeface="Source Sans Pro" panose="020B0503030403020204" pitchFamily="34" charset="0"/>
                <a:ea typeface="Source Sans Pro" panose="020B0503030403020204" pitchFamily="34" charset="0"/>
              </a:rPr>
              <a:t>dtoptani@lmu.com</a:t>
            </a:r>
            <a:endParaRPr lang="es-ES_tradnl" sz="1600" dirty="0">
              <a:solidFill>
                <a:srgbClr val="008B2E"/>
              </a:solidFill>
              <a:latin typeface="Source Sans Pro" panose="020B0503030403020204" pitchFamily="34" charset="0"/>
              <a:ea typeface="Source Sans Pro" panose="020B0503030403020204" pitchFamily="34" charset="0"/>
            </a:endParaRPr>
          </a:p>
          <a:p>
            <a:pPr algn="ctr"/>
            <a:r>
              <a:rPr lang="es-ES_tradnl" sz="1600" b="1" dirty="0" err="1">
                <a:solidFill>
                  <a:srgbClr val="008B2E"/>
                </a:solidFill>
                <a:latin typeface="Source Sans Pro" panose="020B0503030403020204" pitchFamily="34" charset="0"/>
                <a:ea typeface="Source Sans Pro" panose="020B0503030403020204" pitchFamily="34" charset="0"/>
              </a:rPr>
              <a:t>Nathaly</a:t>
            </a:r>
            <a:r>
              <a:rPr lang="es-ES_tradnl" sz="1600" b="1" dirty="0">
                <a:solidFill>
                  <a:srgbClr val="008B2E"/>
                </a:solidFill>
                <a:latin typeface="Source Sans Pro" panose="020B0503030403020204" pitchFamily="34" charset="0"/>
                <a:ea typeface="Source Sans Pro" panose="020B0503030403020204" pitchFamily="34" charset="0"/>
              </a:rPr>
              <a:t> Vergel Serrano - </a:t>
            </a:r>
            <a:r>
              <a:rPr lang="es-ES_tradnl" sz="1600" b="1" dirty="0" err="1">
                <a:solidFill>
                  <a:srgbClr val="008B2E"/>
                </a:solidFill>
                <a:latin typeface="Source Sans Pro SemiBold" panose="020B0503030403020204" pitchFamily="34" charset="0"/>
                <a:ea typeface="Source Sans Pro SemiBold" panose="020B0503030403020204" pitchFamily="34" charset="0"/>
              </a:rPr>
              <a:t>nvergels@lmu.com</a:t>
            </a:r>
            <a:endParaRPr lang="es-ES_tradnl" sz="1600" b="1" dirty="0">
              <a:solidFill>
                <a:srgbClr val="008B2E"/>
              </a:solidFill>
              <a:latin typeface="Source Sans Pro SemiBold" panose="020B0503030403020204" pitchFamily="34" charset="0"/>
              <a:ea typeface="Source Sans Pro SemiBold" panose="020B0503030403020204" pitchFamily="34" charset="0"/>
            </a:endParaRPr>
          </a:p>
          <a:p>
            <a:pPr algn="ctr"/>
            <a:r>
              <a:rPr lang="es-ES_tradnl" sz="1600" b="1" dirty="0">
                <a:solidFill>
                  <a:srgbClr val="008B2E"/>
                </a:solidFill>
                <a:latin typeface="Source Sans Pro" panose="020B0503030403020204" pitchFamily="34" charset="0"/>
                <a:ea typeface="Source Sans Pro" panose="020B0503030403020204" pitchFamily="34" charset="0"/>
              </a:rPr>
              <a:t>Camila Bermudez Valderrama -  </a:t>
            </a:r>
            <a:r>
              <a:rPr lang="es-ES_tradnl" sz="1600" b="1" dirty="0" err="1">
                <a:solidFill>
                  <a:srgbClr val="008B2E"/>
                </a:solidFill>
                <a:latin typeface="Source Sans Pro SemiBold" panose="020B0503030403020204" pitchFamily="34" charset="0"/>
                <a:ea typeface="Source Sans Pro SemiBold" panose="020B0503030403020204" pitchFamily="34" charset="0"/>
              </a:rPr>
              <a:t>cbermudezv@lmu.com</a:t>
            </a:r>
            <a:endParaRPr lang="es-ES_tradnl" sz="1600" b="1" dirty="0">
              <a:solidFill>
                <a:srgbClr val="008B2E"/>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223605542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66C190D-B09B-140D-1FC8-7FA09F03E1D8}"/>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4" name="CuadroTexto 3">
            <a:extLst>
              <a:ext uri="{FF2B5EF4-FFF2-40B4-BE49-F238E27FC236}">
                <a16:creationId xmlns:a16="http://schemas.microsoft.com/office/drawing/2014/main" id="{93FDBEF4-CE41-C5C9-CDEA-DD1702A9C11E}"/>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82271087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57D85EAF-1CD7-9C88-5CA4-2BE5B76D259E}"/>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5683BA74-E949-57C8-68A8-413DCB2FDA3C}"/>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841974556"/>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LMU_slides_Template" id="{1E660083-77C8-CC42-8F4D-F4BD403D79FF}" vid="{02494F8E-484B-C34C-B000-3224F455E1F7}"/>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DNC_LMU_slides_Template_v1</Template>
  <TotalTime>586</TotalTime>
  <Words>2577</Words>
  <Application>Microsoft Office PowerPoint</Application>
  <PresentationFormat>Panorámica</PresentationFormat>
  <Paragraphs>423</Paragraphs>
  <Slides>42</Slides>
  <Notes>10</Notes>
  <HiddenSlides>1</HiddenSlides>
  <MMClips>0</MMClips>
  <ScaleCrop>false</ScaleCrop>
  <HeadingPairs>
    <vt:vector size="6" baseType="variant">
      <vt:variant>
        <vt:lpstr>Fuentes usadas</vt:lpstr>
      </vt:variant>
      <vt:variant>
        <vt:i4>11</vt:i4>
      </vt:variant>
      <vt:variant>
        <vt:lpstr>Tema</vt:lpstr>
      </vt:variant>
      <vt:variant>
        <vt:i4>1</vt:i4>
      </vt:variant>
      <vt:variant>
        <vt:lpstr>Títulos de diapositiva</vt:lpstr>
      </vt:variant>
      <vt:variant>
        <vt:i4>42</vt:i4>
      </vt:variant>
    </vt:vector>
  </HeadingPairs>
  <TitlesOfParts>
    <vt:vector size="54" baseType="lpstr">
      <vt:lpstr>Aptos</vt:lpstr>
      <vt:lpstr>Aptos Display</vt:lpstr>
      <vt:lpstr>Arial</vt:lpstr>
      <vt:lpstr>Cambria Math</vt:lpstr>
      <vt:lpstr>Fira Sans Condensed Medium</vt:lpstr>
      <vt:lpstr>Fira Sans Extra Condensed</vt:lpstr>
      <vt:lpstr>Roboto</vt:lpstr>
      <vt:lpstr>Source Sans Pro</vt:lpstr>
      <vt:lpstr>Source Sans Pro Light</vt:lpstr>
      <vt:lpstr>Source Sans Pro SemiBold</vt:lpstr>
      <vt:lpstr>Wingdings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camila bermudez</dc:creator>
  <cp:lastModifiedBy>camila bermudez</cp:lastModifiedBy>
  <cp:revision>60</cp:revision>
  <dcterms:created xsi:type="dcterms:W3CDTF">2025-07-18T14:40:14Z</dcterms:created>
  <dcterms:modified xsi:type="dcterms:W3CDTF">2025-07-25T13:01:53Z</dcterms:modified>
</cp:coreProperties>
</file>